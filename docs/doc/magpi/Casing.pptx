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7" r:id="rId1"/>
  </p:sldMasterIdLst>
  <p:notesMasterIdLst>
    <p:notesMasterId r:id="rId3"/>
  </p:notesMasterIdLst>
  <p:handoutMasterIdLst>
    <p:handoutMasterId r:id="rId4"/>
  </p:handoutMasterIdLst>
  <p:sldIdLst>
    <p:sldId id="270" r:id="rId2"/>
  </p:sldIdLst>
  <p:sldSz cx="30275213" cy="42803763"/>
  <p:notesSz cx="6797675" cy="9926638"/>
  <p:defaultTextStyle>
    <a:defPPr>
      <a:defRPr lang="fr-FR"/>
    </a:defPPr>
    <a:lvl1pPr marL="0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1pPr>
    <a:lvl2pPr marL="2087941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2pPr>
    <a:lvl3pPr marL="4175882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3pPr>
    <a:lvl4pPr marL="6263823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4pPr>
    <a:lvl5pPr marL="8351764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5pPr>
    <a:lvl6pPr marL="10439705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6pPr>
    <a:lvl7pPr marL="12527646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7pPr>
    <a:lvl8pPr marL="14615587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8pPr>
    <a:lvl9pPr marL="16703528" algn="l" defTabSz="2087941" rtl="0" eaLnBrk="1" latinLnBrk="0" hangingPunct="1">
      <a:defRPr sz="822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2" userDrawn="1">
          <p15:clr>
            <a:srgbClr val="A4A3A4"/>
          </p15:clr>
        </p15:guide>
        <p15:guide id="2" pos="953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stin ROUXEL, Ifremer Brest PDG-REM-RDT-LDCM, 0298224606" initials="JRIBP0" lastIdx="5" clrIdx="0">
    <p:extLst>
      <p:ext uri="{19B8F6BF-5375-455C-9EA6-DF929625EA0E}">
        <p15:presenceInfo xmlns:p15="http://schemas.microsoft.com/office/powerpoint/2012/main" userId="S-1-5-21-500109986-1412980772-1848903544-321641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E353"/>
    <a:srgbClr val="0092D2"/>
    <a:srgbClr val="187AAC"/>
    <a:srgbClr val="6600CC"/>
    <a:srgbClr val="33CCFF"/>
    <a:srgbClr val="FFFFFF"/>
    <a:srgbClr val="FFC000"/>
    <a:srgbClr val="E6E6E6"/>
    <a:srgbClr val="4F81BD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Style foncé 1 - Accentuation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DBED569-4797-4DF1-A0F4-6AAB3CD982D8}" styleName="Style léger 3 - Accentuation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80" autoAdjust="0"/>
    <p:restoredTop sz="94971" autoAdjust="0"/>
  </p:normalViewPr>
  <p:slideViewPr>
    <p:cSldViewPr snapToGrid="0" snapToObjects="1">
      <p:cViewPr>
        <p:scale>
          <a:sx n="33" d="100"/>
          <a:sy n="33" d="100"/>
        </p:scale>
        <p:origin x="979" y="19"/>
      </p:cViewPr>
      <p:guideLst>
        <p:guide orient="horz" pos="13482"/>
        <p:guide pos="95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0C46ED-7803-2C4C-B282-9892E322E1CF}" type="datetime1">
              <a:rPr lang="fr-FR" smtClean="0"/>
              <a:t>05/03/2026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DC5107-9872-B540-9E95-35D9A9A0B4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76543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C41925-E3E2-B640-90AA-64598CE09C95}" type="datetime1">
              <a:rPr lang="fr-FR" smtClean="0"/>
              <a:t>05/03/2026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9DA962-CDD0-7A4D-B4BD-EE12C9A0BD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64274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2087941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1pPr>
    <a:lvl2pPr marL="2087941" algn="l" defTabSz="2087941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2pPr>
    <a:lvl3pPr marL="4175882" algn="l" defTabSz="2087941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3pPr>
    <a:lvl4pPr marL="6263823" algn="l" defTabSz="2087941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4pPr>
    <a:lvl5pPr marL="8351764" algn="l" defTabSz="2087941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5pPr>
    <a:lvl6pPr marL="10439705" algn="l" defTabSz="2087941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6pPr>
    <a:lvl7pPr marL="12527646" algn="l" defTabSz="2087941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7pPr>
    <a:lvl8pPr marL="14615587" algn="l" defTabSz="2087941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8pPr>
    <a:lvl9pPr marL="16703528" algn="l" defTabSz="2087941" rtl="0" eaLnBrk="1" latinLnBrk="0" hangingPunct="1">
      <a:defRPr sz="548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miere Page Ifre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Prez_PPT4garde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354676" cy="42916109"/>
          </a:xfrm>
          <a:prstGeom prst="rect">
            <a:avLst/>
          </a:prstGeom>
        </p:spPr>
      </p:pic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92D2"/>
                </a:solidFill>
              </a:defRPr>
            </a:lvl1pPr>
          </a:lstStyle>
          <a:p>
            <a:fld id="{0F447B95-E6F3-9E41-9DD9-E80BDFDD31A6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10" name="Image 9" descr="Logo Ifremer RV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4756" y="2485854"/>
            <a:ext cx="6102603" cy="4133802"/>
          </a:xfrm>
          <a:prstGeom prst="rect">
            <a:avLst/>
          </a:prstGeom>
        </p:spPr>
      </p:pic>
      <p:sp>
        <p:nvSpPr>
          <p:cNvPr id="13" name="Titre 1"/>
          <p:cNvSpPr>
            <a:spLocks noGrp="1"/>
          </p:cNvSpPr>
          <p:nvPr>
            <p:ph type="ctrTitle"/>
          </p:nvPr>
        </p:nvSpPr>
        <p:spPr>
          <a:xfrm>
            <a:off x="11150815" y="13855088"/>
            <a:ext cx="17106542" cy="523220"/>
          </a:xfrm>
        </p:spPr>
        <p:txBody>
          <a:bodyPr wrap="square" anchor="ctr" anchorCtr="0">
            <a:spAutoFit/>
          </a:bodyPr>
          <a:lstStyle>
            <a:lvl1pPr algn="l">
              <a:defRPr sz="2800" b="0" i="0" kern="1200" cap="all" spc="500">
                <a:solidFill>
                  <a:srgbClr val="F3E816"/>
                </a:solidFill>
                <a:latin typeface="Open Sans Light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5" name="Sous-titre 2"/>
          <p:cNvSpPr>
            <a:spLocks noGrp="1"/>
          </p:cNvSpPr>
          <p:nvPr>
            <p:ph type="subTitle" idx="1"/>
          </p:nvPr>
        </p:nvSpPr>
        <p:spPr>
          <a:xfrm>
            <a:off x="11150815" y="28531220"/>
            <a:ext cx="17106542" cy="369332"/>
          </a:xfrm>
        </p:spPr>
        <p:txBody>
          <a:bodyPr wrap="square" anchor="ctr" anchorCtr="0">
            <a:spAutoFit/>
          </a:bodyPr>
          <a:lstStyle>
            <a:lvl1pPr marL="0" indent="0" algn="l">
              <a:buNone/>
              <a:defRPr sz="1800" b="0" i="0" kern="1200" cap="all" spc="500" baseline="0">
                <a:solidFill>
                  <a:srgbClr val="F3E816"/>
                </a:solidFill>
                <a:latin typeface="Open Sans Ligh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703774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re SsTitre Ifre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Prez_PPT8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13" y="0"/>
            <a:ext cx="2873575" cy="42916109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529327" y="10708466"/>
            <a:ext cx="25733931" cy="9175067"/>
          </a:xfrm>
        </p:spPr>
        <p:txBody>
          <a:bodyPr/>
          <a:lstStyle>
            <a:lvl1pPr>
              <a:defRPr>
                <a:solidFill>
                  <a:srgbClr val="1B3C80"/>
                </a:solidFill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799968" y="21667018"/>
            <a:ext cx="21192649" cy="10938739"/>
          </a:xfrm>
        </p:spPr>
        <p:txBody>
          <a:bodyPr/>
          <a:lstStyle>
            <a:lvl1pPr marL="0" indent="0" algn="ctr">
              <a:buNone/>
              <a:defRPr b="0" i="0">
                <a:solidFill>
                  <a:srgbClr val="0092D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92D2"/>
                </a:solidFill>
              </a:defRPr>
            </a:lvl1pPr>
          </a:lstStyle>
          <a:p>
            <a:fld id="{0F447B95-E6F3-9E41-9DD9-E80BDFDD31A6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9" name="Image 8" descr="Logo Ifremer RV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8" y="1271357"/>
            <a:ext cx="2553714" cy="1729845"/>
          </a:xfrm>
          <a:prstGeom prst="rect">
            <a:avLst/>
          </a:prstGeom>
        </p:spPr>
      </p:pic>
      <p:sp>
        <p:nvSpPr>
          <p:cNvPr id="8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59597" y="39672750"/>
            <a:ext cx="2808463" cy="2278905"/>
          </a:xfrm>
        </p:spPr>
        <p:txBody>
          <a:bodyPr/>
          <a:lstStyle>
            <a:lvl1pPr algn="ctr">
              <a:defRPr sz="1050">
                <a:solidFill>
                  <a:srgbClr val="0092D2"/>
                </a:solidFill>
              </a:defRPr>
            </a:lvl1pPr>
          </a:lstStyle>
          <a:p>
            <a:fld id="{6EB03B9D-5203-1848-BF68-82F271F9D659}" type="datetime1">
              <a:rPr lang="fr-FR" smtClean="0"/>
              <a:pPr/>
              <a:t>05/03/2026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89766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 Ifre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 descr="Prez_PPT8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13" y="0"/>
            <a:ext cx="2873575" cy="42916109"/>
          </a:xfrm>
          <a:prstGeom prst="rect">
            <a:avLst/>
          </a:prstGeom>
        </p:spPr>
      </p:pic>
      <p:pic>
        <p:nvPicPr>
          <p:cNvPr id="11" name="Image 10" descr="Logo Ifremer RV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8" y="1271357"/>
            <a:ext cx="2553714" cy="1729845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58723" y="3123662"/>
            <a:ext cx="26176209" cy="7133961"/>
          </a:xfrm>
        </p:spPr>
        <p:txBody>
          <a:bodyPr/>
          <a:lstStyle>
            <a:lvl1pPr>
              <a:defRPr>
                <a:solidFill>
                  <a:srgbClr val="187AAC"/>
                </a:solidFill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258723" y="11397082"/>
            <a:ext cx="26176209" cy="26500199"/>
          </a:xfrm>
        </p:spPr>
        <p:txBody>
          <a:bodyPr/>
          <a:lstStyle>
            <a:lvl1pPr marL="0" indent="0">
              <a:buNone/>
              <a:defRPr sz="2800">
                <a:latin typeface="Open Sans"/>
                <a:cs typeface="Open Sans"/>
              </a:defRPr>
            </a:lvl1pPr>
            <a:lvl2pPr marL="457200" indent="0">
              <a:buNone/>
              <a:defRPr sz="2200" b="1" i="0">
                <a:solidFill>
                  <a:srgbClr val="187AAC"/>
                </a:solidFill>
                <a:latin typeface="Open Sans"/>
              </a:defRPr>
            </a:lvl2pPr>
            <a:lvl3pPr marL="712800">
              <a:defRPr sz="2000">
                <a:latin typeface="Open Sans"/>
              </a:defRPr>
            </a:lvl3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59597" y="39672750"/>
            <a:ext cx="2808463" cy="2278905"/>
          </a:xfrm>
        </p:spPr>
        <p:txBody>
          <a:bodyPr/>
          <a:lstStyle>
            <a:lvl1pPr algn="ctr">
              <a:defRPr sz="1050">
                <a:solidFill>
                  <a:srgbClr val="0092D2"/>
                </a:solidFill>
              </a:defRPr>
            </a:lvl1pPr>
          </a:lstStyle>
          <a:p>
            <a:fld id="{6EB03B9D-5203-1848-BF68-82F271F9D659}" type="datetime1">
              <a:rPr lang="fr-FR" smtClean="0"/>
              <a:pPr/>
              <a:t>05/03/2026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92D2"/>
                </a:solidFill>
              </a:defRPr>
            </a:lvl1pPr>
          </a:lstStyle>
          <a:p>
            <a:fld id="{0F447B95-E6F3-9E41-9DD9-E80BDFDD31A6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3839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la Partie Ifre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Prez_PPT4v2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30493328" cy="43112139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98198" y="15820440"/>
            <a:ext cx="20653969" cy="21480236"/>
          </a:xfrm>
        </p:spPr>
        <p:txBody>
          <a:bodyPr anchor="t" anchorCtr="0"/>
          <a:lstStyle>
            <a:lvl1pPr algn="l">
              <a:defRPr sz="4000" b="0" i="0">
                <a:solidFill>
                  <a:schemeClr val="bg1"/>
                </a:solidFill>
                <a:latin typeface="Open Sans Light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2098198" y="3931989"/>
            <a:ext cx="8639624" cy="10685149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50">
                <a:solidFill>
                  <a:srgbClr val="0092D2"/>
                </a:solidFill>
                <a:latin typeface=""/>
              </a:defRPr>
            </a:lvl1pPr>
          </a:lstStyle>
          <a:p>
            <a:fld id="{D2C4B537-1E70-B34C-A4EE-E549A5C45E95}" type="datetime1">
              <a:rPr lang="fr-FR" smtClean="0"/>
              <a:pPr/>
              <a:t>05/03/2026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92D2"/>
                </a:solidFill>
              </a:defRPr>
            </a:lvl1pPr>
          </a:lstStyle>
          <a:p>
            <a:fld id="{0F447B95-E6F3-9E41-9DD9-E80BDFDD31A6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pour une image  2"/>
          <p:cNvSpPr>
            <a:spLocks noGrp="1"/>
          </p:cNvSpPr>
          <p:nvPr>
            <p:ph type="pic" idx="13"/>
          </p:nvPr>
        </p:nvSpPr>
        <p:spPr>
          <a:xfrm>
            <a:off x="11638901" y="3931989"/>
            <a:ext cx="8624431" cy="10685149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0690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Prez_PPT8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13" y="0"/>
            <a:ext cx="2873575" cy="42916109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75439" y="3001202"/>
            <a:ext cx="26173917" cy="7133961"/>
          </a:xfrm>
        </p:spPr>
        <p:txBody>
          <a:bodyPr/>
          <a:lstStyle>
            <a:lvl1pPr>
              <a:defRPr>
                <a:solidFill>
                  <a:srgbClr val="187AAC"/>
                </a:solidFill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375440" y="11274617"/>
            <a:ext cx="12559871" cy="23561830"/>
          </a:xfrm>
        </p:spPr>
        <p:txBody>
          <a:bodyPr/>
          <a:lstStyle>
            <a:lvl1pPr marL="342900" indent="-342900">
              <a:buFont typeface="Arial"/>
              <a:buChar char="•"/>
              <a:defRPr sz="2500" baseline="0">
                <a:latin typeface="Open Sans"/>
              </a:defRPr>
            </a:lvl1pPr>
            <a:lvl2pPr marL="313200" indent="0">
              <a:buNone/>
              <a:defRPr sz="2200" b="1" i="0">
                <a:solidFill>
                  <a:srgbClr val="0092D2"/>
                </a:solidFill>
                <a:latin typeface="Open Sans"/>
                <a:cs typeface="Open Sans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6989485" y="11274617"/>
            <a:ext cx="12559871" cy="23561830"/>
          </a:xfrm>
        </p:spPr>
        <p:txBody>
          <a:bodyPr/>
          <a:lstStyle>
            <a:lvl1pPr>
              <a:defRPr sz="2500">
                <a:latin typeface="Open Sans"/>
              </a:defRPr>
            </a:lvl1pPr>
            <a:lvl2pPr marL="349200" indent="0">
              <a:buNone/>
              <a:defRPr sz="2200" b="1" i="0">
                <a:solidFill>
                  <a:srgbClr val="0092D2"/>
                </a:solidFill>
                <a:latin typeface="Open Sans"/>
                <a:cs typeface="Open Sans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9597" y="39672750"/>
            <a:ext cx="2808463" cy="2278905"/>
          </a:xfrm>
        </p:spPr>
        <p:txBody>
          <a:bodyPr/>
          <a:lstStyle>
            <a:lvl1pPr algn="ctr">
              <a:defRPr sz="1050">
                <a:solidFill>
                  <a:srgbClr val="0092D2"/>
                </a:solidFill>
              </a:defRPr>
            </a:lvl1pPr>
          </a:lstStyle>
          <a:p>
            <a:fld id="{BD11D91D-1491-D948-B5FF-8107FB11BE15}" type="datetime1">
              <a:rPr lang="fr-FR" smtClean="0"/>
              <a:pPr/>
              <a:t>05/03/2026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92D2"/>
                </a:solidFill>
              </a:defRPr>
            </a:lvl1pPr>
          </a:lstStyle>
          <a:p>
            <a:fld id="{0F447B95-E6F3-9E41-9DD9-E80BDFDD31A6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2" name="Image 11" descr="Logo Ifremer RV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8" y="1271357"/>
            <a:ext cx="2553714" cy="172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685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91534" y="27505383"/>
            <a:ext cx="25733931" cy="850130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391534" y="18142065"/>
            <a:ext cx="25733931" cy="936332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70B34-F1D1-AB4C-9D69-9859871B7704}" type="datetime1">
              <a:rPr lang="fr-FR" smtClean="0"/>
              <a:t>05/03/2026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7B95-E6F3-9E41-9DD9-E80BDFDD31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5019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513762" y="9581307"/>
            <a:ext cx="13376809" cy="399303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513762" y="13574339"/>
            <a:ext cx="13376809" cy="2466171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15379390" y="9581307"/>
            <a:ext cx="13382065" cy="399303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15379390" y="13574339"/>
            <a:ext cx="13382065" cy="2466171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E2E43-6FFB-B44E-AD17-BFB64ED72465}" type="datetime1">
              <a:rPr lang="fr-FR" smtClean="0"/>
              <a:t>05/03/2026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7B95-E6F3-9E41-9DD9-E80BDFDD31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433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546D-BE63-DD4F-B215-3990C2EAC06E}" type="datetime1">
              <a:rPr lang="fr-FR" smtClean="0"/>
              <a:t>05/03/2026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7B95-E6F3-9E41-9DD9-E80BDFDD31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0889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13762" y="1704223"/>
            <a:ext cx="9960338" cy="725286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836766" y="1704228"/>
            <a:ext cx="16924687" cy="3653182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513762" y="8957088"/>
            <a:ext cx="9960338" cy="2927896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95392-5F5C-FA4A-B403-856F43DC1F56}" type="datetime1">
              <a:rPr lang="fr-FR" smtClean="0"/>
              <a:t>05/03/2026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7B95-E6F3-9E41-9DD9-E80BDFDD31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474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F5D6-F39F-D449-BF94-7BFE23EC9A71}" type="datetime1">
              <a:rPr lang="fr-FR" smtClean="0"/>
              <a:t>05/03/2026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7B95-E6F3-9E41-9DD9-E80BDFDD31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3918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21949529" y="1714138"/>
            <a:ext cx="6811923" cy="36521916"/>
          </a:xfrm>
        </p:spPr>
        <p:txBody>
          <a:bodyPr vert="eaVert"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513761" y="1714138"/>
            <a:ext cx="19931182" cy="36521916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4E19E-B504-4C4B-B4C2-55F7F6DED638}" type="datetime1">
              <a:rPr lang="fr-FR" smtClean="0"/>
              <a:t>05/03/2026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7B95-E6F3-9E41-9DD9-E80BDFDD31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37688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538A0-9A67-AC4C-91F1-81C206E20709}" type="datetime1">
              <a:rPr lang="fr-FR" smtClean="0"/>
              <a:t>05/03/2026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7B95-E6F3-9E41-9DD9-E80BDFDD31A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8694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513761" y="1714136"/>
            <a:ext cx="27247692" cy="71339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513761" y="9987548"/>
            <a:ext cx="27247692" cy="28248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1513761" y="39672750"/>
            <a:ext cx="7064216" cy="22789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ECDC7-42CE-5D4E-A5B6-833C2B89EC98}" type="datetime1">
              <a:rPr lang="fr-FR" smtClean="0"/>
              <a:t>05/03/2026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0344031" y="39672750"/>
            <a:ext cx="9587151" cy="22789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21697236" y="39672750"/>
            <a:ext cx="7064216" cy="22789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447B95-E6F3-9E41-9DD9-E80BDFDD31A6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ZoneTexte 6"/>
          <p:cNvSpPr txBox="1"/>
          <p:nvPr userDrawn="1"/>
        </p:nvSpPr>
        <p:spPr>
          <a:xfrm>
            <a:off x="8898128" y="-7431816"/>
            <a:ext cx="184731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2520" dirty="0"/>
          </a:p>
        </p:txBody>
      </p:sp>
    </p:spTree>
    <p:extLst>
      <p:ext uri="{BB962C8B-B14F-4D97-AF65-F5344CB8AC3E}">
        <p14:creationId xmlns:p14="http://schemas.microsoft.com/office/powerpoint/2010/main" val="1922126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18" r:id="rId2"/>
    <p:sldLayoutId id="2147483719" r:id="rId3"/>
    <p:sldLayoutId id="2147483726" r:id="rId4"/>
    <p:sldLayoutId id="2147483721" r:id="rId5"/>
    <p:sldLayoutId id="2147483720" r:id="rId6"/>
    <p:sldLayoutId id="2147483722" r:id="rId7"/>
    <p:sldLayoutId id="2147483724" r:id="rId8"/>
    <p:sldLayoutId id="2147483725" r:id="rId9"/>
    <p:sldLayoutId id="2147483727" r:id="rId10"/>
    <p:sldLayoutId id="2147483728" r:id="rId11"/>
    <p:sldLayoutId id="2147483729" r:id="rId12"/>
  </p:sldLayoutIdLst>
  <p:hf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13" Type="http://schemas.openxmlformats.org/officeDocument/2006/relationships/image" Target="../media/image15.emf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5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tmp"/><Relationship Id="rId4" Type="http://schemas.microsoft.com/office/2007/relationships/hdphoto" Target="../media/hdphoto1.wdp"/><Relationship Id="rId9" Type="http://schemas.openxmlformats.org/officeDocument/2006/relationships/image" Target="../media/image11.emf"/><Relationship Id="rId1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0974065-FFEC-4163-83EF-9FD774EAA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546D-BE63-DD4F-B215-3990C2EAC06E}" type="datetime1">
              <a:rPr lang="fr-FR" smtClean="0"/>
              <a:t>05/03/2026</a:t>
            </a:fld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4523A57-D027-4151-9F51-A2177F16D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47B95-E6F3-9E41-9DD9-E80BDFDD31A6}" type="slidenum">
              <a:rPr lang="fr-FR" smtClean="0"/>
              <a:t>1</a:t>
            </a:fld>
            <a:endParaRPr lang="fr-FR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9BC47DE9-F40D-49E6-B953-4DFEB4D1695C}"/>
              </a:ext>
            </a:extLst>
          </p:cNvPr>
          <p:cNvGrpSpPr/>
          <p:nvPr/>
        </p:nvGrpSpPr>
        <p:grpSpPr>
          <a:xfrm>
            <a:off x="5095956" y="9432973"/>
            <a:ext cx="4237751" cy="2447785"/>
            <a:chOff x="20662739" y="6470531"/>
            <a:chExt cx="4237751" cy="2447785"/>
          </a:xfrm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5033DEF9-4406-4AF8-A7DB-5CDBF349B4A1}"/>
                </a:ext>
              </a:extLst>
            </p:cNvPr>
            <p:cNvSpPr txBox="1"/>
            <p:nvPr/>
          </p:nvSpPr>
          <p:spPr>
            <a:xfrm>
              <a:off x="20996729" y="6470531"/>
              <a:ext cx="390376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Sortie 12V vers module ou recharge</a:t>
              </a:r>
            </a:p>
            <a:p>
              <a:r>
                <a:rPr lang="fr-FR" sz="2000" dirty="0"/>
                <a:t>COB-1130 </a:t>
              </a:r>
            </a:p>
          </p:txBody>
        </p:sp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89291E27-E403-45B4-85B9-5CEE0F8C52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3365" t="29952" r="1747" b="16691"/>
            <a:stretch/>
          </p:blipFill>
          <p:spPr>
            <a:xfrm>
              <a:off x="20662739" y="7106409"/>
              <a:ext cx="2543059" cy="1811907"/>
            </a:xfrm>
            <a:prstGeom prst="rect">
              <a:avLst/>
            </a:prstGeom>
          </p:spPr>
        </p:pic>
      </p:grpSp>
      <p:pic>
        <p:nvPicPr>
          <p:cNvPr id="15" name="Image 14">
            <a:extLst>
              <a:ext uri="{FF2B5EF4-FFF2-40B4-BE49-F238E27FC236}">
                <a16:creationId xmlns:a16="http://schemas.microsoft.com/office/drawing/2014/main" id="{27AC0221-78E6-498D-A46E-A21AACBF7D7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22170" t="4230" r="22330" b="4270"/>
          <a:stretch/>
        </p:blipFill>
        <p:spPr>
          <a:xfrm rot="16200000">
            <a:off x="11820539" y="-852660"/>
            <a:ext cx="5308440" cy="10817160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6FDC026C-133B-4B07-9D38-A16A90B7AD3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5550" t="9970" r="17596" b="5544"/>
          <a:stretch/>
        </p:blipFill>
        <p:spPr>
          <a:xfrm>
            <a:off x="19555655" y="2232934"/>
            <a:ext cx="3817095" cy="4823873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79BDE74F-B2A9-4182-BD61-5FA851C092A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5550" t="9970" r="17596" b="5544"/>
          <a:stretch/>
        </p:blipFill>
        <p:spPr>
          <a:xfrm flipH="1">
            <a:off x="5632656" y="2235123"/>
            <a:ext cx="3817095" cy="4823873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481D1A10-807B-4099-A663-AB2719EAB24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227" t="15297" r="23013" b="15814"/>
          <a:stretch/>
        </p:blipFill>
        <p:spPr>
          <a:xfrm>
            <a:off x="519919" y="2050053"/>
            <a:ext cx="5112737" cy="4823874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42DFBF10-E3F7-44D3-9F3E-295A076EA564}"/>
              </a:ext>
            </a:extLst>
          </p:cNvPr>
          <p:cNvSpPr txBox="1"/>
          <p:nvPr/>
        </p:nvSpPr>
        <p:spPr>
          <a:xfrm>
            <a:off x="13084881" y="805708"/>
            <a:ext cx="17892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Enclosure tube</a:t>
            </a:r>
          </a:p>
          <a:p>
            <a:r>
              <a:rPr lang="fr-FR" sz="2000" dirty="0"/>
              <a:t>BR-102649-240</a:t>
            </a:r>
          </a:p>
          <a:p>
            <a:r>
              <a:rPr lang="fr-FR" sz="2000" dirty="0"/>
              <a:t>3’’     24cm</a:t>
            </a:r>
          </a:p>
          <a:p>
            <a:r>
              <a:rPr lang="fr-FR" sz="2000" dirty="0" err="1"/>
              <a:t>Acrylic</a:t>
            </a:r>
            <a:endParaRPr lang="fr-FR" sz="2000" dirty="0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DA120FB0-0B4D-4525-BDF9-FF0D6431094E}"/>
              </a:ext>
            </a:extLst>
          </p:cNvPr>
          <p:cNvGrpSpPr/>
          <p:nvPr/>
        </p:nvGrpSpPr>
        <p:grpSpPr>
          <a:xfrm>
            <a:off x="1347190" y="7905805"/>
            <a:ext cx="3055678" cy="1964127"/>
            <a:chOff x="1582734" y="6944117"/>
            <a:chExt cx="3055678" cy="1964127"/>
          </a:xfrm>
        </p:grpSpPr>
        <p:pic>
          <p:nvPicPr>
            <p:cNvPr id="21" name="Image 20">
              <a:extLst>
                <a:ext uri="{FF2B5EF4-FFF2-40B4-BE49-F238E27FC236}">
                  <a16:creationId xmlns:a16="http://schemas.microsoft.com/office/drawing/2014/main" id="{872EE69F-5D14-4302-AEC2-6E4C5BFFBF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7833" t="31201" r="17271" b="27332"/>
            <a:stretch/>
          </p:blipFill>
          <p:spPr>
            <a:xfrm>
              <a:off x="1888586" y="7151184"/>
              <a:ext cx="2749826" cy="1757060"/>
            </a:xfrm>
            <a:prstGeom prst="rect">
              <a:avLst/>
            </a:prstGeom>
          </p:spPr>
        </p:pic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C46E56FA-740D-45F5-A6B9-9C7899D430A2}"/>
                </a:ext>
              </a:extLst>
            </p:cNvPr>
            <p:cNvSpPr txBox="1"/>
            <p:nvPr/>
          </p:nvSpPr>
          <p:spPr>
            <a:xfrm>
              <a:off x="1582734" y="6944117"/>
              <a:ext cx="20785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Vent</a:t>
              </a:r>
            </a:p>
            <a:p>
              <a:r>
                <a:rPr lang="fr-FR" sz="2000" dirty="0"/>
                <a:t>BR-100783</a:t>
              </a:r>
            </a:p>
          </p:txBody>
        </p:sp>
      </p:grpSp>
      <p:sp>
        <p:nvSpPr>
          <p:cNvPr id="23" name="ZoneTexte 22">
            <a:extLst>
              <a:ext uri="{FF2B5EF4-FFF2-40B4-BE49-F238E27FC236}">
                <a16:creationId xmlns:a16="http://schemas.microsoft.com/office/drawing/2014/main" id="{88EB137C-9B70-4A80-AFD0-4A5A80DD1836}"/>
              </a:ext>
            </a:extLst>
          </p:cNvPr>
          <p:cNvSpPr txBox="1"/>
          <p:nvPr/>
        </p:nvSpPr>
        <p:spPr>
          <a:xfrm>
            <a:off x="798457" y="1516007"/>
            <a:ext cx="132119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End cap</a:t>
            </a:r>
          </a:p>
          <a:p>
            <a:r>
              <a:rPr lang="fr-FR" sz="2000" dirty="0"/>
              <a:t>BR-100630</a:t>
            </a:r>
          </a:p>
          <a:p>
            <a:r>
              <a:rPr lang="fr-FR" sz="2000" dirty="0"/>
              <a:t>3’’</a:t>
            </a:r>
          </a:p>
          <a:p>
            <a:r>
              <a:rPr lang="fr-FR" sz="2000" dirty="0" err="1"/>
              <a:t>Acrylic</a:t>
            </a:r>
            <a:endParaRPr lang="fr-FR" sz="2000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29603BCD-ED31-45E1-8945-2EE09B58A40A}"/>
              </a:ext>
            </a:extLst>
          </p:cNvPr>
          <p:cNvSpPr txBox="1"/>
          <p:nvPr/>
        </p:nvSpPr>
        <p:spPr>
          <a:xfrm>
            <a:off x="23542724" y="1404978"/>
            <a:ext cx="17892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End cap</a:t>
            </a:r>
          </a:p>
          <a:p>
            <a:r>
              <a:rPr lang="fr-FR" sz="2000" dirty="0"/>
              <a:t>BR-100949-004</a:t>
            </a:r>
          </a:p>
          <a:p>
            <a:r>
              <a:rPr lang="fr-FR" sz="2000" dirty="0"/>
              <a:t>3’’</a:t>
            </a:r>
          </a:p>
          <a:p>
            <a:r>
              <a:rPr lang="fr-FR" sz="2000" dirty="0"/>
              <a:t>4 </a:t>
            </a:r>
            <a:r>
              <a:rPr lang="fr-FR" sz="2000" dirty="0" err="1"/>
              <a:t>Holes</a:t>
            </a:r>
            <a:endParaRPr lang="fr-FR" sz="2000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8AC16F50-13E7-433B-8C31-EF2DFC80764E}"/>
              </a:ext>
            </a:extLst>
          </p:cNvPr>
          <p:cNvSpPr txBox="1"/>
          <p:nvPr/>
        </p:nvSpPr>
        <p:spPr>
          <a:xfrm>
            <a:off x="19593485" y="1823783"/>
            <a:ext cx="1321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Flange</a:t>
            </a:r>
            <a:r>
              <a:rPr lang="fr-FR" sz="2000" dirty="0"/>
              <a:t> cap</a:t>
            </a:r>
          </a:p>
          <a:p>
            <a:r>
              <a:rPr lang="fr-FR" sz="2000" dirty="0"/>
              <a:t>BR-100647</a:t>
            </a:r>
          </a:p>
          <a:p>
            <a:r>
              <a:rPr lang="fr-FR" sz="2000" dirty="0"/>
              <a:t>3’’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3DE3D22A-A5E3-4599-8E31-475355771BC8}"/>
              </a:ext>
            </a:extLst>
          </p:cNvPr>
          <p:cNvSpPr txBox="1"/>
          <p:nvPr/>
        </p:nvSpPr>
        <p:spPr>
          <a:xfrm>
            <a:off x="5772206" y="1591924"/>
            <a:ext cx="1321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Flange</a:t>
            </a:r>
            <a:r>
              <a:rPr lang="fr-FR" sz="2000" dirty="0"/>
              <a:t> cap</a:t>
            </a:r>
          </a:p>
          <a:p>
            <a:r>
              <a:rPr lang="fr-FR" sz="2000" dirty="0"/>
              <a:t>BR-100647</a:t>
            </a:r>
          </a:p>
          <a:p>
            <a:r>
              <a:rPr lang="fr-FR" sz="2000" dirty="0"/>
              <a:t>3’’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6195A927-C661-4D9D-8761-24D605D4CE6D}"/>
              </a:ext>
            </a:extLst>
          </p:cNvPr>
          <p:cNvSpPr/>
          <p:nvPr/>
        </p:nvSpPr>
        <p:spPr>
          <a:xfrm>
            <a:off x="759294" y="797111"/>
            <a:ext cx="27975008" cy="11483318"/>
          </a:xfrm>
          <a:prstGeom prst="roundRect">
            <a:avLst>
              <a:gd name="adj" fmla="val 9521"/>
            </a:avLst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513218C1-5B2E-4EF8-AA26-265B48BFC1F5}"/>
              </a:ext>
            </a:extLst>
          </p:cNvPr>
          <p:cNvGrpSpPr/>
          <p:nvPr/>
        </p:nvGrpSpPr>
        <p:grpSpPr>
          <a:xfrm>
            <a:off x="14140295" y="7548917"/>
            <a:ext cx="2715709" cy="3779225"/>
            <a:chOff x="10564913" y="7385135"/>
            <a:chExt cx="2715709" cy="3779225"/>
          </a:xfrm>
        </p:grpSpPr>
        <p:grpSp>
          <p:nvGrpSpPr>
            <p:cNvPr id="29" name="Groupe 28">
              <a:extLst>
                <a:ext uri="{FF2B5EF4-FFF2-40B4-BE49-F238E27FC236}">
                  <a16:creationId xmlns:a16="http://schemas.microsoft.com/office/drawing/2014/main" id="{AB80F7BF-C34A-4E7F-A053-BCC1FCF41B0F}"/>
                </a:ext>
              </a:extLst>
            </p:cNvPr>
            <p:cNvGrpSpPr/>
            <p:nvPr/>
          </p:nvGrpSpPr>
          <p:grpSpPr>
            <a:xfrm>
              <a:off x="10643864" y="9320646"/>
              <a:ext cx="2636758" cy="1843714"/>
              <a:chOff x="19680004" y="6714747"/>
              <a:chExt cx="2636758" cy="1843714"/>
            </a:xfrm>
          </p:grpSpPr>
          <p:pic>
            <p:nvPicPr>
              <p:cNvPr id="33" name="Image 32">
                <a:extLst>
                  <a:ext uri="{FF2B5EF4-FFF2-40B4-BE49-F238E27FC236}">
                    <a16:creationId xmlns:a16="http://schemas.microsoft.com/office/drawing/2014/main" id="{046DE1BA-C2EA-4C57-AC48-DB4C7FFFA0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680004" y="6714747"/>
                <a:ext cx="1597306" cy="1527858"/>
              </a:xfrm>
              <a:prstGeom prst="rect">
                <a:avLst/>
              </a:prstGeom>
            </p:spPr>
          </p:pic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E83D7DEE-0C2C-43BA-B2A7-4A6EB1C563A2}"/>
                  </a:ext>
                </a:extLst>
              </p:cNvPr>
              <p:cNvSpPr txBox="1"/>
              <p:nvPr/>
            </p:nvSpPr>
            <p:spPr>
              <a:xfrm>
                <a:off x="20635468" y="7850575"/>
                <a:ext cx="168129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Locking</a:t>
                </a:r>
                <a:r>
                  <a:rPr lang="fr-FR" sz="2000" dirty="0"/>
                  <a:t> sleeve</a:t>
                </a:r>
              </a:p>
              <a:p>
                <a:r>
                  <a:rPr lang="fr-FR" sz="2000" dirty="0"/>
                  <a:t>COB-1001 </a:t>
                </a:r>
              </a:p>
            </p:txBody>
          </p:sp>
        </p:grpSp>
        <p:grpSp>
          <p:nvGrpSpPr>
            <p:cNvPr id="30" name="Groupe 29">
              <a:extLst>
                <a:ext uri="{FF2B5EF4-FFF2-40B4-BE49-F238E27FC236}">
                  <a16:creationId xmlns:a16="http://schemas.microsoft.com/office/drawing/2014/main" id="{026722C6-5AB9-49BF-9DE8-9022ACE4E427}"/>
                </a:ext>
              </a:extLst>
            </p:cNvPr>
            <p:cNvGrpSpPr/>
            <p:nvPr/>
          </p:nvGrpSpPr>
          <p:grpSpPr>
            <a:xfrm>
              <a:off x="10564913" y="7385135"/>
              <a:ext cx="2370500" cy="1667768"/>
              <a:chOff x="13238576" y="7026154"/>
              <a:chExt cx="2370500" cy="1667768"/>
            </a:xfrm>
          </p:grpSpPr>
          <p:pic>
            <p:nvPicPr>
              <p:cNvPr id="31" name="Image 30">
                <a:extLst>
                  <a:ext uri="{FF2B5EF4-FFF2-40B4-BE49-F238E27FC236}">
                    <a16:creationId xmlns:a16="http://schemas.microsoft.com/office/drawing/2014/main" id="{B4A2C4FB-2E63-44FC-88A7-921528CE86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238576" y="7026154"/>
                <a:ext cx="1736203" cy="1383175"/>
              </a:xfrm>
              <a:prstGeom prst="rect">
                <a:avLst/>
              </a:prstGeom>
            </p:spPr>
          </p:pic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0D8FA734-D301-4110-96F9-ABBE1366617B}"/>
                  </a:ext>
                </a:extLst>
              </p:cNvPr>
              <p:cNvSpPr txBox="1"/>
              <p:nvPr/>
            </p:nvSpPr>
            <p:spPr>
              <a:xfrm>
                <a:off x="14106677" y="7986036"/>
                <a:ext cx="15023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Dummy</a:t>
                </a:r>
                <a:r>
                  <a:rPr lang="fr-FR" sz="2000" dirty="0"/>
                  <a:t> Plug</a:t>
                </a:r>
              </a:p>
              <a:p>
                <a:r>
                  <a:rPr lang="fr-FR" sz="2000" dirty="0"/>
                  <a:t>COB-1002 </a:t>
                </a:r>
              </a:p>
            </p:txBody>
          </p:sp>
        </p:grpSp>
      </p:grpSp>
      <p:pic>
        <p:nvPicPr>
          <p:cNvPr id="35" name="Image 34">
            <a:extLst>
              <a:ext uri="{FF2B5EF4-FFF2-40B4-BE49-F238E27FC236}">
                <a16:creationId xmlns:a16="http://schemas.microsoft.com/office/drawing/2014/main" id="{044FD00D-D45B-4642-B857-3D86501BBBB6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682487" y="1892838"/>
            <a:ext cx="5403287" cy="4985353"/>
          </a:xfrm>
          <a:prstGeom prst="rect">
            <a:avLst/>
          </a:prstGeom>
        </p:spPr>
      </p:pic>
      <p:grpSp>
        <p:nvGrpSpPr>
          <p:cNvPr id="50" name="Groupe 49">
            <a:extLst>
              <a:ext uri="{FF2B5EF4-FFF2-40B4-BE49-F238E27FC236}">
                <a16:creationId xmlns:a16="http://schemas.microsoft.com/office/drawing/2014/main" id="{7715838D-7CB2-496D-A8B6-0AA2737DA264}"/>
              </a:ext>
            </a:extLst>
          </p:cNvPr>
          <p:cNvGrpSpPr/>
          <p:nvPr/>
        </p:nvGrpSpPr>
        <p:grpSpPr>
          <a:xfrm>
            <a:off x="19235373" y="8491731"/>
            <a:ext cx="2357392" cy="1667467"/>
            <a:chOff x="20553941" y="9517733"/>
            <a:chExt cx="2357392" cy="1667467"/>
          </a:xfrm>
        </p:grpSpPr>
        <p:pic>
          <p:nvPicPr>
            <p:cNvPr id="36" name="Image 35">
              <a:extLst>
                <a:ext uri="{FF2B5EF4-FFF2-40B4-BE49-F238E27FC236}">
                  <a16:creationId xmlns:a16="http://schemas.microsoft.com/office/drawing/2014/main" id="{227B7BC6-731A-4733-BFE5-2424FA8A06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2083" t="31957" r="21549" b="27657"/>
            <a:stretch/>
          </p:blipFill>
          <p:spPr>
            <a:xfrm>
              <a:off x="21360002" y="9517733"/>
              <a:ext cx="1551331" cy="1111507"/>
            </a:xfrm>
            <a:prstGeom prst="rect">
              <a:avLst/>
            </a:prstGeom>
          </p:spPr>
        </p:pic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DD295272-C7C9-4DE1-9FAD-3005BCF0C9BE}"/>
                </a:ext>
              </a:extLst>
            </p:cNvPr>
            <p:cNvSpPr txBox="1"/>
            <p:nvPr/>
          </p:nvSpPr>
          <p:spPr>
            <a:xfrm>
              <a:off x="20553941" y="10477314"/>
              <a:ext cx="184698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Bouchon</a:t>
              </a:r>
            </a:p>
            <a:p>
              <a:r>
                <a:rPr lang="fr-FR" sz="2000" dirty="0"/>
                <a:t>BR-100434-010 </a:t>
              </a:r>
            </a:p>
          </p:txBody>
        </p:sp>
      </p:grpSp>
      <p:sp>
        <p:nvSpPr>
          <p:cNvPr id="39" name="ZoneTexte 38">
            <a:extLst>
              <a:ext uri="{FF2B5EF4-FFF2-40B4-BE49-F238E27FC236}">
                <a16:creationId xmlns:a16="http://schemas.microsoft.com/office/drawing/2014/main" id="{60016B23-267B-4B39-B026-6B672A5B79C9}"/>
              </a:ext>
            </a:extLst>
          </p:cNvPr>
          <p:cNvSpPr txBox="1"/>
          <p:nvPr/>
        </p:nvSpPr>
        <p:spPr>
          <a:xfrm>
            <a:off x="2762435" y="20656289"/>
            <a:ext cx="2882520" cy="13572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MagPi</a:t>
            </a:r>
            <a:endParaRPr lang="fr-FR" dirty="0"/>
          </a:p>
        </p:txBody>
      </p:sp>
      <p:graphicFrame>
        <p:nvGraphicFramePr>
          <p:cNvPr id="40" name="Tableau 39">
            <a:extLst>
              <a:ext uri="{FF2B5EF4-FFF2-40B4-BE49-F238E27FC236}">
                <a16:creationId xmlns:a16="http://schemas.microsoft.com/office/drawing/2014/main" id="{0F63E27A-3CEB-48DB-949B-5B2879B0D9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350285"/>
              </p:ext>
            </p:extLst>
          </p:nvPr>
        </p:nvGraphicFramePr>
        <p:xfrm>
          <a:off x="8763000" y="18014834"/>
          <a:ext cx="19424062" cy="100951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53600">
                  <a:extLst>
                    <a:ext uri="{9D8B030D-6E8A-4147-A177-3AD203B41FA5}">
                      <a16:colId xmlns:a16="http://schemas.microsoft.com/office/drawing/2014/main" val="3355680704"/>
                    </a:ext>
                  </a:extLst>
                </a:gridCol>
                <a:gridCol w="8421237">
                  <a:extLst>
                    <a:ext uri="{9D8B030D-6E8A-4147-A177-3AD203B41FA5}">
                      <a16:colId xmlns:a16="http://schemas.microsoft.com/office/drawing/2014/main" val="3579943219"/>
                    </a:ext>
                  </a:extLst>
                </a:gridCol>
                <a:gridCol w="3245685">
                  <a:extLst>
                    <a:ext uri="{9D8B030D-6E8A-4147-A177-3AD203B41FA5}">
                      <a16:colId xmlns:a16="http://schemas.microsoft.com/office/drawing/2014/main" val="4054760956"/>
                    </a:ext>
                  </a:extLst>
                </a:gridCol>
                <a:gridCol w="1403540">
                  <a:extLst>
                    <a:ext uri="{9D8B030D-6E8A-4147-A177-3AD203B41FA5}">
                      <a16:colId xmlns:a16="http://schemas.microsoft.com/office/drawing/2014/main" val="1793435017"/>
                    </a:ext>
                  </a:extLst>
                </a:gridCol>
              </a:tblGrid>
              <a:tr h="1161461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u="none" strike="noStrike" dirty="0">
                          <a:effectLst/>
                        </a:rPr>
                        <a:t>Dénomination </a:t>
                      </a:r>
                      <a:endParaRPr lang="fr-FR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u="none" strike="noStrike">
                          <a:effectLst/>
                        </a:rPr>
                        <a:t>Nomenclature Rov Expert</a:t>
                      </a:r>
                      <a:endParaRPr lang="fr-FR" sz="2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u="none" strike="noStrike">
                          <a:effectLst/>
                        </a:rPr>
                        <a:t>Référence constructeur</a:t>
                      </a:r>
                      <a:endParaRPr lang="fr-FR" sz="2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1" u="none" strike="noStrike" dirty="0">
                          <a:effectLst/>
                        </a:rPr>
                        <a:t>Quantité</a:t>
                      </a:r>
                      <a:endParaRPr lang="fr-FR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99026098"/>
                  </a:ext>
                </a:extLst>
              </a:tr>
              <a:tr h="1161461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>
                          <a:effectLst/>
                        </a:rPr>
                        <a:t>Tube 3’’ Acrylic 24 cm</a:t>
                      </a:r>
                      <a:endParaRPr lang="fr-FR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effectLst/>
                        </a:rPr>
                        <a:t>Watertight Enclosure Tube: 3" Locking Series, Acrylic 240mm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BR-102649-240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u="none" strike="noStrike" dirty="0">
                          <a:effectLst/>
                        </a:rPr>
                        <a:t>1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64151438"/>
                  </a:ext>
                </a:extLst>
              </a:tr>
              <a:tr h="58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>
                          <a:effectLst/>
                        </a:rPr>
                        <a:t>Bride 3’’</a:t>
                      </a:r>
                      <a:endParaRPr lang="fr-FR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O-Ring Flange 3 inches (sealable)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BR-100647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u="none" strike="noStrike">
                          <a:effectLst/>
                        </a:rPr>
                        <a:t>2</a:t>
                      </a:r>
                      <a:endParaRPr lang="fr-FR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75794459"/>
                  </a:ext>
                </a:extLst>
              </a:tr>
              <a:tr h="58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Bouchon bride 4 trous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Aluminum End Cap with 4 Holes (3″ Series)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>
                          <a:effectLst/>
                        </a:rPr>
                        <a:t>BR-100949-004</a:t>
                      </a:r>
                      <a:endParaRPr lang="fr-FR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u="none" strike="noStrike" dirty="0">
                          <a:effectLst/>
                        </a:rPr>
                        <a:t>1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89076038"/>
                  </a:ext>
                </a:extLst>
              </a:tr>
              <a:tr h="58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Hublot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effectLst/>
                        </a:rPr>
                        <a:t>Clear Acrylic End Cap (3″ Series)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>
                          <a:effectLst/>
                        </a:rPr>
                        <a:t>BR-100630</a:t>
                      </a:r>
                      <a:endParaRPr lang="fr-FR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u="none" strike="noStrike">
                          <a:effectLst/>
                        </a:rPr>
                        <a:t>1</a:t>
                      </a:r>
                      <a:endParaRPr lang="fr-FR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03737484"/>
                  </a:ext>
                </a:extLst>
              </a:tr>
              <a:tr h="520044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Vent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M10 Enclosure Vent and Plug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>
                          <a:effectLst/>
                        </a:rPr>
                        <a:t>BR-100783</a:t>
                      </a:r>
                      <a:endParaRPr lang="fr-FR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u="none" strike="noStrike" dirty="0">
                          <a:effectLst/>
                        </a:rPr>
                        <a:t>1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78024461"/>
                  </a:ext>
                </a:extLst>
              </a:tr>
              <a:tr h="656493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Bouchon pour connecteur mâle (partie 1)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Cobalt </a:t>
                      </a:r>
                      <a:r>
                        <a:rPr lang="fr-FR" sz="2800" u="none" strike="noStrike" dirty="0" err="1">
                          <a:effectLst/>
                        </a:rPr>
                        <a:t>Series</a:t>
                      </a:r>
                      <a:r>
                        <a:rPr lang="fr-FR" sz="2800" u="none" strike="noStrike" dirty="0">
                          <a:effectLst/>
                        </a:rPr>
                        <a:t> </a:t>
                      </a:r>
                      <a:r>
                        <a:rPr lang="fr-FR" sz="2800" u="none" strike="noStrike" dirty="0" err="1">
                          <a:effectLst/>
                        </a:rPr>
                        <a:t>Dummy</a:t>
                      </a:r>
                      <a:r>
                        <a:rPr lang="fr-FR" sz="2800" u="none" strike="noStrike" dirty="0">
                          <a:effectLst/>
                        </a:rPr>
                        <a:t> Plug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>
                          <a:effectLst/>
                        </a:rPr>
                        <a:t>COB-1002</a:t>
                      </a:r>
                      <a:endParaRPr lang="fr-FR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u="none" strike="noStrike" dirty="0">
                          <a:effectLst/>
                        </a:rPr>
                        <a:t>2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6662682"/>
                  </a:ext>
                </a:extLst>
              </a:tr>
              <a:tr h="726831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Bouchon pour connecteur mâle (partie 2)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>
                          <a:effectLst/>
                        </a:rPr>
                        <a:t>Cobalt Series Locking Sleeve</a:t>
                      </a:r>
                      <a:endParaRPr lang="fr-FR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>
                          <a:effectLst/>
                        </a:rPr>
                        <a:t>COB-1001</a:t>
                      </a:r>
                      <a:endParaRPr lang="fr-FR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u="none" strike="noStrike" dirty="0">
                          <a:effectLst/>
                        </a:rPr>
                        <a:t>2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17972888"/>
                  </a:ext>
                </a:extLst>
              </a:tr>
              <a:tr h="58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Bouchon pour connecteur femelle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Cobalt Series Dummy Cap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COB-1003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fr-FR" sz="28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87327791"/>
                  </a:ext>
                </a:extLst>
              </a:tr>
              <a:tr h="58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Connecteur mâle 3 pin 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Cobalt 3 pin Bulkhead Connector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>
                          <a:effectLst/>
                        </a:rPr>
                        <a:t>COB-1130</a:t>
                      </a:r>
                      <a:endParaRPr lang="fr-FR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u="none" strike="noStrike" dirty="0">
                          <a:effectLst/>
                        </a:rPr>
                        <a:t>1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73673655"/>
                  </a:ext>
                </a:extLst>
              </a:tr>
              <a:tr h="533077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Connecteur femelle + câble fils nus 3 pin 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effectLst/>
                        </a:rPr>
                        <a:t>Single ended Cable 3 pin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>
                          <a:effectLst/>
                        </a:rPr>
                        <a:t>COB-1231</a:t>
                      </a:r>
                      <a:endParaRPr lang="fr-FR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u="none" strike="noStrike" dirty="0">
                          <a:solidFill>
                            <a:srgbClr val="FFC000"/>
                          </a:solidFill>
                          <a:effectLst/>
                        </a:rPr>
                        <a:t>1</a:t>
                      </a:r>
                      <a:endParaRPr lang="fr-FR" sz="2800" b="0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56325792"/>
                  </a:ext>
                </a:extLst>
              </a:tr>
              <a:tr h="562707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Bouchon M10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WetLink Penetrator Blank (No Hole)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>
                          <a:effectLst/>
                        </a:rPr>
                        <a:t>BR-100434-010</a:t>
                      </a:r>
                      <a:endParaRPr lang="fr-FR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u="none" strike="noStrike" dirty="0">
                          <a:effectLst/>
                        </a:rPr>
                        <a:t>1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19320179"/>
                  </a:ext>
                </a:extLst>
              </a:tr>
              <a:tr h="648390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Connecteur mâle 4 pin 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effectLst/>
                        </a:rPr>
                        <a:t>Cobalt 4 pin Bulkhead Connector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COB-1140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u="none" strike="noStrike" dirty="0">
                          <a:effectLst/>
                        </a:rPr>
                        <a:t>1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90298364"/>
                  </a:ext>
                </a:extLst>
              </a:tr>
              <a:tr h="58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u="none" strike="noStrike" dirty="0">
                          <a:effectLst/>
                        </a:rPr>
                        <a:t>Lumière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r>
                        <a:rPr lang="fr-FR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Lumen </a:t>
                      </a:r>
                      <a:r>
                        <a:rPr lang="fr-FR" sz="2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Subsea</a:t>
                      </a:r>
                      <a:r>
                        <a:rPr lang="fr-FR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1500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BR-100857</a:t>
                      </a:r>
                      <a:endParaRPr lang="fr-F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u="none" strike="noStrike" dirty="0"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fr-FR" sz="28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03042767"/>
                  </a:ext>
                </a:extLst>
              </a:tr>
              <a:tr h="589246"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Connecteur à sertir 4 pin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COB-3140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2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04058721"/>
                  </a:ext>
                </a:extLst>
              </a:tr>
            </a:tbl>
          </a:graphicData>
        </a:graphic>
      </p:graphicFrame>
      <p:grpSp>
        <p:nvGrpSpPr>
          <p:cNvPr id="10" name="Groupe 9">
            <a:extLst>
              <a:ext uri="{FF2B5EF4-FFF2-40B4-BE49-F238E27FC236}">
                <a16:creationId xmlns:a16="http://schemas.microsoft.com/office/drawing/2014/main" id="{CB755E04-A59A-4872-9CD9-10F3C0FCE83A}"/>
              </a:ext>
            </a:extLst>
          </p:cNvPr>
          <p:cNvGrpSpPr/>
          <p:nvPr/>
        </p:nvGrpSpPr>
        <p:grpSpPr>
          <a:xfrm>
            <a:off x="759294" y="12827000"/>
            <a:ext cx="7311439" cy="4699000"/>
            <a:chOff x="759294" y="12827000"/>
            <a:chExt cx="7311439" cy="4699000"/>
          </a:xfrm>
        </p:grpSpPr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658883A9-F893-4296-8895-616A4513E5F5}"/>
                </a:ext>
              </a:extLst>
            </p:cNvPr>
            <p:cNvSpPr txBox="1"/>
            <p:nvPr/>
          </p:nvSpPr>
          <p:spPr>
            <a:xfrm>
              <a:off x="1102043" y="15386083"/>
              <a:ext cx="224664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COB-1231</a:t>
              </a:r>
            </a:p>
            <a:p>
              <a:r>
                <a:rPr lang="fr-FR" sz="2000" dirty="0"/>
                <a:t>3 pin</a:t>
              </a:r>
            </a:p>
            <a:p>
              <a:r>
                <a:rPr lang="fr-FR" sz="2000" dirty="0"/>
                <a:t>1 m de longueur</a:t>
              </a:r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054765FF-4C96-44F3-83A1-DE2AEABDDD92}"/>
                </a:ext>
              </a:extLst>
            </p:cNvPr>
            <p:cNvSpPr txBox="1"/>
            <p:nvPr/>
          </p:nvSpPr>
          <p:spPr>
            <a:xfrm>
              <a:off x="3279544" y="15279245"/>
              <a:ext cx="2246647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200" dirty="0"/>
                <a:t>Cable chargement </a:t>
              </a:r>
            </a:p>
            <a:p>
              <a:r>
                <a:rPr lang="fr-FR" sz="3200" dirty="0"/>
                <a:t>de batterie</a:t>
              </a:r>
            </a:p>
          </p:txBody>
        </p:sp>
        <p:pic>
          <p:nvPicPr>
            <p:cNvPr id="14" name="Image 13">
              <a:extLst>
                <a:ext uri="{FF2B5EF4-FFF2-40B4-BE49-F238E27FC236}">
                  <a16:creationId xmlns:a16="http://schemas.microsoft.com/office/drawing/2014/main" id="{14183DC2-24F4-4F15-8F1A-115ABB9AF4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6562" t="30585" r="5543" b="27280"/>
            <a:stretch/>
          </p:blipFill>
          <p:spPr>
            <a:xfrm>
              <a:off x="2112386" y="13295142"/>
              <a:ext cx="4182619" cy="2005055"/>
            </a:xfrm>
            <a:prstGeom prst="roundRect">
              <a:avLst/>
            </a:prstGeom>
          </p:spPr>
        </p:pic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8FC37C07-AB4C-402B-9610-D95B07E3AF4A}"/>
                </a:ext>
              </a:extLst>
            </p:cNvPr>
            <p:cNvGrpSpPr/>
            <p:nvPr/>
          </p:nvGrpSpPr>
          <p:grpSpPr>
            <a:xfrm>
              <a:off x="6368652" y="14438475"/>
              <a:ext cx="1449499" cy="1723444"/>
              <a:chOff x="22409026" y="19702414"/>
              <a:chExt cx="1449499" cy="1723444"/>
            </a:xfrm>
          </p:grpSpPr>
          <p:pic>
            <p:nvPicPr>
              <p:cNvPr id="42" name="Image 41">
                <a:extLst>
                  <a:ext uri="{FF2B5EF4-FFF2-40B4-BE49-F238E27FC236}">
                    <a16:creationId xmlns:a16="http://schemas.microsoft.com/office/drawing/2014/main" id="{309CE4C8-51CC-4B4B-96C3-DB2D7ABDC7A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t="9838"/>
              <a:stretch/>
            </p:blipFill>
            <p:spPr>
              <a:xfrm>
                <a:off x="22471858" y="20401403"/>
                <a:ext cx="1219007" cy="1024455"/>
              </a:xfrm>
              <a:prstGeom prst="rect">
                <a:avLst/>
              </a:prstGeom>
            </p:spPr>
          </p:pic>
          <p:sp>
            <p:nvSpPr>
              <p:cNvPr id="43" name="ZoneTexte 42">
                <a:extLst>
                  <a:ext uri="{FF2B5EF4-FFF2-40B4-BE49-F238E27FC236}">
                    <a16:creationId xmlns:a16="http://schemas.microsoft.com/office/drawing/2014/main" id="{C1C3D3F1-32C5-48C7-9AF0-F9CD92596E94}"/>
                  </a:ext>
                </a:extLst>
              </p:cNvPr>
              <p:cNvSpPr txBox="1"/>
              <p:nvPr/>
            </p:nvSpPr>
            <p:spPr>
              <a:xfrm>
                <a:off x="22409026" y="19702414"/>
                <a:ext cx="14494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dirty="0" err="1"/>
                  <a:t>Dummy</a:t>
                </a:r>
                <a:r>
                  <a:rPr lang="fr-FR" sz="2000" dirty="0"/>
                  <a:t> Cap</a:t>
                </a:r>
              </a:p>
              <a:p>
                <a:r>
                  <a:rPr lang="fr-FR" sz="2000" dirty="0"/>
                  <a:t>COB-1003</a:t>
                </a:r>
              </a:p>
            </p:txBody>
          </p:sp>
        </p:grp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3467FCF8-7382-483D-8C08-F4CCA8A5D47A}"/>
                </a:ext>
              </a:extLst>
            </p:cNvPr>
            <p:cNvSpPr/>
            <p:nvPr/>
          </p:nvSpPr>
          <p:spPr>
            <a:xfrm>
              <a:off x="759294" y="12827000"/>
              <a:ext cx="7311439" cy="4699000"/>
            </a:xfrm>
            <a:prstGeom prst="roundRect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44" name="Image 43">
            <a:extLst>
              <a:ext uri="{FF2B5EF4-FFF2-40B4-BE49-F238E27FC236}">
                <a16:creationId xmlns:a16="http://schemas.microsoft.com/office/drawing/2014/main" id="{2704BA4A-5F2B-476F-909A-0CDD0950C87A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14871" t="29206" r="26308" b="27645"/>
          <a:stretch/>
        </p:blipFill>
        <p:spPr>
          <a:xfrm>
            <a:off x="9867885" y="13778011"/>
            <a:ext cx="4523314" cy="3318097"/>
          </a:xfrm>
          <a:prstGeom prst="rect">
            <a:avLst/>
          </a:prstGeom>
        </p:spPr>
      </p:pic>
      <p:pic>
        <p:nvPicPr>
          <p:cNvPr id="45" name="Image 44">
            <a:extLst>
              <a:ext uri="{FF2B5EF4-FFF2-40B4-BE49-F238E27FC236}">
                <a16:creationId xmlns:a16="http://schemas.microsoft.com/office/drawing/2014/main" id="{0356A9AC-84E5-490B-86AF-3B36F40130AB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l="16045" t="9967" r="12580" b="10605"/>
          <a:stretch/>
        </p:blipFill>
        <p:spPr>
          <a:xfrm rot="5400000">
            <a:off x="14641421" y="13166654"/>
            <a:ext cx="2708642" cy="3014257"/>
          </a:xfrm>
          <a:prstGeom prst="rect">
            <a:avLst/>
          </a:prstGeom>
        </p:spPr>
      </p:pic>
      <p:sp>
        <p:nvSpPr>
          <p:cNvPr id="46" name="ZoneTexte 45">
            <a:extLst>
              <a:ext uri="{FF2B5EF4-FFF2-40B4-BE49-F238E27FC236}">
                <a16:creationId xmlns:a16="http://schemas.microsoft.com/office/drawing/2014/main" id="{1FA5024E-3299-4E43-8F60-B87A4FBD2312}"/>
              </a:ext>
            </a:extLst>
          </p:cNvPr>
          <p:cNvSpPr txBox="1"/>
          <p:nvPr/>
        </p:nvSpPr>
        <p:spPr>
          <a:xfrm>
            <a:off x="14287413" y="16161919"/>
            <a:ext cx="34166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BR-100857</a:t>
            </a:r>
          </a:p>
          <a:p>
            <a:r>
              <a:rPr lang="fr-FR" sz="2000" dirty="0"/>
              <a:t>Lumen </a:t>
            </a:r>
            <a:r>
              <a:rPr lang="fr-FR" sz="2000" dirty="0" err="1"/>
              <a:t>Subsea</a:t>
            </a:r>
            <a:r>
              <a:rPr lang="fr-FR" sz="2000" dirty="0"/>
              <a:t> 1500</a:t>
            </a:r>
          </a:p>
        </p:txBody>
      </p:sp>
      <p:sp>
        <p:nvSpPr>
          <p:cNvPr id="54" name="Rectangle : coins arrondis 53">
            <a:extLst>
              <a:ext uri="{FF2B5EF4-FFF2-40B4-BE49-F238E27FC236}">
                <a16:creationId xmlns:a16="http://schemas.microsoft.com/office/drawing/2014/main" id="{9315F953-7FB7-4878-8DF3-29BE22392690}"/>
              </a:ext>
            </a:extLst>
          </p:cNvPr>
          <p:cNvSpPr/>
          <p:nvPr/>
        </p:nvSpPr>
        <p:spPr>
          <a:xfrm>
            <a:off x="9544252" y="12651554"/>
            <a:ext cx="8159820" cy="4874445"/>
          </a:xfrm>
          <a:prstGeom prst="roundRect">
            <a:avLst/>
          </a:prstGeom>
          <a:noFill/>
          <a:ln w="28575">
            <a:solidFill>
              <a:srgbClr val="13E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00B050"/>
              </a:solidFill>
            </a:endParaRP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EBE856C6-FB67-4F9F-9EAA-81AFB811BB60}"/>
              </a:ext>
            </a:extLst>
          </p:cNvPr>
          <p:cNvSpPr txBox="1"/>
          <p:nvPr/>
        </p:nvSpPr>
        <p:spPr>
          <a:xfrm>
            <a:off x="652798" y="23262442"/>
            <a:ext cx="765646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/>
              <a:t>En </a:t>
            </a:r>
            <a:r>
              <a:rPr lang="fr-FR" sz="4400" b="1" dirty="0"/>
              <a:t>noir</a:t>
            </a:r>
            <a:r>
              <a:rPr lang="fr-FR" sz="4400" dirty="0"/>
              <a:t> : éléments nécessaires par système KOSMOS</a:t>
            </a:r>
          </a:p>
          <a:p>
            <a:r>
              <a:rPr lang="fr-FR" sz="4400" dirty="0">
                <a:solidFill>
                  <a:srgbClr val="FFC000"/>
                </a:solidFill>
              </a:rPr>
              <a:t>En </a:t>
            </a:r>
            <a:r>
              <a:rPr lang="fr-FR" sz="4400" b="1" dirty="0">
                <a:solidFill>
                  <a:srgbClr val="FFC000"/>
                </a:solidFill>
              </a:rPr>
              <a:t>orange</a:t>
            </a:r>
            <a:r>
              <a:rPr lang="fr-FR" sz="4400" dirty="0">
                <a:solidFill>
                  <a:srgbClr val="FFC000"/>
                </a:solidFill>
              </a:rPr>
              <a:t> </a:t>
            </a:r>
            <a:r>
              <a:rPr lang="fr-FR" sz="4400" dirty="0"/>
              <a:t>: éléments nécessaires par flotte de KOSMOS</a:t>
            </a:r>
          </a:p>
          <a:p>
            <a:r>
              <a:rPr lang="fr-FR" sz="4400" dirty="0"/>
              <a:t>En</a:t>
            </a:r>
            <a:r>
              <a:rPr lang="fr-FR" sz="4400" dirty="0">
                <a:solidFill>
                  <a:srgbClr val="187AAC"/>
                </a:solidFill>
              </a:rPr>
              <a:t> </a:t>
            </a:r>
            <a:r>
              <a:rPr lang="fr-FR" sz="4400" b="1" dirty="0">
                <a:solidFill>
                  <a:srgbClr val="00B050"/>
                </a:solidFill>
              </a:rPr>
              <a:t>vert</a:t>
            </a:r>
            <a:r>
              <a:rPr lang="fr-FR" sz="4400" dirty="0">
                <a:solidFill>
                  <a:srgbClr val="187AAC"/>
                </a:solidFill>
              </a:rPr>
              <a:t> </a:t>
            </a:r>
            <a:r>
              <a:rPr lang="fr-FR" sz="4400" dirty="0"/>
              <a:t>: éléments du caisson lumière</a:t>
            </a:r>
          </a:p>
        </p:txBody>
      </p:sp>
      <p:grpSp>
        <p:nvGrpSpPr>
          <p:cNvPr id="64" name="Groupe 63">
            <a:extLst>
              <a:ext uri="{FF2B5EF4-FFF2-40B4-BE49-F238E27FC236}">
                <a16:creationId xmlns:a16="http://schemas.microsoft.com/office/drawing/2014/main" id="{E8BD6D1F-4F60-4211-9F13-19DCD816A20D}"/>
              </a:ext>
            </a:extLst>
          </p:cNvPr>
          <p:cNvGrpSpPr/>
          <p:nvPr/>
        </p:nvGrpSpPr>
        <p:grpSpPr>
          <a:xfrm>
            <a:off x="10092476" y="8112872"/>
            <a:ext cx="2078514" cy="2134526"/>
            <a:chOff x="10147986" y="7649430"/>
            <a:chExt cx="2078514" cy="2134526"/>
          </a:xfrm>
        </p:grpSpPr>
        <p:pic>
          <p:nvPicPr>
            <p:cNvPr id="65" name="Image 64">
              <a:extLst>
                <a:ext uri="{FF2B5EF4-FFF2-40B4-BE49-F238E27FC236}">
                  <a16:creationId xmlns:a16="http://schemas.microsoft.com/office/drawing/2014/main" id="{C603C618-AD33-4981-8BD4-DEDB7CC955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/>
            <a:srcRect l="27666" b="25718"/>
            <a:stretch/>
          </p:blipFill>
          <p:spPr>
            <a:xfrm flipH="1">
              <a:off x="10147986" y="7649430"/>
              <a:ext cx="2078514" cy="2134526"/>
            </a:xfrm>
            <a:prstGeom prst="rect">
              <a:avLst/>
            </a:prstGeom>
          </p:spPr>
        </p:pic>
        <p:sp>
          <p:nvSpPr>
            <p:cNvPr id="66" name="ZoneTexte 65">
              <a:extLst>
                <a:ext uri="{FF2B5EF4-FFF2-40B4-BE49-F238E27FC236}">
                  <a16:creationId xmlns:a16="http://schemas.microsoft.com/office/drawing/2014/main" id="{3C5DEE45-0D2A-4326-9A93-F019BB854932}"/>
                </a:ext>
              </a:extLst>
            </p:cNvPr>
            <p:cNvSpPr txBox="1"/>
            <p:nvPr/>
          </p:nvSpPr>
          <p:spPr>
            <a:xfrm>
              <a:off x="10739066" y="7812922"/>
              <a:ext cx="128368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COB-1140 </a:t>
              </a:r>
            </a:p>
          </p:txBody>
        </p:sp>
      </p:grpSp>
      <p:sp>
        <p:nvSpPr>
          <p:cNvPr id="67" name="ZoneTexte 66">
            <a:extLst>
              <a:ext uri="{FF2B5EF4-FFF2-40B4-BE49-F238E27FC236}">
                <a16:creationId xmlns:a16="http://schemas.microsoft.com/office/drawing/2014/main" id="{13F67160-C02B-4176-AA1B-220599FF6CB1}"/>
              </a:ext>
            </a:extLst>
          </p:cNvPr>
          <p:cNvSpPr txBox="1"/>
          <p:nvPr/>
        </p:nvSpPr>
        <p:spPr>
          <a:xfrm>
            <a:off x="13337715" y="8717754"/>
            <a:ext cx="1319209" cy="1357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x2</a:t>
            </a:r>
          </a:p>
        </p:txBody>
      </p:sp>
      <p:grpSp>
        <p:nvGrpSpPr>
          <p:cNvPr id="69" name="Groupe 68">
            <a:extLst>
              <a:ext uri="{FF2B5EF4-FFF2-40B4-BE49-F238E27FC236}">
                <a16:creationId xmlns:a16="http://schemas.microsoft.com/office/drawing/2014/main" id="{D2B4990F-BD46-4FB8-ADD0-B0F130020952}"/>
              </a:ext>
            </a:extLst>
          </p:cNvPr>
          <p:cNvGrpSpPr/>
          <p:nvPr/>
        </p:nvGrpSpPr>
        <p:grpSpPr>
          <a:xfrm>
            <a:off x="23542724" y="8240504"/>
            <a:ext cx="2568588" cy="2849802"/>
            <a:chOff x="23873148" y="8689233"/>
            <a:chExt cx="2568588" cy="2849802"/>
          </a:xfrm>
        </p:grpSpPr>
        <p:pic>
          <p:nvPicPr>
            <p:cNvPr id="70" name="Image 69">
              <a:extLst>
                <a:ext uri="{FF2B5EF4-FFF2-40B4-BE49-F238E27FC236}">
                  <a16:creationId xmlns:a16="http://schemas.microsoft.com/office/drawing/2014/main" id="{8F990710-88BB-439A-820C-EE496AC7B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3889311" y="8689233"/>
              <a:ext cx="2078514" cy="2078514"/>
            </a:xfrm>
            <a:prstGeom prst="rect">
              <a:avLst/>
            </a:prstGeom>
          </p:spPr>
        </p:pic>
        <p:sp>
          <p:nvSpPr>
            <p:cNvPr id="72" name="ZoneTexte 71">
              <a:extLst>
                <a:ext uri="{FF2B5EF4-FFF2-40B4-BE49-F238E27FC236}">
                  <a16:creationId xmlns:a16="http://schemas.microsoft.com/office/drawing/2014/main" id="{00ADBD50-8A27-49D2-8BA4-77CADE14E9AE}"/>
                </a:ext>
              </a:extLst>
            </p:cNvPr>
            <p:cNvSpPr txBox="1"/>
            <p:nvPr/>
          </p:nvSpPr>
          <p:spPr>
            <a:xfrm>
              <a:off x="23873148" y="10523372"/>
              <a:ext cx="256858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/>
                <a:t>Clé de fonctionnement</a:t>
              </a:r>
            </a:p>
            <a:p>
              <a:r>
                <a:rPr lang="fr-FR" sz="2000" dirty="0"/>
                <a:t>Connecteur à sertir</a:t>
              </a:r>
            </a:p>
            <a:p>
              <a:r>
                <a:rPr lang="fr-FR" sz="2000" dirty="0"/>
                <a:t>COB-3140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4237553"/>
      </p:ext>
    </p:extLst>
  </p:cSld>
  <p:clrMapOvr>
    <a:masterClrMapping/>
  </p:clrMapOvr>
</p:sld>
</file>

<file path=ppt/theme/theme1.xml><?xml version="1.0" encoding="utf-8"?>
<a:theme xmlns:a="http://schemas.openxmlformats.org/drawingml/2006/main" name="Conception personnalisé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4000</TotalTime>
  <Words>275</Words>
  <Application>Microsoft Office PowerPoint</Application>
  <PresentationFormat>Personnalisé</PresentationFormat>
  <Paragraphs>107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Open Sans</vt:lpstr>
      <vt:lpstr>Open Sans Light</vt:lpstr>
      <vt:lpstr>Conception personnalisée</vt:lpstr>
      <vt:lpstr>Présentation PowerPoint</vt:lpstr>
    </vt:vector>
  </TitlesOfParts>
  <Company>maison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coco coco</dc:creator>
  <cp:lastModifiedBy>Olivier FAUVARQUE</cp:lastModifiedBy>
  <cp:revision>553</cp:revision>
  <cp:lastPrinted>2021-06-15T12:28:49Z</cp:lastPrinted>
  <dcterms:created xsi:type="dcterms:W3CDTF">2017-06-18T13:28:54Z</dcterms:created>
  <dcterms:modified xsi:type="dcterms:W3CDTF">2026-03-05T18:10:21Z</dcterms:modified>
</cp:coreProperties>
</file>