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6"/>
  </p:notesMasterIdLst>
  <p:handoutMasterIdLst>
    <p:handoutMasterId r:id="rId7"/>
  </p:handoutMasterIdLst>
  <p:sldIdLst>
    <p:sldId id="267" r:id="rId2"/>
    <p:sldId id="268" r:id="rId3"/>
    <p:sldId id="270" r:id="rId4"/>
    <p:sldId id="273" r:id="rId5"/>
  </p:sldIdLst>
  <p:sldSz cx="30275213" cy="42803763"/>
  <p:notesSz cx="7104063" cy="10234613"/>
  <p:defaultTextStyle>
    <a:defPPr>
      <a:defRPr lang="fr-FR"/>
    </a:defPPr>
    <a:lvl1pPr marL="0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ROUXEL, Ifremer Brest PDG-REM-RDT-LDCM, 0298224606" initials="JRIBP0" lastIdx="5" clrIdx="0">
    <p:extLst>
      <p:ext uri="{19B8F6BF-5375-455C-9EA6-DF929625EA0E}">
        <p15:presenceInfo xmlns:p15="http://schemas.microsoft.com/office/powerpoint/2012/main" userId="S-1-5-21-500109986-1412980772-1848903544-32164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92D2"/>
    <a:srgbClr val="187AAC"/>
    <a:srgbClr val="6600CC"/>
    <a:srgbClr val="33CCFF"/>
    <a:srgbClr val="FFFFFF"/>
    <a:srgbClr val="13E353"/>
    <a:srgbClr val="E6E6E6"/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68" autoAdjust="0"/>
    <p:restoredTop sz="91080" autoAdjust="0"/>
  </p:normalViewPr>
  <p:slideViewPr>
    <p:cSldViewPr snapToGrid="0" snapToObjects="1">
      <p:cViewPr varScale="1">
        <p:scale>
          <a:sx n="18" d="100"/>
          <a:sy n="18" d="100"/>
        </p:scale>
        <p:origin x="4104" y="326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5C0C46ED-7803-2C4C-B282-9892E322E1CF}" type="datetime1">
              <a:rPr lang="fr-FR" smtClean="0"/>
              <a:t>06/07/2026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24DC5107-9872-B540-9E95-35D9A9A0B4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654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DDC41925-E3E2-B640-90AA-64598CE09C95}" type="datetime1">
              <a:rPr lang="fr-FR" smtClean="0"/>
              <a:t>06/07/2026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95513" y="768350"/>
            <a:ext cx="27130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609DA962-CDD0-7A4D-B4BD-EE12C9A0BD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274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80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97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00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e Pag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z_PPT4garde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354676" cy="42916109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756" y="2485854"/>
            <a:ext cx="6102603" cy="4133802"/>
          </a:xfrm>
          <a:prstGeom prst="rect">
            <a:avLst/>
          </a:prstGeom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1150815" y="13855088"/>
            <a:ext cx="17106542" cy="523220"/>
          </a:xfrm>
        </p:spPr>
        <p:txBody>
          <a:bodyPr wrap="square" anchor="ctr" anchorCtr="0">
            <a:spAutoFit/>
          </a:bodyPr>
          <a:lstStyle>
            <a:lvl1pPr algn="l">
              <a:defRPr sz="2800" b="0" i="0" kern="1200" cap="all" spc="500">
                <a:solidFill>
                  <a:srgbClr val="F3E816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11150815" y="28531220"/>
            <a:ext cx="17106542" cy="369332"/>
          </a:xfr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800" b="0" i="0" kern="1200" cap="all" spc="500" baseline="0">
                <a:solidFill>
                  <a:srgbClr val="F3E816"/>
                </a:solidFill>
                <a:latin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037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SsTitr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29327" y="10708466"/>
            <a:ext cx="25733931" cy="9175067"/>
          </a:xfrm>
        </p:spPr>
        <p:txBody>
          <a:bodyPr/>
          <a:lstStyle>
            <a:lvl1pPr>
              <a:defRPr>
                <a:solidFill>
                  <a:srgbClr val="1B3C80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799968" y="21667018"/>
            <a:ext cx="21192649" cy="10938739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92D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06/07/2026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7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pic>
        <p:nvPicPr>
          <p:cNvPr id="11" name="Image 10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58723" y="3123662"/>
            <a:ext cx="26176209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8723" y="11397082"/>
            <a:ext cx="26176209" cy="26500199"/>
          </a:xfrm>
        </p:spPr>
        <p:txBody>
          <a:bodyPr/>
          <a:lstStyle>
            <a:lvl1pPr marL="0" indent="0">
              <a:buNone/>
              <a:defRPr sz="2800">
                <a:latin typeface="Open Sans"/>
                <a:cs typeface="Open Sans"/>
              </a:defRPr>
            </a:lvl1pPr>
            <a:lvl2pPr marL="457200" indent="0">
              <a:buNone/>
              <a:defRPr sz="2200" b="1" i="0">
                <a:solidFill>
                  <a:srgbClr val="187AAC"/>
                </a:solidFill>
                <a:latin typeface="Open Sans"/>
              </a:defRPr>
            </a:lvl2pPr>
            <a:lvl3pPr marL="712800">
              <a:defRPr sz="2000">
                <a:latin typeface="Open Sans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06/07/2026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83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arti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4v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30493328" cy="4311213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8198" y="15820440"/>
            <a:ext cx="20653969" cy="21480236"/>
          </a:xfrm>
        </p:spPr>
        <p:txBody>
          <a:bodyPr anchor="t" anchorCtr="0"/>
          <a:lstStyle>
            <a:lvl1pPr algn="l">
              <a:defRPr sz="4000" b="0" i="0">
                <a:solidFill>
                  <a:schemeClr val="bg1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098198" y="3931989"/>
            <a:ext cx="8639624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>
                <a:solidFill>
                  <a:srgbClr val="0092D2"/>
                </a:solidFill>
                <a:latin typeface=""/>
              </a:defRPr>
            </a:lvl1pPr>
          </a:lstStyle>
          <a:p>
            <a:fld id="{D2C4B537-1E70-B34C-A4EE-E549A5C45E95}" type="datetime1">
              <a:rPr lang="fr-FR" smtClean="0"/>
              <a:pPr/>
              <a:t>06/07/2026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11638901" y="3931989"/>
            <a:ext cx="8624431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9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75439" y="3001202"/>
            <a:ext cx="26173917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75440" y="11274617"/>
            <a:ext cx="12559871" cy="23561830"/>
          </a:xfrm>
        </p:spPr>
        <p:txBody>
          <a:bodyPr/>
          <a:lstStyle>
            <a:lvl1pPr marL="342900" indent="-342900">
              <a:buFont typeface="Arial"/>
              <a:buChar char="•"/>
              <a:defRPr sz="2500" baseline="0">
                <a:latin typeface="Open Sans"/>
              </a:defRPr>
            </a:lvl1pPr>
            <a:lvl2pPr marL="313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989485" y="11274617"/>
            <a:ext cx="12559871" cy="23561830"/>
          </a:xfrm>
        </p:spPr>
        <p:txBody>
          <a:bodyPr/>
          <a:lstStyle>
            <a:lvl1pPr>
              <a:defRPr sz="2500">
                <a:latin typeface="Open Sans"/>
              </a:defRPr>
            </a:lvl1pPr>
            <a:lvl2pPr marL="349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BD11D91D-1491-D948-B5FF-8107FB11BE15}" type="datetime1">
              <a:rPr lang="fr-FR" smtClean="0"/>
              <a:pPr/>
              <a:t>06/07/2026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8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1534" y="27505383"/>
            <a:ext cx="25733931" cy="85013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1534" y="18142065"/>
            <a:ext cx="25733931" cy="93633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0B34-F1D1-AB4C-9D69-9859871B7704}" type="datetime1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0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2" y="9581307"/>
            <a:ext cx="13376809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3762" y="13574339"/>
            <a:ext cx="13376809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79390" y="9581307"/>
            <a:ext cx="13382065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79390" y="13574339"/>
            <a:ext cx="13382065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E2E43-6FFB-B44E-AD17-BFB64ED72465}" type="datetime1">
              <a:rPr lang="fr-FR" smtClean="0"/>
              <a:t>06/07/2026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06/07/2026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88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3762" y="1704223"/>
            <a:ext cx="9960338" cy="72528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6766" y="1704228"/>
            <a:ext cx="16924687" cy="36531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3762" y="8957088"/>
            <a:ext cx="9960338" cy="292789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5392-5F5C-FA4A-B403-856F43DC1F56}" type="datetime1">
              <a:rPr lang="fr-FR" smtClean="0"/>
              <a:t>06/07/2026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F5D6-F39F-D449-BF94-7BFE23EC9A71}" type="datetime1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91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949529" y="1714138"/>
            <a:ext cx="6811923" cy="36521916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3761" y="1714138"/>
            <a:ext cx="19931182" cy="3652191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E19E-B504-4C4B-B4C2-55F7F6DED638}" type="datetime1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76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538A0-9A67-AC4C-91F1-81C206E20709}" type="datetime1">
              <a:rPr lang="fr-FR" smtClean="0"/>
              <a:t>06/07/2026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69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1" y="9987548"/>
            <a:ext cx="27247692" cy="28248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ECDC7-42CE-5D4E-A5B6-833C2B89EC98}" type="datetime1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898128" y="-7431816"/>
            <a:ext cx="18473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520" dirty="0"/>
          </a:p>
        </p:txBody>
      </p:sp>
    </p:spTree>
    <p:extLst>
      <p:ext uri="{BB962C8B-B14F-4D97-AF65-F5344CB8AC3E}">
        <p14:creationId xmlns:p14="http://schemas.microsoft.com/office/powerpoint/2010/main" val="192212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6" r:id="rId4"/>
    <p:sldLayoutId id="2147483721" r:id="rId5"/>
    <p:sldLayoutId id="2147483720" r:id="rId6"/>
    <p:sldLayoutId id="2147483722" r:id="rId7"/>
    <p:sldLayoutId id="2147483724" r:id="rId8"/>
    <p:sldLayoutId id="2147483725" r:id="rId9"/>
    <p:sldLayoutId id="2147483727" r:id="rId10"/>
    <p:sldLayoutId id="2147483728" r:id="rId11"/>
    <p:sldLayoutId id="2147483729" r:id="rId12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mp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tmp"/><Relationship Id="rId3" Type="http://schemas.openxmlformats.org/officeDocument/2006/relationships/image" Target="../media/image5.png"/><Relationship Id="rId21" Type="http://schemas.openxmlformats.org/officeDocument/2006/relationships/image" Target="../media/image22.tmp"/><Relationship Id="rId7" Type="http://schemas.openxmlformats.org/officeDocument/2006/relationships/image" Target="../media/image8.png"/><Relationship Id="rId12" Type="http://schemas.openxmlformats.org/officeDocument/2006/relationships/image" Target="../media/image13.emf"/><Relationship Id="rId17" Type="http://schemas.openxmlformats.org/officeDocument/2006/relationships/image" Target="../media/image18.tmp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tmp"/><Relationship Id="rId20" Type="http://schemas.openxmlformats.org/officeDocument/2006/relationships/image" Target="../media/image21.tmp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2.emf"/><Relationship Id="rId24" Type="http://schemas.openxmlformats.org/officeDocument/2006/relationships/image" Target="../media/image25.tmp"/><Relationship Id="rId5" Type="http://schemas.openxmlformats.org/officeDocument/2006/relationships/image" Target="../media/image7.png"/><Relationship Id="rId15" Type="http://schemas.openxmlformats.org/officeDocument/2006/relationships/image" Target="../media/image16.tmp"/><Relationship Id="rId23" Type="http://schemas.openxmlformats.org/officeDocument/2006/relationships/image" Target="../media/image24.tmp"/><Relationship Id="rId28" Type="http://schemas.openxmlformats.org/officeDocument/2006/relationships/image" Target="../media/image29.tmp"/><Relationship Id="rId10" Type="http://schemas.openxmlformats.org/officeDocument/2006/relationships/image" Target="../media/image11.png"/><Relationship Id="rId19" Type="http://schemas.openxmlformats.org/officeDocument/2006/relationships/image" Target="../media/image20.tmp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emf"/><Relationship Id="rId22" Type="http://schemas.openxmlformats.org/officeDocument/2006/relationships/image" Target="../media/image23.tmp"/><Relationship Id="rId27" Type="http://schemas.openxmlformats.org/officeDocument/2006/relationships/image" Target="../media/image28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emf"/><Relationship Id="rId18" Type="http://schemas.openxmlformats.org/officeDocument/2006/relationships/image" Target="../media/image23.tmp"/><Relationship Id="rId26" Type="http://schemas.openxmlformats.org/officeDocument/2006/relationships/image" Target="../media/image31.tmp"/><Relationship Id="rId3" Type="http://schemas.openxmlformats.org/officeDocument/2006/relationships/image" Target="../media/image5.png"/><Relationship Id="rId21" Type="http://schemas.openxmlformats.org/officeDocument/2006/relationships/image" Target="../media/image26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22.tmp"/><Relationship Id="rId25" Type="http://schemas.microsoft.com/office/2007/relationships/hdphoto" Target="../media/hdphoto2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tmp"/><Relationship Id="rId20" Type="http://schemas.openxmlformats.org/officeDocument/2006/relationships/image" Target="../media/image25.tmp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3.emf"/><Relationship Id="rId24" Type="http://schemas.openxmlformats.org/officeDocument/2006/relationships/image" Target="../media/image30.png"/><Relationship Id="rId5" Type="http://schemas.openxmlformats.org/officeDocument/2006/relationships/image" Target="../media/image7.png"/><Relationship Id="rId15" Type="http://schemas.openxmlformats.org/officeDocument/2006/relationships/image" Target="../media/image19.png"/><Relationship Id="rId23" Type="http://schemas.openxmlformats.org/officeDocument/2006/relationships/image" Target="../media/image28.tmp"/><Relationship Id="rId10" Type="http://schemas.openxmlformats.org/officeDocument/2006/relationships/image" Target="../media/image12.emf"/><Relationship Id="rId19" Type="http://schemas.openxmlformats.org/officeDocument/2006/relationships/image" Target="../media/image24.tmp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8.tmp"/><Relationship Id="rId22" Type="http://schemas.openxmlformats.org/officeDocument/2006/relationships/image" Target="../media/image27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emf"/><Relationship Id="rId18" Type="http://schemas.openxmlformats.org/officeDocument/2006/relationships/image" Target="../media/image23.tmp"/><Relationship Id="rId26" Type="http://schemas.openxmlformats.org/officeDocument/2006/relationships/image" Target="../media/image32.tmp"/><Relationship Id="rId3" Type="http://schemas.openxmlformats.org/officeDocument/2006/relationships/image" Target="../media/image5.png"/><Relationship Id="rId21" Type="http://schemas.openxmlformats.org/officeDocument/2006/relationships/image" Target="../media/image26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22.tmp"/><Relationship Id="rId25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tmp"/><Relationship Id="rId20" Type="http://schemas.openxmlformats.org/officeDocument/2006/relationships/image" Target="../media/image25.tmp"/><Relationship Id="rId29" Type="http://schemas.openxmlformats.org/officeDocument/2006/relationships/image" Target="../media/image35.tmp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openxmlformats.org/officeDocument/2006/relationships/image" Target="../media/image13.emf"/><Relationship Id="rId24" Type="http://schemas.openxmlformats.org/officeDocument/2006/relationships/image" Target="../media/image30.png"/><Relationship Id="rId5" Type="http://schemas.openxmlformats.org/officeDocument/2006/relationships/image" Target="../media/image7.png"/><Relationship Id="rId15" Type="http://schemas.openxmlformats.org/officeDocument/2006/relationships/image" Target="../media/image19.png"/><Relationship Id="rId23" Type="http://schemas.openxmlformats.org/officeDocument/2006/relationships/image" Target="../media/image28.tmp"/><Relationship Id="rId28" Type="http://schemas.openxmlformats.org/officeDocument/2006/relationships/image" Target="../media/image34.tmp"/><Relationship Id="rId10" Type="http://schemas.openxmlformats.org/officeDocument/2006/relationships/image" Target="../media/image12.emf"/><Relationship Id="rId19" Type="http://schemas.openxmlformats.org/officeDocument/2006/relationships/image" Target="../media/image24.tmp"/><Relationship Id="rId31" Type="http://schemas.openxmlformats.org/officeDocument/2006/relationships/image" Target="../media/image20.tmp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8.tmp"/><Relationship Id="rId22" Type="http://schemas.openxmlformats.org/officeDocument/2006/relationships/image" Target="../media/image27.tmp"/><Relationship Id="rId27" Type="http://schemas.openxmlformats.org/officeDocument/2006/relationships/image" Target="../media/image33.tmp"/><Relationship Id="rId30" Type="http://schemas.openxmlformats.org/officeDocument/2006/relationships/image" Target="../media/image36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38.png"/><Relationship Id="rId18" Type="http://schemas.openxmlformats.org/officeDocument/2006/relationships/image" Target="../media/image17.tmp"/><Relationship Id="rId3" Type="http://schemas.openxmlformats.org/officeDocument/2006/relationships/image" Target="../media/image7.png"/><Relationship Id="rId21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5.emf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22.tmp"/><Relationship Id="rId20" Type="http://schemas.openxmlformats.org/officeDocument/2006/relationships/image" Target="../media/image25.tmp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1.png"/><Relationship Id="rId23" Type="http://schemas.openxmlformats.org/officeDocument/2006/relationships/image" Target="../media/image28.tmp"/><Relationship Id="rId10" Type="http://schemas.openxmlformats.org/officeDocument/2006/relationships/image" Target="../media/image9.tmp"/><Relationship Id="rId19" Type="http://schemas.openxmlformats.org/officeDocument/2006/relationships/image" Target="../media/image40.png"/><Relationship Id="rId4" Type="http://schemas.microsoft.com/office/2007/relationships/hdphoto" Target="../media/hdphoto1.wdp"/><Relationship Id="rId9" Type="http://schemas.openxmlformats.org/officeDocument/2006/relationships/image" Target="../media/image13.emf"/><Relationship Id="rId14" Type="http://schemas.openxmlformats.org/officeDocument/2006/relationships/image" Target="../media/image39.png"/><Relationship Id="rId22" Type="http://schemas.openxmlformats.org/officeDocument/2006/relationships/image" Target="../media/image2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9328323" y="18525421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8882197" y="21777109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339262" y="22172717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19920237" y="22167706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882246" y="10986159"/>
            <a:ext cx="5308440" cy="8751753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852601" y="13421436"/>
            <a:ext cx="3817095" cy="4823873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7174738" y="13423625"/>
            <a:ext cx="3817095" cy="4823873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76770" y="1199421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BR-102649-150</a:t>
            </a:r>
          </a:p>
          <a:p>
            <a:r>
              <a:rPr lang="fr-FR" sz="2000" dirty="0"/>
              <a:t>3’’     15cm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6" name="ZoneTexte 265">
            <a:extLst>
              <a:ext uri="{FF2B5EF4-FFF2-40B4-BE49-F238E27FC236}">
                <a16:creationId xmlns:a16="http://schemas.microsoft.com/office/drawing/2014/main" id="{C3735E67-27B3-446A-A3D0-B33F47C24923}"/>
              </a:ext>
            </a:extLst>
          </p:cNvPr>
          <p:cNvSpPr txBox="1"/>
          <p:nvPr/>
        </p:nvSpPr>
        <p:spPr>
          <a:xfrm>
            <a:off x="23839670" y="1259348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BR-100949-004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4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267" name="ZoneTexte 266">
            <a:extLst>
              <a:ext uri="{FF2B5EF4-FFF2-40B4-BE49-F238E27FC236}">
                <a16:creationId xmlns:a16="http://schemas.microsoft.com/office/drawing/2014/main" id="{43A117C3-E4A9-4B74-8C99-86827A416965}"/>
              </a:ext>
            </a:extLst>
          </p:cNvPr>
          <p:cNvSpPr txBox="1"/>
          <p:nvPr/>
        </p:nvSpPr>
        <p:spPr>
          <a:xfrm>
            <a:off x="19890431" y="13012285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314288" y="12780426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69" name="Rectangle : coins arrondis 268">
            <a:extLst>
              <a:ext uri="{FF2B5EF4-FFF2-40B4-BE49-F238E27FC236}">
                <a16:creationId xmlns:a16="http://schemas.microsoft.com/office/drawing/2014/main" id="{D599B0B9-6FB6-4235-A8F4-172C80AD58F2}"/>
              </a:ext>
            </a:extLst>
          </p:cNvPr>
          <p:cNvSpPr/>
          <p:nvPr/>
        </p:nvSpPr>
        <p:spPr>
          <a:xfrm>
            <a:off x="137160" y="11985613"/>
            <a:ext cx="29687520" cy="9370734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0" name="ZoneTexte 269">
            <a:extLst>
              <a:ext uri="{FF2B5EF4-FFF2-40B4-BE49-F238E27FC236}">
                <a16:creationId xmlns:a16="http://schemas.microsoft.com/office/drawing/2014/main" id="{8680426A-B91A-4971-9BB5-3247182E9E08}"/>
              </a:ext>
            </a:extLst>
          </p:cNvPr>
          <p:cNvSpPr txBox="1"/>
          <p:nvPr/>
        </p:nvSpPr>
        <p:spPr>
          <a:xfrm>
            <a:off x="24229942" y="20141388"/>
            <a:ext cx="39426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batterie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F3A9B659-2085-40C3-8487-88BAFA398F1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99156" y="13366228"/>
            <a:ext cx="4713032" cy="43484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E4E6BF8-40FF-4865-9429-0D0AE0CE4F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1521601" y="-429557"/>
            <a:ext cx="5308440" cy="875175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ABE5F94-58FB-4FF9-8657-534F48C9D7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8660712" y="1623334"/>
            <a:ext cx="3817095" cy="48238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AE151F9-09F2-43B0-A342-3A748177CCF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20455" y="1365697"/>
            <a:ext cx="3817095" cy="4823873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2181728" y="9439403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sp>
        <p:nvSpPr>
          <p:cNvPr id="93" name="ZoneTexte 92">
            <a:extLst>
              <a:ext uri="{FF2B5EF4-FFF2-40B4-BE49-F238E27FC236}">
                <a16:creationId xmlns:a16="http://schemas.microsoft.com/office/drawing/2014/main" id="{DD99287E-3B80-4031-B7C5-4CF86CB88FEA}"/>
              </a:ext>
            </a:extLst>
          </p:cNvPr>
          <p:cNvSpPr txBox="1"/>
          <p:nvPr/>
        </p:nvSpPr>
        <p:spPr>
          <a:xfrm>
            <a:off x="13084881" y="224983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BR-102649-150</a:t>
            </a:r>
          </a:p>
          <a:p>
            <a:r>
              <a:rPr lang="fr-FR" sz="2000" dirty="0"/>
              <a:t>3’’     15cm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F8B6ABC-E2B2-44B3-AFA9-12818DC41DCA}"/>
              </a:ext>
            </a:extLst>
          </p:cNvPr>
          <p:cNvGrpSpPr/>
          <p:nvPr/>
        </p:nvGrpSpPr>
        <p:grpSpPr>
          <a:xfrm>
            <a:off x="1448022" y="6785738"/>
            <a:ext cx="3055678" cy="1964127"/>
            <a:chOff x="1582734" y="6944117"/>
            <a:chExt cx="3055678" cy="1964127"/>
          </a:xfrm>
        </p:grpSpPr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6A76A416-36D4-47AE-88E9-E52FB13C8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B9B2AB85-DB50-4A57-8D0D-0260A951AD37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sp>
        <p:nvSpPr>
          <p:cNvPr id="99" name="ZoneTexte 98">
            <a:extLst>
              <a:ext uri="{FF2B5EF4-FFF2-40B4-BE49-F238E27FC236}">
                <a16:creationId xmlns:a16="http://schemas.microsoft.com/office/drawing/2014/main" id="{724142CB-A955-4811-9F78-A5D96A171C92}"/>
              </a:ext>
            </a:extLst>
          </p:cNvPr>
          <p:cNvSpPr txBox="1"/>
          <p:nvPr/>
        </p:nvSpPr>
        <p:spPr>
          <a:xfrm>
            <a:off x="1148650" y="906407"/>
            <a:ext cx="2313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Dome</a:t>
            </a:r>
            <a:r>
              <a:rPr lang="fr-FR" sz="2000" dirty="0"/>
              <a:t> </a:t>
            </a:r>
            <a:r>
              <a:rPr lang="fr-FR" sz="2000" dirty="0" err="1"/>
              <a:t>optically</a:t>
            </a:r>
            <a:r>
              <a:rPr lang="fr-FR" sz="2000" dirty="0"/>
              <a:t> </a:t>
            </a:r>
            <a:r>
              <a:rPr lang="fr-FR" sz="2000" dirty="0" err="1"/>
              <a:t>clear</a:t>
            </a:r>
            <a:endParaRPr lang="fr-FR" sz="2000" dirty="0"/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BR-101059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47C59E15-34A6-45F7-96A7-92C789F73284}"/>
              </a:ext>
            </a:extLst>
          </p:cNvPr>
          <p:cNvSpPr txBox="1"/>
          <p:nvPr/>
        </p:nvSpPr>
        <p:spPr>
          <a:xfrm>
            <a:off x="18698542" y="1214183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B56B5DEA-9265-46B0-BAF5-08CB4E212708}"/>
              </a:ext>
            </a:extLst>
          </p:cNvPr>
          <p:cNvSpPr txBox="1"/>
          <p:nvPr/>
        </p:nvSpPr>
        <p:spPr>
          <a:xfrm>
            <a:off x="6122399" y="421884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4E238C01-B202-4F54-964E-317C53E03A06}"/>
              </a:ext>
            </a:extLst>
          </p:cNvPr>
          <p:cNvSpPr/>
          <p:nvPr/>
        </p:nvSpPr>
        <p:spPr>
          <a:xfrm>
            <a:off x="759294" y="187511"/>
            <a:ext cx="27975008" cy="11483318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587442CF-E41F-4EDA-B2C5-347524029F3B}"/>
              </a:ext>
            </a:extLst>
          </p:cNvPr>
          <p:cNvSpPr txBox="1"/>
          <p:nvPr/>
        </p:nvSpPr>
        <p:spPr>
          <a:xfrm>
            <a:off x="24437365" y="10093168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vidéo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6238841" y="8743127"/>
            <a:ext cx="2286502" cy="2394542"/>
            <a:chOff x="10147986" y="7389414"/>
            <a:chExt cx="2286502" cy="2394542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85832" y="7389414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4731950" y="7330523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373809" y="24345317"/>
            <a:ext cx="4578686" cy="2316977"/>
            <a:chOff x="17296968" y="8114799"/>
            <a:chExt cx="4578686" cy="2316977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296968" y="8114799"/>
              <a:ext cx="15758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Vers batterie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3813705" y="22344536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DBAB34F3-DF1F-43AA-92FB-553A67FC0837}"/>
              </a:ext>
            </a:extLst>
          </p:cNvPr>
          <p:cNvGrpSpPr/>
          <p:nvPr/>
        </p:nvGrpSpPr>
        <p:grpSpPr>
          <a:xfrm>
            <a:off x="13216224" y="18094613"/>
            <a:ext cx="3484737" cy="3136812"/>
            <a:chOff x="10564913" y="7385135"/>
            <a:chExt cx="3484737" cy="3136812"/>
          </a:xfrm>
        </p:grpSpPr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FE144DB3-A206-4803-9341-45BDD3181764}"/>
                </a:ext>
              </a:extLst>
            </p:cNvPr>
            <p:cNvGrpSpPr/>
            <p:nvPr/>
          </p:nvGrpSpPr>
          <p:grpSpPr>
            <a:xfrm>
              <a:off x="11415529" y="8687134"/>
              <a:ext cx="2634121" cy="1834813"/>
              <a:chOff x="20451669" y="6081235"/>
              <a:chExt cx="2634121" cy="1834813"/>
            </a:xfrm>
          </p:grpSpPr>
          <p:pic>
            <p:nvPicPr>
              <p:cNvPr id="125" name="Image 124">
                <a:extLst>
                  <a:ext uri="{FF2B5EF4-FFF2-40B4-BE49-F238E27FC236}">
                    <a16:creationId xmlns:a16="http://schemas.microsoft.com/office/drawing/2014/main" id="{4756056E-6F5D-4DA6-8490-2D2A9FB2C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51669" y="6081235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5F84F2DE-B150-4E73-BA6C-8183F5216885}"/>
                  </a:ext>
                </a:extLst>
              </p:cNvPr>
              <p:cNvSpPr txBox="1"/>
              <p:nvPr/>
            </p:nvSpPr>
            <p:spPr>
              <a:xfrm>
                <a:off x="21404496" y="7208162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289893C3-85DF-4085-ACCD-2E9B9EF31254}"/>
                </a:ext>
              </a:extLst>
            </p:cNvPr>
            <p:cNvGrpSpPr/>
            <p:nvPr/>
          </p:nvGrpSpPr>
          <p:grpSpPr>
            <a:xfrm>
              <a:off x="10564913" y="7385135"/>
              <a:ext cx="2683770" cy="1383175"/>
              <a:chOff x="13238576" y="7026154"/>
              <a:chExt cx="2683770" cy="1383175"/>
            </a:xfrm>
          </p:grpSpPr>
          <p:pic>
            <p:nvPicPr>
              <p:cNvPr id="123" name="Image 122">
                <a:extLst>
                  <a:ext uri="{FF2B5EF4-FFF2-40B4-BE49-F238E27FC236}">
                    <a16:creationId xmlns:a16="http://schemas.microsoft.com/office/drawing/2014/main" id="{D3D00D75-8B8F-4EDA-B0E7-37FE64BCE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CFB2EDBC-B406-4FB3-B133-809648FDD3DE}"/>
                  </a:ext>
                </a:extLst>
              </p:cNvPr>
              <p:cNvSpPr txBox="1"/>
              <p:nvPr/>
            </p:nvSpPr>
            <p:spPr>
              <a:xfrm>
                <a:off x="14419947" y="769552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6575202" y="27042154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5FB96C5-F717-412C-B77B-36537A603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00371"/>
              </p:ext>
            </p:extLst>
          </p:nvPr>
        </p:nvGraphicFramePr>
        <p:xfrm>
          <a:off x="1471520" y="29448738"/>
          <a:ext cx="14428474" cy="11876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4554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5532735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1850503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1031688">
                  <a:extLst>
                    <a:ext uri="{9D8B030D-6E8A-4147-A177-3AD203B41FA5}">
                      <a16:colId xmlns:a16="http://schemas.microsoft.com/office/drawing/2014/main" val="4219996565"/>
                    </a:ext>
                  </a:extLst>
                </a:gridCol>
                <a:gridCol w="1388994">
                  <a:extLst>
                    <a:ext uri="{9D8B030D-6E8A-4147-A177-3AD203B41FA5}">
                      <a16:colId xmlns:a16="http://schemas.microsoft.com/office/drawing/2014/main" val="3907579341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KOSMOS mono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Maintenance &amp; Outils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3’’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15 cm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Watertight Enclosure Tube: 3" Locking Series, Acrylic 150mm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BR-102649-150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3’’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O-Ring Flange 3 inches (sealable)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BR-100647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7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7 Holes (3″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BR-100949-007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927602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4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4 Holes (3″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BR-100949-004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2360037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0 trou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Aluminum End Cap (3″ Series)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BR-100949-999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2249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Dome optically clear acrylic 3’’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BR-101059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M10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WetLink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Penetrator Blank (No Hole)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BR-100434-010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Presse étoupe 6.5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WLP-M10-6.5MM-HC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BR-100870-165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6930973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Presse étoupe 8.5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WLP-M10-8.5MM-HC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BR-100870-185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097058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femme + câble fils nus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8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COB-1281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43891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152937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Penetrator Plug Wrench - 18 mm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BR-100369-018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092387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685333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9698613"/>
                  </a:ext>
                </a:extLst>
              </a:tr>
            </a:tbl>
          </a:graphicData>
        </a:graphic>
      </p:graphicFrame>
      <p:pic>
        <p:nvPicPr>
          <p:cNvPr id="103" name="Image 102">
            <a:extLst>
              <a:ext uri="{FF2B5EF4-FFF2-40B4-BE49-F238E27FC236}">
                <a16:creationId xmlns:a16="http://schemas.microsoft.com/office/drawing/2014/main" id="{6917E0E5-5434-4B9C-92D8-2DB56A8CB3E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441085" y="2254229"/>
            <a:ext cx="5257811" cy="2505106"/>
          </a:xfrm>
          <a:prstGeom prst="rect">
            <a:avLst/>
          </a:prstGeom>
        </p:spPr>
      </p:pic>
      <p:sp>
        <p:nvSpPr>
          <p:cNvPr id="105" name="ZoneTexte 104">
            <a:extLst>
              <a:ext uri="{FF2B5EF4-FFF2-40B4-BE49-F238E27FC236}">
                <a16:creationId xmlns:a16="http://schemas.microsoft.com/office/drawing/2014/main" id="{60469004-AA9D-42EF-A78A-B7062CDCCB8B}"/>
              </a:ext>
            </a:extLst>
          </p:cNvPr>
          <p:cNvSpPr txBox="1"/>
          <p:nvPr/>
        </p:nvSpPr>
        <p:spPr>
          <a:xfrm>
            <a:off x="23638622" y="42571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BR-100949-007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7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pic>
        <p:nvPicPr>
          <p:cNvPr id="106" name="Image 105">
            <a:extLst>
              <a:ext uri="{FF2B5EF4-FFF2-40B4-BE49-F238E27FC236}">
                <a16:creationId xmlns:a16="http://schemas.microsoft.com/office/drawing/2014/main" id="{9F240892-0317-41D5-9A1A-7598CCCC25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43986" y="1678137"/>
            <a:ext cx="5304858" cy="470050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50315" y="27146840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5184348" y="6591961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0CCBE60-C4C7-43AE-A8FB-1A86D254A226}"/>
              </a:ext>
            </a:extLst>
          </p:cNvPr>
          <p:cNvSpPr/>
          <p:nvPr/>
        </p:nvSpPr>
        <p:spPr>
          <a:xfrm>
            <a:off x="10135587" y="7735931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F89D86AF-E71B-4E72-A9C4-9D76E6A4EE18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53130" y="7452617"/>
            <a:ext cx="3093444" cy="1790401"/>
          </a:xfrm>
          <a:prstGeom prst="rect">
            <a:avLst/>
          </a:prstGeom>
        </p:spPr>
      </p:pic>
      <p:sp>
        <p:nvSpPr>
          <p:cNvPr id="135" name="ZoneTexte 134">
            <a:extLst>
              <a:ext uri="{FF2B5EF4-FFF2-40B4-BE49-F238E27FC236}">
                <a16:creationId xmlns:a16="http://schemas.microsoft.com/office/drawing/2014/main" id="{C453DFD4-1C04-4633-97E1-15F7BCFAF050}"/>
              </a:ext>
            </a:extLst>
          </p:cNvPr>
          <p:cNvSpPr txBox="1"/>
          <p:nvPr/>
        </p:nvSpPr>
        <p:spPr>
          <a:xfrm>
            <a:off x="12699110" y="8079283"/>
            <a:ext cx="1356680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E2A10B30-8AC2-4F72-85AC-5011CCC02BDA}"/>
              </a:ext>
            </a:extLst>
          </p:cNvPr>
          <p:cNvSpPr txBox="1"/>
          <p:nvPr/>
        </p:nvSpPr>
        <p:spPr>
          <a:xfrm>
            <a:off x="16145774" y="8561854"/>
            <a:ext cx="117532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x2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DF54ABA-2E3D-4774-BA9E-EF908C761FD5}"/>
              </a:ext>
            </a:extLst>
          </p:cNvPr>
          <p:cNvGrpSpPr/>
          <p:nvPr/>
        </p:nvGrpSpPr>
        <p:grpSpPr>
          <a:xfrm>
            <a:off x="817151" y="21713352"/>
            <a:ext cx="3983718" cy="3406015"/>
            <a:chOff x="1195011" y="22590458"/>
            <a:chExt cx="3983718" cy="3406015"/>
          </a:xfrm>
        </p:grpSpPr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F461A9C1-B48A-468C-93EB-FF37B5F4C267}"/>
                </a:ext>
              </a:extLst>
            </p:cNvPr>
            <p:cNvGrpSpPr/>
            <p:nvPr/>
          </p:nvGrpSpPr>
          <p:grpSpPr>
            <a:xfrm>
              <a:off x="1195011" y="22590458"/>
              <a:ext cx="3947124" cy="3406015"/>
              <a:chOff x="23841303" y="14816101"/>
              <a:chExt cx="3947124" cy="3406015"/>
            </a:xfrm>
          </p:grpSpPr>
          <p:grpSp>
            <p:nvGrpSpPr>
              <p:cNvPr id="189" name="Groupe 188">
                <a:extLst>
                  <a:ext uri="{FF2B5EF4-FFF2-40B4-BE49-F238E27FC236}">
                    <a16:creationId xmlns:a16="http://schemas.microsoft.com/office/drawing/2014/main" id="{A6A6E8C8-3027-440A-BDB5-AA9D5BE2D33D}"/>
                  </a:ext>
                </a:extLst>
              </p:cNvPr>
              <p:cNvGrpSpPr/>
              <p:nvPr/>
            </p:nvGrpSpPr>
            <p:grpSpPr>
              <a:xfrm>
                <a:off x="23841303" y="14816101"/>
                <a:ext cx="3947124" cy="2762732"/>
                <a:chOff x="23841303" y="14816101"/>
                <a:chExt cx="3947124" cy="2762732"/>
              </a:xfrm>
            </p:grpSpPr>
            <p:sp>
              <p:nvSpPr>
                <p:cNvPr id="191" name="ZoneTexte 190">
                  <a:extLst>
                    <a:ext uri="{FF2B5EF4-FFF2-40B4-BE49-F238E27FC236}">
                      <a16:creationId xmlns:a16="http://schemas.microsoft.com/office/drawing/2014/main" id="{648917DD-DDBB-4422-8566-E6D457618BD2}"/>
                    </a:ext>
                  </a:extLst>
                </p:cNvPr>
                <p:cNvSpPr txBox="1"/>
                <p:nvPr/>
              </p:nvSpPr>
              <p:spPr>
                <a:xfrm>
                  <a:off x="24196421" y="15388243"/>
                  <a:ext cx="2246647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/>
                    <a:t>COB-1281</a:t>
                  </a:r>
                </a:p>
                <a:p>
                  <a:r>
                    <a:rPr lang="fr-FR" sz="2000" dirty="0"/>
                    <a:t>8 pin</a:t>
                  </a:r>
                </a:p>
              </p:txBody>
            </p:sp>
            <p:sp>
              <p:nvSpPr>
                <p:cNvPr id="192" name="Rectangle : coins arrondis 191">
                  <a:extLst>
                    <a:ext uri="{FF2B5EF4-FFF2-40B4-BE49-F238E27FC236}">
                      <a16:creationId xmlns:a16="http://schemas.microsoft.com/office/drawing/2014/main" id="{2CF055B2-097A-4B53-934B-7AB8DEC4C61C}"/>
                    </a:ext>
                  </a:extLst>
                </p:cNvPr>
                <p:cNvSpPr/>
                <p:nvPr/>
              </p:nvSpPr>
              <p:spPr>
                <a:xfrm>
                  <a:off x="23841303" y="14816101"/>
                  <a:ext cx="3947124" cy="2762732"/>
                </a:xfrm>
                <a:prstGeom prst="roundRect">
                  <a:avLst/>
                </a:prstGeom>
                <a:noFill/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90" name="ZoneTexte 189">
                <a:extLst>
                  <a:ext uri="{FF2B5EF4-FFF2-40B4-BE49-F238E27FC236}">
                    <a16:creationId xmlns:a16="http://schemas.microsoft.com/office/drawing/2014/main" id="{0BEAC8ED-0090-4A60-A964-DC8CC28D0AA4}"/>
                  </a:ext>
                </a:extLst>
              </p:cNvPr>
              <p:cNvSpPr txBox="1"/>
              <p:nvPr/>
            </p:nvSpPr>
            <p:spPr>
              <a:xfrm>
                <a:off x="23932970" y="17637341"/>
                <a:ext cx="27438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dirty="0"/>
                  <a:t>Cable Ethernet</a:t>
                </a:r>
              </a:p>
            </p:txBody>
          </p:sp>
        </p:grpSp>
        <p:pic>
          <p:nvPicPr>
            <p:cNvPr id="137" name="Image 136">
              <a:extLst>
                <a:ext uri="{FF2B5EF4-FFF2-40B4-BE49-F238E27FC236}">
                  <a16:creationId xmlns:a16="http://schemas.microsoft.com/office/drawing/2014/main" id="{053B826F-59BD-4759-B629-A0F2DB43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86678" y="22597502"/>
              <a:ext cx="3352115" cy="2388774"/>
            </a:xfrm>
            <a:prstGeom prst="rect">
              <a:avLst/>
            </a:prstGeom>
          </p:spPr>
        </p:pic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575EEAF9-7F03-46A7-9F39-992CE27C497D}"/>
                </a:ext>
              </a:extLst>
            </p:cNvPr>
            <p:cNvGrpSpPr/>
            <p:nvPr/>
          </p:nvGrpSpPr>
          <p:grpSpPr>
            <a:xfrm>
              <a:off x="3696993" y="23443900"/>
              <a:ext cx="1481736" cy="1909289"/>
              <a:chOff x="22012543" y="20406217"/>
              <a:chExt cx="1481736" cy="1909289"/>
            </a:xfrm>
          </p:grpSpPr>
          <p:pic>
            <p:nvPicPr>
              <p:cNvPr id="127" name="Image 126">
                <a:extLst>
                  <a:ext uri="{FF2B5EF4-FFF2-40B4-BE49-F238E27FC236}">
                    <a16:creationId xmlns:a16="http://schemas.microsoft.com/office/drawing/2014/main" id="{1BD8FF75-6C8C-497B-9EAA-0613792DF8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200656" y="21228344"/>
                <a:ext cx="1293623" cy="1087162"/>
              </a:xfrm>
              <a:prstGeom prst="rect">
                <a:avLst/>
              </a:prstGeom>
            </p:spPr>
          </p:pic>
          <p:sp>
            <p:nvSpPr>
              <p:cNvPr id="129" name="ZoneTexte 128">
                <a:extLst>
                  <a:ext uri="{FF2B5EF4-FFF2-40B4-BE49-F238E27FC236}">
                    <a16:creationId xmlns:a16="http://schemas.microsoft.com/office/drawing/2014/main" id="{4B69E492-70D3-43F9-AE17-DB85644D34C7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</p:grpSp>
      <p:pic>
        <p:nvPicPr>
          <p:cNvPr id="150" name="Image 149">
            <a:extLst>
              <a:ext uri="{FF2B5EF4-FFF2-40B4-BE49-F238E27FC236}">
                <a16:creationId xmlns:a16="http://schemas.microsoft.com/office/drawing/2014/main" id="{CB9AD409-3086-4A36-A53C-B17D5C9D2F8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666" b="25718"/>
          <a:stretch/>
        </p:blipFill>
        <p:spPr>
          <a:xfrm flipH="1">
            <a:off x="3049671" y="18271085"/>
            <a:ext cx="2078514" cy="2134526"/>
          </a:xfrm>
          <a:prstGeom prst="rect">
            <a:avLst/>
          </a:prstGeom>
        </p:spPr>
      </p:pic>
      <p:sp>
        <p:nvSpPr>
          <p:cNvPr id="151" name="ZoneTexte 150">
            <a:extLst>
              <a:ext uri="{FF2B5EF4-FFF2-40B4-BE49-F238E27FC236}">
                <a16:creationId xmlns:a16="http://schemas.microsoft.com/office/drawing/2014/main" id="{6089C44B-7B22-4FEF-9EFD-83DCBBD7E14F}"/>
              </a:ext>
            </a:extLst>
          </p:cNvPr>
          <p:cNvSpPr txBox="1"/>
          <p:nvPr/>
        </p:nvSpPr>
        <p:spPr>
          <a:xfrm>
            <a:off x="2205113" y="1916451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Shunt </a:t>
            </a:r>
          </a:p>
          <a:p>
            <a:r>
              <a:rPr lang="fr-FR" sz="2000" dirty="0"/>
              <a:t>COB-1140 </a:t>
            </a:r>
          </a:p>
        </p:txBody>
      </p:sp>
      <p:pic>
        <p:nvPicPr>
          <p:cNvPr id="152" name="Image 151">
            <a:extLst>
              <a:ext uri="{FF2B5EF4-FFF2-40B4-BE49-F238E27FC236}">
                <a16:creationId xmlns:a16="http://schemas.microsoft.com/office/drawing/2014/main" id="{FEE73E31-E2AD-4545-B7B4-98E1C1673B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5853341" y="18943582"/>
            <a:ext cx="2749826" cy="1757060"/>
          </a:xfrm>
          <a:prstGeom prst="rect">
            <a:avLst/>
          </a:prstGeom>
        </p:spPr>
      </p:pic>
      <p:sp>
        <p:nvSpPr>
          <p:cNvPr id="153" name="ZoneTexte 152">
            <a:extLst>
              <a:ext uri="{FF2B5EF4-FFF2-40B4-BE49-F238E27FC236}">
                <a16:creationId xmlns:a16="http://schemas.microsoft.com/office/drawing/2014/main" id="{D5B92259-0C3F-4A0C-9BEC-DF32328C3720}"/>
              </a:ext>
            </a:extLst>
          </p:cNvPr>
          <p:cNvSpPr txBox="1"/>
          <p:nvPr/>
        </p:nvSpPr>
        <p:spPr>
          <a:xfrm>
            <a:off x="5735113" y="18367537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1D7F66B-FCE2-412A-B7AE-19CBBB1193D0}"/>
              </a:ext>
            </a:extLst>
          </p:cNvPr>
          <p:cNvSpPr txBox="1"/>
          <p:nvPr/>
        </p:nvSpPr>
        <p:spPr>
          <a:xfrm>
            <a:off x="15578656" y="18796113"/>
            <a:ext cx="117532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x3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6871606" y="22299128"/>
            <a:ext cx="12458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8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16493894" y="32419605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10390804" y="21956846"/>
            <a:ext cx="5608615" cy="6364817"/>
            <a:chOff x="5738933" y="22452110"/>
            <a:chExt cx="5608615" cy="6364817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0"/>
              <a:ext cx="5210534" cy="5274321"/>
              <a:chOff x="23375478" y="14816100"/>
              <a:chExt cx="5210534" cy="5274321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553847"/>
                <a:ext cx="224664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0"/>
                <a:ext cx="5210534" cy="5274321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38933" y="27739709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CA85B843-58E4-40AD-A947-0EC8655634A9}"/>
                </a:ext>
              </a:extLst>
            </p:cNvPr>
            <p:cNvGrpSpPr/>
            <p:nvPr/>
          </p:nvGrpSpPr>
          <p:grpSpPr>
            <a:xfrm>
              <a:off x="9297010" y="24306321"/>
              <a:ext cx="1449499" cy="1723444"/>
              <a:chOff x="22409026" y="19702414"/>
              <a:chExt cx="1449499" cy="1723444"/>
            </a:xfrm>
          </p:grpSpPr>
          <p:pic>
            <p:nvPicPr>
              <p:cNvPr id="131" name="Image 130">
                <a:extLst>
                  <a:ext uri="{FF2B5EF4-FFF2-40B4-BE49-F238E27FC236}">
                    <a16:creationId xmlns:a16="http://schemas.microsoft.com/office/drawing/2014/main" id="{2B0307CA-34AE-4515-8249-79FA58080A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C079F989-DDCA-4B8E-9EDD-164FB5254D3D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F06A136F-3AD5-46C8-A4DF-6648690FA333}"/>
                </a:ext>
              </a:extLst>
            </p:cNvPr>
            <p:cNvSpPr txBox="1"/>
            <p:nvPr/>
          </p:nvSpPr>
          <p:spPr>
            <a:xfrm>
              <a:off x="9919793" y="257278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4896528" y="24364531"/>
            <a:ext cx="4983130" cy="3920958"/>
            <a:chOff x="14130643" y="21724531"/>
            <a:chExt cx="4983130" cy="392095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036672" y="21767063"/>
              <a:ext cx="3875146" cy="33085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525987"/>
              <a:ext cx="3338480" cy="1575835"/>
              <a:chOff x="22012543" y="19057950"/>
              <a:chExt cx="3338480" cy="1575835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75924" y="19057950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19667541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4130643" y="25060714"/>
              <a:ext cx="48583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442538" y="24550728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19527165" y="24244218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Vers vidéo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19524274" y="26642090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0084C4B6-728E-4FB9-9852-5A8706E8A32E}"/>
              </a:ext>
            </a:extLst>
          </p:cNvPr>
          <p:cNvGrpSpPr/>
          <p:nvPr/>
        </p:nvGrpSpPr>
        <p:grpSpPr>
          <a:xfrm>
            <a:off x="21467434" y="29857550"/>
            <a:ext cx="8642041" cy="9404020"/>
            <a:chOff x="21401608" y="30332275"/>
            <a:chExt cx="8642041" cy="9404020"/>
          </a:xfrm>
        </p:grpSpPr>
        <p:grpSp>
          <p:nvGrpSpPr>
            <p:cNvPr id="149" name="Groupe 148">
              <a:extLst>
                <a:ext uri="{FF2B5EF4-FFF2-40B4-BE49-F238E27FC236}">
                  <a16:creationId xmlns:a16="http://schemas.microsoft.com/office/drawing/2014/main" id="{2598495B-7FA9-43C2-B091-58D462FF6EF1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57" name="Groupe 156">
                <a:extLst>
                  <a:ext uri="{FF2B5EF4-FFF2-40B4-BE49-F238E27FC236}">
                    <a16:creationId xmlns:a16="http://schemas.microsoft.com/office/drawing/2014/main" id="{9B4C58F1-7188-4B72-80BE-4F8C01011143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62" name="Groupe 161">
                  <a:extLst>
                    <a:ext uri="{FF2B5EF4-FFF2-40B4-BE49-F238E27FC236}">
                      <a16:creationId xmlns:a16="http://schemas.microsoft.com/office/drawing/2014/main" id="{9686D9FD-5D73-4255-96B0-10D7A980508E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71" name="ZoneTexte 170">
                    <a:extLst>
                      <a:ext uri="{FF2B5EF4-FFF2-40B4-BE49-F238E27FC236}">
                        <a16:creationId xmlns:a16="http://schemas.microsoft.com/office/drawing/2014/main" id="{E7DC446E-526F-4513-B9EA-26340EB0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77" name="Groupe 176">
                    <a:extLst>
                      <a:ext uri="{FF2B5EF4-FFF2-40B4-BE49-F238E27FC236}">
                        <a16:creationId xmlns:a16="http://schemas.microsoft.com/office/drawing/2014/main" id="{66884D60-2A17-4E81-B5D3-AE8D5703B431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79" name="Image 178">
                      <a:extLst>
                        <a:ext uri="{FF2B5EF4-FFF2-40B4-BE49-F238E27FC236}">
                          <a16:creationId xmlns:a16="http://schemas.microsoft.com/office/drawing/2014/main" id="{6ABFE1A0-C19E-45CE-82D2-436CAF1C9D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4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CE5315CF-B654-45AD-A7D9-695F7FAD9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B9632CA0-42D8-445E-B66A-464938C90577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63" name="ZoneTexte 162">
                  <a:extLst>
                    <a:ext uri="{FF2B5EF4-FFF2-40B4-BE49-F238E27FC236}">
                      <a16:creationId xmlns:a16="http://schemas.microsoft.com/office/drawing/2014/main" id="{E9FBD61C-6ECD-415F-9552-FE896B3DB65B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66" name="Groupe 165">
                  <a:extLst>
                    <a:ext uri="{FF2B5EF4-FFF2-40B4-BE49-F238E27FC236}">
                      <a16:creationId xmlns:a16="http://schemas.microsoft.com/office/drawing/2014/main" id="{65D7EA64-809D-45F3-9EFE-7EF684476A93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69" name="Image 168">
                    <a:extLst>
                      <a:ext uri="{FF2B5EF4-FFF2-40B4-BE49-F238E27FC236}">
                        <a16:creationId xmlns:a16="http://schemas.microsoft.com/office/drawing/2014/main" id="{5CD2ECFD-1C80-4512-A657-3C41EAAD7C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5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6D8C13B2-ED9A-479B-93D3-49AA089FDF8D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59" name="Image 158">
                <a:extLst>
                  <a:ext uri="{FF2B5EF4-FFF2-40B4-BE49-F238E27FC236}">
                    <a16:creationId xmlns:a16="http://schemas.microsoft.com/office/drawing/2014/main" id="{0CDF6089-0CA8-4E78-84A5-919DB18F4A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60" name="ZoneTexte 159">
                <a:extLst>
                  <a:ext uri="{FF2B5EF4-FFF2-40B4-BE49-F238E27FC236}">
                    <a16:creationId xmlns:a16="http://schemas.microsoft.com/office/drawing/2014/main" id="{E6CDB00B-068B-4F93-8435-396DB13BAC5F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56" name="Image 155">
              <a:extLst>
                <a:ext uri="{FF2B5EF4-FFF2-40B4-BE49-F238E27FC236}">
                  <a16:creationId xmlns:a16="http://schemas.microsoft.com/office/drawing/2014/main" id="{721AAD42-7654-4583-BA69-FBC37ED5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B3B86E28-6FB6-4E1D-979A-A08C1BCD922C}"/>
              </a:ext>
            </a:extLst>
          </p:cNvPr>
          <p:cNvSpPr txBox="1"/>
          <p:nvPr/>
        </p:nvSpPr>
        <p:spPr>
          <a:xfrm>
            <a:off x="19793229" y="9226253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83" name="Image 182">
            <a:extLst>
              <a:ext uri="{FF2B5EF4-FFF2-40B4-BE49-F238E27FC236}">
                <a16:creationId xmlns:a16="http://schemas.microsoft.com/office/drawing/2014/main" id="{24031902-4044-47BF-8C3B-D0499BF9F9B4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83981" y="9239595"/>
            <a:ext cx="3461492" cy="1635979"/>
          </a:xfrm>
          <a:prstGeom prst="rect">
            <a:avLst/>
          </a:prstGeom>
        </p:spPr>
      </p:pic>
      <p:grpSp>
        <p:nvGrpSpPr>
          <p:cNvPr id="184" name="Groupe 183">
            <a:extLst>
              <a:ext uri="{FF2B5EF4-FFF2-40B4-BE49-F238E27FC236}">
                <a16:creationId xmlns:a16="http://schemas.microsoft.com/office/drawing/2014/main" id="{179D8F75-E864-4D37-B0B4-7DC1FBA15A04}"/>
              </a:ext>
            </a:extLst>
          </p:cNvPr>
          <p:cNvGrpSpPr/>
          <p:nvPr/>
        </p:nvGrpSpPr>
        <p:grpSpPr>
          <a:xfrm>
            <a:off x="18150619" y="7298833"/>
            <a:ext cx="5074491" cy="2005055"/>
            <a:chOff x="16801163" y="8426721"/>
            <a:chExt cx="5074491" cy="2005055"/>
          </a:xfrm>
        </p:grpSpPr>
        <p:sp>
          <p:nvSpPr>
            <p:cNvPr id="186" name="ZoneTexte 185">
              <a:extLst>
                <a:ext uri="{FF2B5EF4-FFF2-40B4-BE49-F238E27FC236}">
                  <a16:creationId xmlns:a16="http://schemas.microsoft.com/office/drawing/2014/main" id="{53623915-E70E-4458-8302-E2956EC21956}"/>
                </a:ext>
              </a:extLst>
            </p:cNvPr>
            <p:cNvSpPr txBox="1"/>
            <p:nvPr/>
          </p:nvSpPr>
          <p:spPr>
            <a:xfrm>
              <a:off x="16801163" y="8499529"/>
              <a:ext cx="157581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Vers batterie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87" name="Image 186">
              <a:extLst>
                <a:ext uri="{FF2B5EF4-FFF2-40B4-BE49-F238E27FC236}">
                  <a16:creationId xmlns:a16="http://schemas.microsoft.com/office/drawing/2014/main" id="{AB2D3A2F-DDA6-4BB9-8FE2-5D25E5C64D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CCBD8FB1-4DDA-4C61-A1E0-29BFFF7A43A8}"/>
              </a:ext>
            </a:extLst>
          </p:cNvPr>
          <p:cNvGrpSpPr/>
          <p:nvPr/>
        </p:nvGrpSpPr>
        <p:grpSpPr>
          <a:xfrm>
            <a:off x="21868519" y="9025989"/>
            <a:ext cx="1875099" cy="2106479"/>
            <a:chOff x="20888973" y="19163929"/>
            <a:chExt cx="1875099" cy="2106479"/>
          </a:xfrm>
        </p:grpSpPr>
        <p:pic>
          <p:nvPicPr>
            <p:cNvPr id="197" name="Image 196">
              <a:extLst>
                <a:ext uri="{FF2B5EF4-FFF2-40B4-BE49-F238E27FC236}">
                  <a16:creationId xmlns:a16="http://schemas.microsoft.com/office/drawing/2014/main" id="{69FA9F89-48DE-4A78-AA91-AF352DF50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888973" y="19163929"/>
              <a:ext cx="1875099" cy="1575835"/>
            </a:xfrm>
            <a:prstGeom prst="rect">
              <a:avLst/>
            </a:prstGeom>
          </p:spPr>
        </p:pic>
        <p:sp>
          <p:nvSpPr>
            <p:cNvPr id="198" name="ZoneTexte 197">
              <a:extLst>
                <a:ext uri="{FF2B5EF4-FFF2-40B4-BE49-F238E27FC236}">
                  <a16:creationId xmlns:a16="http://schemas.microsoft.com/office/drawing/2014/main" id="{F826F7B7-B127-404F-B9FE-7A31FBF1FC3F}"/>
                </a:ext>
              </a:extLst>
            </p:cNvPr>
            <p:cNvSpPr txBox="1"/>
            <p:nvPr/>
          </p:nvSpPr>
          <p:spPr>
            <a:xfrm>
              <a:off x="21193594" y="20562522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DF8B6295-3A89-4B2A-8C84-E87ADCFD0257}"/>
              </a:ext>
            </a:extLst>
          </p:cNvPr>
          <p:cNvGrpSpPr/>
          <p:nvPr/>
        </p:nvGrpSpPr>
        <p:grpSpPr>
          <a:xfrm>
            <a:off x="18352868" y="18617598"/>
            <a:ext cx="2137506" cy="2225760"/>
            <a:chOff x="20874673" y="6470531"/>
            <a:chExt cx="2137506" cy="1779706"/>
          </a:xfrm>
        </p:grpSpPr>
        <p:sp>
          <p:nvSpPr>
            <p:cNvPr id="214" name="ZoneTexte 213">
              <a:extLst>
                <a:ext uri="{FF2B5EF4-FFF2-40B4-BE49-F238E27FC236}">
                  <a16:creationId xmlns:a16="http://schemas.microsoft.com/office/drawing/2014/main" id="{274C2655-3D03-46A6-8322-8E7D9F58FE13}"/>
                </a:ext>
              </a:extLst>
            </p:cNvPr>
            <p:cNvSpPr txBox="1"/>
            <p:nvPr/>
          </p:nvSpPr>
          <p:spPr>
            <a:xfrm>
              <a:off x="20996729" y="6470531"/>
              <a:ext cx="1971565" cy="566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</a:t>
              </a:r>
              <a:r>
                <a:rPr lang="fr-FR" sz="2000" dirty="0" err="1"/>
                <a:t>video</a:t>
              </a:r>
              <a:endParaRPr lang="fr-FR" sz="2000" dirty="0"/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215" name="Image 214">
              <a:extLst>
                <a:ext uri="{FF2B5EF4-FFF2-40B4-BE49-F238E27FC236}">
                  <a16:creationId xmlns:a16="http://schemas.microsoft.com/office/drawing/2014/main" id="{DC53A01D-7995-44C7-B314-A0D75F0AF3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874673" y="6989508"/>
              <a:ext cx="2137506" cy="1260729"/>
            </a:xfrm>
            <a:prstGeom prst="rect">
              <a:avLst/>
            </a:prstGeom>
          </p:spPr>
        </p:pic>
      </p:grpSp>
      <p:sp>
        <p:nvSpPr>
          <p:cNvPr id="175" name="ZoneTexte 174">
            <a:extLst>
              <a:ext uri="{FF2B5EF4-FFF2-40B4-BE49-F238E27FC236}">
                <a16:creationId xmlns:a16="http://schemas.microsoft.com/office/drawing/2014/main" id="{A9F19352-F829-434F-A16D-61D6C3C460ED}"/>
              </a:ext>
            </a:extLst>
          </p:cNvPr>
          <p:cNvSpPr txBox="1"/>
          <p:nvPr/>
        </p:nvSpPr>
        <p:spPr>
          <a:xfrm>
            <a:off x="2243146" y="12516372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BR-100949-999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Aluminium</a:t>
            </a:r>
          </a:p>
        </p:txBody>
      </p:sp>
      <p:pic>
        <p:nvPicPr>
          <p:cNvPr id="203" name="Image 202">
            <a:extLst>
              <a:ext uri="{FF2B5EF4-FFF2-40B4-BE49-F238E27FC236}">
                <a16:creationId xmlns:a16="http://schemas.microsoft.com/office/drawing/2014/main" id="{3C7E7B14-CE95-47B8-BD1A-2806E3EEE362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7438" y="13182707"/>
            <a:ext cx="5164965" cy="5137491"/>
          </a:xfrm>
          <a:prstGeom prst="rect">
            <a:avLst/>
          </a:prstGeom>
        </p:spPr>
      </p:pic>
      <p:sp>
        <p:nvSpPr>
          <p:cNvPr id="23" name="AutoShape 2" descr="Lumen Subsea Light for ROV/AUV">
            <a:extLst>
              <a:ext uri="{FF2B5EF4-FFF2-40B4-BE49-F238E27FC236}">
                <a16:creationId xmlns:a16="http://schemas.microsoft.com/office/drawing/2014/main" id="{DFABB229-6AA0-4E25-8F78-785CECBE6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41" name="Image 240">
            <a:extLst>
              <a:ext uri="{FF2B5EF4-FFF2-40B4-BE49-F238E27FC236}">
                <a16:creationId xmlns:a16="http://schemas.microsoft.com/office/drawing/2014/main" id="{F4B4FD25-42B4-4EC1-96BA-F6F0A61C87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42131" y="24796594"/>
            <a:ext cx="3318387" cy="1802825"/>
          </a:xfrm>
          <a:prstGeom prst="rect">
            <a:avLst/>
          </a:prstGeom>
        </p:spPr>
      </p:pic>
      <p:sp>
        <p:nvSpPr>
          <p:cNvPr id="245" name="ZoneTexte 244">
            <a:extLst>
              <a:ext uri="{FF2B5EF4-FFF2-40B4-BE49-F238E27FC236}">
                <a16:creationId xmlns:a16="http://schemas.microsoft.com/office/drawing/2014/main" id="{2B4CAB01-9975-4E77-B10E-114BBD2E6F37}"/>
              </a:ext>
            </a:extLst>
          </p:cNvPr>
          <p:cNvSpPr txBox="1"/>
          <p:nvPr/>
        </p:nvSpPr>
        <p:spPr>
          <a:xfrm>
            <a:off x="10686654" y="2440417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EA05684-CFA6-41B3-AD18-D3176F50FA4A}"/>
              </a:ext>
            </a:extLst>
          </p:cNvPr>
          <p:cNvSpPr txBox="1"/>
          <p:nvPr/>
        </p:nvSpPr>
        <p:spPr>
          <a:xfrm>
            <a:off x="16753978" y="39562516"/>
            <a:ext cx="580479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500" b="1" dirty="0"/>
              <a:t>v5 Mono</a:t>
            </a:r>
          </a:p>
        </p:txBody>
      </p:sp>
    </p:spTree>
    <p:extLst>
      <p:ext uri="{BB962C8B-B14F-4D97-AF65-F5344CB8AC3E}">
        <p14:creationId xmlns:p14="http://schemas.microsoft.com/office/powerpoint/2010/main" val="2640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4269028" y="11780743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F461A9C1-B48A-468C-93EB-FF37B5F4C267}"/>
              </a:ext>
            </a:extLst>
          </p:cNvPr>
          <p:cNvGrpSpPr/>
          <p:nvPr/>
        </p:nvGrpSpPr>
        <p:grpSpPr>
          <a:xfrm>
            <a:off x="1688591" y="16939667"/>
            <a:ext cx="3947124" cy="4614991"/>
            <a:chOff x="23841303" y="14816100"/>
            <a:chExt cx="3947124" cy="4614991"/>
          </a:xfrm>
        </p:grpSpPr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A6A6E8C8-3027-440A-BDB5-AA9D5BE2D33D}"/>
                </a:ext>
              </a:extLst>
            </p:cNvPr>
            <p:cNvGrpSpPr/>
            <p:nvPr/>
          </p:nvGrpSpPr>
          <p:grpSpPr>
            <a:xfrm>
              <a:off x="23841303" y="14816100"/>
              <a:ext cx="3947124" cy="4017045"/>
              <a:chOff x="23841303" y="14816100"/>
              <a:chExt cx="3947124" cy="4017045"/>
            </a:xfrm>
          </p:grpSpPr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648917DD-DDBB-4422-8566-E6D457618BD2}"/>
                  </a:ext>
                </a:extLst>
              </p:cNvPr>
              <p:cNvSpPr txBox="1"/>
              <p:nvPr/>
            </p:nvSpPr>
            <p:spPr>
              <a:xfrm>
                <a:off x="23846837" y="17453566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COB-1281</a:t>
                </a:r>
              </a:p>
              <a:p>
                <a:r>
                  <a:rPr lang="fr-FR" sz="2000" dirty="0"/>
                  <a:t>8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92" name="Rectangle : coins arrondis 191">
                <a:extLst>
                  <a:ext uri="{FF2B5EF4-FFF2-40B4-BE49-F238E27FC236}">
                    <a16:creationId xmlns:a16="http://schemas.microsoft.com/office/drawing/2014/main" id="{2CF055B2-097A-4B53-934B-7AB8DEC4C61C}"/>
                  </a:ext>
                </a:extLst>
              </p:cNvPr>
              <p:cNvSpPr/>
              <p:nvPr/>
            </p:nvSpPr>
            <p:spPr>
              <a:xfrm>
                <a:off x="23841303" y="14816100"/>
                <a:ext cx="3947124" cy="4017045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0BEAC8ED-0090-4A60-A964-DC8CC28D0AA4}"/>
                </a:ext>
              </a:extLst>
            </p:cNvPr>
            <p:cNvSpPr txBox="1"/>
            <p:nvPr/>
          </p:nvSpPr>
          <p:spPr>
            <a:xfrm>
              <a:off x="24541187" y="18846316"/>
              <a:ext cx="2743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Ethernet</a:t>
              </a:r>
            </a:p>
          </p:txBody>
        </p:sp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9375777" y="15949337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832842" y="16344945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20413817" y="16339934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165302" y="318459"/>
            <a:ext cx="5794730" cy="9553475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747822" y="2209440"/>
            <a:ext cx="4434555" cy="5604191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21128" y="2253001"/>
            <a:ext cx="4434617" cy="5604269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52939" y="978882"/>
            <a:ext cx="1943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BR-101052-200</a:t>
            </a:r>
          </a:p>
          <a:p>
            <a:r>
              <a:rPr lang="fr-FR" sz="2000" dirty="0"/>
              <a:t>4’’     20 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789915" y="906740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18577196" y="11781750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1F8B6ABC-E2B2-44B3-AFA9-12818DC41DCA}"/>
              </a:ext>
            </a:extLst>
          </p:cNvPr>
          <p:cNvGrpSpPr/>
          <p:nvPr/>
        </p:nvGrpSpPr>
        <p:grpSpPr>
          <a:xfrm>
            <a:off x="18362639" y="8940535"/>
            <a:ext cx="3055678" cy="1964127"/>
            <a:chOff x="1582734" y="6944117"/>
            <a:chExt cx="3055678" cy="1964127"/>
          </a:xfrm>
        </p:grpSpPr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6A76A416-36D4-47AE-88E9-E52FB13C8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B9B2AB85-DB50-4A57-8D0D-0260A951AD37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6015813" y="8782684"/>
            <a:ext cx="2215729" cy="2488469"/>
            <a:chOff x="10147986" y="7295487"/>
            <a:chExt cx="2215729" cy="2488469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2150162" y="9052595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735964" y="18763579"/>
            <a:ext cx="4710111" cy="2070943"/>
            <a:chOff x="17165543" y="8360833"/>
            <a:chExt cx="4710111" cy="2070943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165543" y="8360833"/>
              <a:ext cx="14915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Alim moteur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4307285" y="16516764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7068782" y="21214382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43895" y="21319068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2352350" y="9048957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137" name="Image 136">
            <a:extLst>
              <a:ext uri="{FF2B5EF4-FFF2-40B4-BE49-F238E27FC236}">
                <a16:creationId xmlns:a16="http://schemas.microsoft.com/office/drawing/2014/main" id="{053B826F-59BD-4759-B629-A0F2DB4308DF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80258" y="17153191"/>
            <a:ext cx="3352115" cy="2388774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75EEAF9-7F03-46A7-9F39-992CE27C497D}"/>
              </a:ext>
            </a:extLst>
          </p:cNvPr>
          <p:cNvGrpSpPr/>
          <p:nvPr/>
        </p:nvGrpSpPr>
        <p:grpSpPr>
          <a:xfrm>
            <a:off x="3925100" y="18471536"/>
            <a:ext cx="1481736" cy="1909289"/>
            <a:chOff x="22012543" y="20406217"/>
            <a:chExt cx="1481736" cy="1909289"/>
          </a:xfrm>
        </p:grpSpPr>
        <p:pic>
          <p:nvPicPr>
            <p:cNvPr id="127" name="Image 126">
              <a:extLst>
                <a:ext uri="{FF2B5EF4-FFF2-40B4-BE49-F238E27FC236}">
                  <a16:creationId xmlns:a16="http://schemas.microsoft.com/office/drawing/2014/main" id="{1BD8FF75-6C8C-497B-9EAA-0613792DF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2200656" y="21228344"/>
              <a:ext cx="1293623" cy="1087162"/>
            </a:xfrm>
            <a:prstGeom prst="rect">
              <a:avLst/>
            </a:prstGeom>
          </p:spPr>
        </p:pic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4B69E492-70D3-43F9-AE17-DB85644D34C7}"/>
                </a:ext>
              </a:extLst>
            </p:cNvPr>
            <p:cNvSpPr txBox="1"/>
            <p:nvPr/>
          </p:nvSpPr>
          <p:spPr>
            <a:xfrm>
              <a:off x="22012543" y="20406217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0B014F1-B465-4D88-BCFF-9823BED93C07}"/>
              </a:ext>
            </a:extLst>
          </p:cNvPr>
          <p:cNvGrpSpPr/>
          <p:nvPr/>
        </p:nvGrpSpPr>
        <p:grpSpPr>
          <a:xfrm>
            <a:off x="7978497" y="11538075"/>
            <a:ext cx="2525148" cy="2134526"/>
            <a:chOff x="11440119" y="12515409"/>
            <a:chExt cx="2525148" cy="2134526"/>
          </a:xfrm>
        </p:grpSpPr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CB9AD409-3086-4A36-A53C-B17D5C9D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089C44B-7B22-4FEF-9EFD-83DCBBD7E14F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7276695" y="16471356"/>
            <a:ext cx="713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8595630" y="26167483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7181473" y="16699312"/>
            <a:ext cx="5608615" cy="5723711"/>
            <a:chOff x="5711424" y="22452111"/>
            <a:chExt cx="5608615" cy="5723711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1"/>
              <a:ext cx="5210534" cy="4515070"/>
              <a:chOff x="23375478" y="14816101"/>
              <a:chExt cx="5210534" cy="4515070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413171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1"/>
                <a:ext cx="5210534" cy="4515070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11424" y="27098604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CA85B843-58E4-40AD-A947-0EC8655634A9}"/>
                </a:ext>
              </a:extLst>
            </p:cNvPr>
            <p:cNvGrpSpPr/>
            <p:nvPr/>
          </p:nvGrpSpPr>
          <p:grpSpPr>
            <a:xfrm>
              <a:off x="9297010" y="24306321"/>
              <a:ext cx="1449499" cy="1723444"/>
              <a:chOff x="22409026" y="19702414"/>
              <a:chExt cx="1449499" cy="1723444"/>
            </a:xfrm>
          </p:grpSpPr>
          <p:pic>
            <p:nvPicPr>
              <p:cNvPr id="131" name="Image 130">
                <a:extLst>
                  <a:ext uri="{FF2B5EF4-FFF2-40B4-BE49-F238E27FC236}">
                    <a16:creationId xmlns:a16="http://schemas.microsoft.com/office/drawing/2014/main" id="{2B0307CA-34AE-4515-8249-79FA58080A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C079F989-DDCA-4B8E-9EDD-164FB5254D3D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F06A136F-3AD5-46C8-A4DF-6648690FA333}"/>
                </a:ext>
              </a:extLst>
            </p:cNvPr>
            <p:cNvSpPr txBox="1"/>
            <p:nvPr/>
          </p:nvSpPr>
          <p:spPr>
            <a:xfrm>
              <a:off x="9919793" y="257278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14034126" y="17385236"/>
            <a:ext cx="4632606" cy="4611598"/>
            <a:chOff x="15154929" y="21651325"/>
            <a:chExt cx="4632606" cy="461159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36118" y="18722956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20554545" y="18554027"/>
            <a:ext cx="1634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Signal moteur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20017854" y="20814318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0084C4B6-728E-4FB9-9852-5A8706E8A32E}"/>
              </a:ext>
            </a:extLst>
          </p:cNvPr>
          <p:cNvGrpSpPr/>
          <p:nvPr/>
        </p:nvGrpSpPr>
        <p:grpSpPr>
          <a:xfrm>
            <a:off x="19261647" y="25020748"/>
            <a:ext cx="8642041" cy="9404020"/>
            <a:chOff x="21401608" y="30332275"/>
            <a:chExt cx="8642041" cy="9404020"/>
          </a:xfrm>
        </p:grpSpPr>
        <p:grpSp>
          <p:nvGrpSpPr>
            <p:cNvPr id="149" name="Groupe 148">
              <a:extLst>
                <a:ext uri="{FF2B5EF4-FFF2-40B4-BE49-F238E27FC236}">
                  <a16:creationId xmlns:a16="http://schemas.microsoft.com/office/drawing/2014/main" id="{2598495B-7FA9-43C2-B091-58D462FF6EF1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57" name="Groupe 156">
                <a:extLst>
                  <a:ext uri="{FF2B5EF4-FFF2-40B4-BE49-F238E27FC236}">
                    <a16:creationId xmlns:a16="http://schemas.microsoft.com/office/drawing/2014/main" id="{9B4C58F1-7188-4B72-80BE-4F8C01011143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62" name="Groupe 161">
                  <a:extLst>
                    <a:ext uri="{FF2B5EF4-FFF2-40B4-BE49-F238E27FC236}">
                      <a16:creationId xmlns:a16="http://schemas.microsoft.com/office/drawing/2014/main" id="{9686D9FD-5D73-4255-96B0-10D7A980508E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71" name="ZoneTexte 170">
                    <a:extLst>
                      <a:ext uri="{FF2B5EF4-FFF2-40B4-BE49-F238E27FC236}">
                        <a16:creationId xmlns:a16="http://schemas.microsoft.com/office/drawing/2014/main" id="{E7DC446E-526F-4513-B9EA-26340EB0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77" name="Groupe 176">
                    <a:extLst>
                      <a:ext uri="{FF2B5EF4-FFF2-40B4-BE49-F238E27FC236}">
                        <a16:creationId xmlns:a16="http://schemas.microsoft.com/office/drawing/2014/main" id="{66884D60-2A17-4E81-B5D3-AE8D5703B431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79" name="Image 178">
                      <a:extLst>
                        <a:ext uri="{FF2B5EF4-FFF2-40B4-BE49-F238E27FC236}">
                          <a16:creationId xmlns:a16="http://schemas.microsoft.com/office/drawing/2014/main" id="{6ABFE1A0-C19E-45CE-82D2-436CAF1C9D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CE5315CF-B654-45AD-A7D9-695F7FAD9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B9632CA0-42D8-445E-B66A-464938C90577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63" name="ZoneTexte 162">
                  <a:extLst>
                    <a:ext uri="{FF2B5EF4-FFF2-40B4-BE49-F238E27FC236}">
                      <a16:creationId xmlns:a16="http://schemas.microsoft.com/office/drawing/2014/main" id="{E9FBD61C-6ECD-415F-9552-FE896B3DB65B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66" name="Groupe 165">
                  <a:extLst>
                    <a:ext uri="{FF2B5EF4-FFF2-40B4-BE49-F238E27FC236}">
                      <a16:creationId xmlns:a16="http://schemas.microsoft.com/office/drawing/2014/main" id="{65D7EA64-809D-45F3-9EFE-7EF684476A93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69" name="Image 168">
                    <a:extLst>
                      <a:ext uri="{FF2B5EF4-FFF2-40B4-BE49-F238E27FC236}">
                        <a16:creationId xmlns:a16="http://schemas.microsoft.com/office/drawing/2014/main" id="{5CD2ECFD-1C80-4512-A657-3C41EAAD7C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1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6D8C13B2-ED9A-479B-93D3-49AA089FDF8D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59" name="Image 158">
                <a:extLst>
                  <a:ext uri="{FF2B5EF4-FFF2-40B4-BE49-F238E27FC236}">
                    <a16:creationId xmlns:a16="http://schemas.microsoft.com/office/drawing/2014/main" id="{0CDF6089-0CA8-4E78-84A5-919DB18F4A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60" name="ZoneTexte 159">
                <a:extLst>
                  <a:ext uri="{FF2B5EF4-FFF2-40B4-BE49-F238E27FC236}">
                    <a16:creationId xmlns:a16="http://schemas.microsoft.com/office/drawing/2014/main" id="{E6CDB00B-068B-4F93-8435-396DB13BAC5F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56" name="Image 155">
              <a:extLst>
                <a:ext uri="{FF2B5EF4-FFF2-40B4-BE49-F238E27FC236}">
                  <a16:creationId xmlns:a16="http://schemas.microsoft.com/office/drawing/2014/main" id="{721AAD42-7654-4583-BA69-FBC37ED5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8A4E8E52-F4D1-4DCC-A663-FB0CB397DEA6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65178" y="2455391"/>
            <a:ext cx="5881947" cy="5279613"/>
          </a:xfrm>
          <a:prstGeom prst="rect">
            <a:avLst/>
          </a:prstGeom>
        </p:spPr>
      </p:pic>
      <p:sp>
        <p:nvSpPr>
          <p:cNvPr id="237" name="ZoneTexte 236">
            <a:extLst>
              <a:ext uri="{FF2B5EF4-FFF2-40B4-BE49-F238E27FC236}">
                <a16:creationId xmlns:a16="http://schemas.microsoft.com/office/drawing/2014/main" id="{4087B970-6A08-426E-A7FE-79B71FF4790A}"/>
              </a:ext>
            </a:extLst>
          </p:cNvPr>
          <p:cNvSpPr txBox="1"/>
          <p:nvPr/>
        </p:nvSpPr>
        <p:spPr>
          <a:xfrm>
            <a:off x="669057" y="1689411"/>
            <a:ext cx="1943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BR-102993-998</a:t>
            </a:r>
            <a:endParaRPr lang="fr-FR" sz="2000" dirty="0"/>
          </a:p>
          <a:p>
            <a:r>
              <a:rPr lang="fr-FR" sz="2000" dirty="0"/>
              <a:t>4’’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4C20FEB8-3FDC-44D9-9026-E67FC9E95096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2770"/>
          <a:stretch/>
        </p:blipFill>
        <p:spPr>
          <a:xfrm>
            <a:off x="24552824" y="1949069"/>
            <a:ext cx="5586813" cy="5410669"/>
          </a:xfrm>
          <a:prstGeom prst="rect">
            <a:avLst/>
          </a:prstGeom>
        </p:spPr>
      </p:pic>
      <p:sp>
        <p:nvSpPr>
          <p:cNvPr id="238" name="ZoneTexte 237">
            <a:extLst>
              <a:ext uri="{FF2B5EF4-FFF2-40B4-BE49-F238E27FC236}">
                <a16:creationId xmlns:a16="http://schemas.microsoft.com/office/drawing/2014/main" id="{57A94DB6-93E9-4727-839D-778AC0E6B8AE}"/>
              </a:ext>
            </a:extLst>
          </p:cNvPr>
          <p:cNvSpPr txBox="1"/>
          <p:nvPr/>
        </p:nvSpPr>
        <p:spPr>
          <a:xfrm>
            <a:off x="25237456" y="1286658"/>
            <a:ext cx="2409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5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BR-102993-005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9" name="ZoneTexte 238">
            <a:extLst>
              <a:ext uri="{FF2B5EF4-FFF2-40B4-BE49-F238E27FC236}">
                <a16:creationId xmlns:a16="http://schemas.microsoft.com/office/drawing/2014/main" id="{6C32C6C4-06D0-4CC9-A3FB-923883182569}"/>
              </a:ext>
            </a:extLst>
          </p:cNvPr>
          <p:cNvSpPr txBox="1"/>
          <p:nvPr/>
        </p:nvSpPr>
        <p:spPr>
          <a:xfrm>
            <a:off x="20179313" y="1286658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A4E65806-927C-4212-9F3B-D45FFAE56625}"/>
              </a:ext>
            </a:extLst>
          </p:cNvPr>
          <p:cNvSpPr txBox="1"/>
          <p:nvPr/>
        </p:nvSpPr>
        <p:spPr>
          <a:xfrm>
            <a:off x="14253900" y="10318131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14E0661-4B39-470B-9555-B46850F708F5}"/>
              </a:ext>
            </a:extLst>
          </p:cNvPr>
          <p:cNvCxnSpPr>
            <a:cxnSpLocks/>
          </p:cNvCxnSpPr>
          <p:nvPr/>
        </p:nvCxnSpPr>
        <p:spPr>
          <a:xfrm flipV="1">
            <a:off x="26153666" y="4574192"/>
            <a:ext cx="1384133" cy="49745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1ED9B008-799C-493F-8625-8366634152C5}"/>
              </a:ext>
            </a:extLst>
          </p:cNvPr>
          <p:cNvSpPr txBox="1"/>
          <p:nvPr/>
        </p:nvSpPr>
        <p:spPr>
          <a:xfrm>
            <a:off x="24677124" y="9354658"/>
            <a:ext cx="48158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Percer un trou supplémentaire  en M10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DA450FEA-3C87-4FC3-88C0-20913D1FCD57}"/>
              </a:ext>
            </a:extLst>
          </p:cNvPr>
          <p:cNvSpPr/>
          <p:nvPr/>
        </p:nvSpPr>
        <p:spPr>
          <a:xfrm>
            <a:off x="135576" y="651638"/>
            <a:ext cx="29945839" cy="1351997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3769F0DB-E2FF-4B4D-B53A-90F658FD1906}"/>
              </a:ext>
            </a:extLst>
          </p:cNvPr>
          <p:cNvSpPr txBox="1"/>
          <p:nvPr/>
        </p:nvSpPr>
        <p:spPr>
          <a:xfrm>
            <a:off x="23091974" y="13251517"/>
            <a:ext cx="591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Caisson vidéo/batterie</a:t>
            </a:r>
          </a:p>
        </p:txBody>
      </p:sp>
      <p:pic>
        <p:nvPicPr>
          <p:cNvPr id="107" name="Image 106">
            <a:extLst>
              <a:ext uri="{FF2B5EF4-FFF2-40B4-BE49-F238E27FC236}">
                <a16:creationId xmlns:a16="http://schemas.microsoft.com/office/drawing/2014/main" id="{6567D8D8-FDE0-4EE2-B5F0-2AA044658B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9892" y="19209444"/>
            <a:ext cx="3318387" cy="1802825"/>
          </a:xfrm>
          <a:prstGeom prst="rect">
            <a:avLst/>
          </a:prstGeom>
        </p:spPr>
      </p:pic>
      <p:sp>
        <p:nvSpPr>
          <p:cNvPr id="108" name="ZoneTexte 107">
            <a:extLst>
              <a:ext uri="{FF2B5EF4-FFF2-40B4-BE49-F238E27FC236}">
                <a16:creationId xmlns:a16="http://schemas.microsoft.com/office/drawing/2014/main" id="{B878685D-7E0E-4834-B592-804B099FFFA9}"/>
              </a:ext>
            </a:extLst>
          </p:cNvPr>
          <p:cNvSpPr txBox="1"/>
          <p:nvPr/>
        </p:nvSpPr>
        <p:spPr>
          <a:xfrm>
            <a:off x="7821507" y="18563741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C176FC3D-D5CE-4AC5-AE85-F503D23A5CC9}"/>
              </a:ext>
            </a:extLst>
          </p:cNvPr>
          <p:cNvSpPr txBox="1"/>
          <p:nvPr/>
        </p:nvSpPr>
        <p:spPr>
          <a:xfrm>
            <a:off x="3818742" y="32443724"/>
            <a:ext cx="1142652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v3.5 mono</a:t>
            </a:r>
          </a:p>
        </p:txBody>
      </p:sp>
    </p:spTree>
    <p:extLst>
      <p:ext uri="{BB962C8B-B14F-4D97-AF65-F5344CB8AC3E}">
        <p14:creationId xmlns:p14="http://schemas.microsoft.com/office/powerpoint/2010/main" val="347984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BAB40DD0-10F9-4001-91E5-034E84290508}"/>
              </a:ext>
            </a:extLst>
          </p:cNvPr>
          <p:cNvGrpSpPr/>
          <p:nvPr/>
        </p:nvGrpSpPr>
        <p:grpSpPr>
          <a:xfrm>
            <a:off x="3069229" y="11309836"/>
            <a:ext cx="2543059" cy="2447785"/>
            <a:chOff x="20662739" y="6470531"/>
            <a:chExt cx="2543059" cy="2447785"/>
          </a:xfrm>
        </p:grpSpPr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B3D4C98D-36CB-48CA-A697-3E2BAD7A6A51}"/>
                </a:ext>
              </a:extLst>
            </p:cNvPr>
            <p:cNvSpPr txBox="1"/>
            <p:nvPr/>
          </p:nvSpPr>
          <p:spPr>
            <a:xfrm>
              <a:off x="20996729" y="6470531"/>
              <a:ext cx="21755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5-12 V vers moteur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174" name="Image 173">
              <a:extLst>
                <a:ext uri="{FF2B5EF4-FFF2-40B4-BE49-F238E27FC236}">
                  <a16:creationId xmlns:a16="http://schemas.microsoft.com/office/drawing/2014/main" id="{EE5DEC81-FE1D-4014-86D8-734FA3DA8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F461A9C1-B48A-468C-93EB-FF37B5F4C267}"/>
              </a:ext>
            </a:extLst>
          </p:cNvPr>
          <p:cNvGrpSpPr/>
          <p:nvPr/>
        </p:nvGrpSpPr>
        <p:grpSpPr>
          <a:xfrm>
            <a:off x="14548880" y="24292005"/>
            <a:ext cx="3947124" cy="4614991"/>
            <a:chOff x="23841303" y="14816100"/>
            <a:chExt cx="3947124" cy="4614991"/>
          </a:xfrm>
        </p:grpSpPr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A6A6E8C8-3027-440A-BDB5-AA9D5BE2D33D}"/>
                </a:ext>
              </a:extLst>
            </p:cNvPr>
            <p:cNvGrpSpPr/>
            <p:nvPr/>
          </p:nvGrpSpPr>
          <p:grpSpPr>
            <a:xfrm>
              <a:off x="23841303" y="14816100"/>
              <a:ext cx="3947124" cy="4017045"/>
              <a:chOff x="23841303" y="14816100"/>
              <a:chExt cx="3947124" cy="4017045"/>
            </a:xfrm>
          </p:grpSpPr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648917DD-DDBB-4422-8566-E6D457618BD2}"/>
                  </a:ext>
                </a:extLst>
              </p:cNvPr>
              <p:cNvSpPr txBox="1"/>
              <p:nvPr/>
            </p:nvSpPr>
            <p:spPr>
              <a:xfrm>
                <a:off x="23846837" y="17453566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COB-1281</a:t>
                </a:r>
              </a:p>
              <a:p>
                <a:r>
                  <a:rPr lang="fr-FR" sz="2000" dirty="0"/>
                  <a:t>8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92" name="Rectangle : coins arrondis 191">
                <a:extLst>
                  <a:ext uri="{FF2B5EF4-FFF2-40B4-BE49-F238E27FC236}">
                    <a16:creationId xmlns:a16="http://schemas.microsoft.com/office/drawing/2014/main" id="{2CF055B2-097A-4B53-934B-7AB8DEC4C61C}"/>
                  </a:ext>
                </a:extLst>
              </p:cNvPr>
              <p:cNvSpPr/>
              <p:nvPr/>
            </p:nvSpPr>
            <p:spPr>
              <a:xfrm>
                <a:off x="23841303" y="14816100"/>
                <a:ext cx="3947124" cy="4017045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0BEAC8ED-0090-4A60-A964-DC8CC28D0AA4}"/>
                </a:ext>
              </a:extLst>
            </p:cNvPr>
            <p:cNvSpPr txBox="1"/>
            <p:nvPr/>
          </p:nvSpPr>
          <p:spPr>
            <a:xfrm>
              <a:off x="24541187" y="18846316"/>
              <a:ext cx="2743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Ethernet</a:t>
              </a:r>
            </a:p>
          </p:txBody>
        </p:sp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433435A5-35A3-4BE1-A7E8-8CA08D7DDA17}"/>
              </a:ext>
            </a:extLst>
          </p:cNvPr>
          <p:cNvGrpSpPr/>
          <p:nvPr/>
        </p:nvGrpSpPr>
        <p:grpSpPr>
          <a:xfrm>
            <a:off x="19337677" y="15434987"/>
            <a:ext cx="10294563" cy="7636472"/>
            <a:chOff x="21160641" y="23043843"/>
            <a:chExt cx="10294563" cy="7636472"/>
          </a:xfrm>
        </p:grpSpPr>
        <p:sp>
          <p:nvSpPr>
            <p:cNvPr id="146" name="Rectangle : coins arrondis 145">
              <a:extLst>
                <a:ext uri="{FF2B5EF4-FFF2-40B4-BE49-F238E27FC236}">
                  <a16:creationId xmlns:a16="http://schemas.microsoft.com/office/drawing/2014/main" id="{575037C4-5902-44A8-8EAD-B6C8862F8959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A0AB684-5F3D-45BB-9358-50488F7BB2BB}"/>
                </a:ext>
              </a:extLst>
            </p:cNvPr>
            <p:cNvSpPr txBox="1"/>
            <p:nvPr/>
          </p:nvSpPr>
          <p:spPr>
            <a:xfrm>
              <a:off x="21989132" y="297593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199" name="Image 198">
            <a:extLst>
              <a:ext uri="{FF2B5EF4-FFF2-40B4-BE49-F238E27FC236}">
                <a16:creationId xmlns:a16="http://schemas.microsoft.com/office/drawing/2014/main" id="{99C2E323-2656-4F49-8F42-442526F1CA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0794742" y="15830595"/>
            <a:ext cx="2749826" cy="1757060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EE484A9-C472-4813-A0F8-FD3EF3CD1FAC}"/>
              </a:ext>
            </a:extLst>
          </p:cNvPr>
          <p:cNvSpPr txBox="1"/>
          <p:nvPr/>
        </p:nvSpPr>
        <p:spPr>
          <a:xfrm>
            <a:off x="20375717" y="15825584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pic>
        <p:nvPicPr>
          <p:cNvPr id="251" name="Image 250">
            <a:extLst>
              <a:ext uri="{FF2B5EF4-FFF2-40B4-BE49-F238E27FC236}">
                <a16:creationId xmlns:a16="http://schemas.microsoft.com/office/drawing/2014/main" id="{75F5B15F-12FC-4F28-ABB9-E2ABF79C1C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2200040" y="506802"/>
            <a:ext cx="5794730" cy="9553475"/>
          </a:xfrm>
          <a:prstGeom prst="rect">
            <a:avLst/>
          </a:prstGeom>
        </p:spPr>
      </p:pic>
      <p:pic>
        <p:nvPicPr>
          <p:cNvPr id="252" name="Image 251">
            <a:extLst>
              <a:ext uri="{FF2B5EF4-FFF2-40B4-BE49-F238E27FC236}">
                <a16:creationId xmlns:a16="http://schemas.microsoft.com/office/drawing/2014/main" id="{E7F65EC4-C812-4433-A5F7-73DF4DCCC8C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>
            <a:off x="19782560" y="2397783"/>
            <a:ext cx="4434555" cy="5604191"/>
          </a:xfrm>
          <a:prstGeom prst="rect">
            <a:avLst/>
          </a:prstGeom>
        </p:spPr>
      </p:pic>
      <p:pic>
        <p:nvPicPr>
          <p:cNvPr id="253" name="Image 252">
            <a:extLst>
              <a:ext uri="{FF2B5EF4-FFF2-40B4-BE49-F238E27FC236}">
                <a16:creationId xmlns:a16="http://schemas.microsoft.com/office/drawing/2014/main" id="{FDB46A62-EA28-47E9-8CFD-42B35C7445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550" t="9970" r="17596" b="5544"/>
          <a:stretch/>
        </p:blipFill>
        <p:spPr>
          <a:xfrm flipH="1">
            <a:off x="6055866" y="2441344"/>
            <a:ext cx="4434617" cy="5604269"/>
          </a:xfrm>
          <a:prstGeom prst="rect">
            <a:avLst/>
          </a:prstGeom>
        </p:spPr>
      </p:pic>
      <p:sp>
        <p:nvSpPr>
          <p:cNvPr id="261" name="ZoneTexte 260">
            <a:extLst>
              <a:ext uri="{FF2B5EF4-FFF2-40B4-BE49-F238E27FC236}">
                <a16:creationId xmlns:a16="http://schemas.microsoft.com/office/drawing/2014/main" id="{7136E97D-A2A6-4EC8-BFA4-1DA5CE596612}"/>
              </a:ext>
            </a:extLst>
          </p:cNvPr>
          <p:cNvSpPr txBox="1"/>
          <p:nvPr/>
        </p:nvSpPr>
        <p:spPr>
          <a:xfrm>
            <a:off x="14287677" y="1167225"/>
            <a:ext cx="1943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BR-101052-200</a:t>
            </a:r>
          </a:p>
          <a:p>
            <a:r>
              <a:rPr lang="fr-FR" sz="2000" dirty="0"/>
              <a:t>4’’     20 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77E3F85F-0D13-43D6-9E23-6911243D427A}"/>
              </a:ext>
            </a:extLst>
          </p:cNvPr>
          <p:cNvSpPr txBox="1"/>
          <p:nvPr/>
        </p:nvSpPr>
        <p:spPr>
          <a:xfrm>
            <a:off x="7824653" y="1095083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07D91CB-E4B8-41A9-858B-7E27E9CE07EB}"/>
              </a:ext>
            </a:extLst>
          </p:cNvPr>
          <p:cNvGrpSpPr/>
          <p:nvPr/>
        </p:nvGrpSpPr>
        <p:grpSpPr>
          <a:xfrm>
            <a:off x="15466411" y="11581996"/>
            <a:ext cx="2980881" cy="1688310"/>
            <a:chOff x="11497162" y="6854323"/>
            <a:chExt cx="2980881" cy="1688310"/>
          </a:xfrm>
        </p:grpSpPr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A1C044CA-073E-4086-8210-27F17F1BA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476" t="27298" r="8743" b="32337"/>
            <a:stretch/>
          </p:blipFill>
          <p:spPr>
            <a:xfrm>
              <a:off x="12242575" y="7211403"/>
              <a:ext cx="2235468" cy="133123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825AFF1-0C4D-4A4C-9FC3-CBC0D32B3206}"/>
                </a:ext>
              </a:extLst>
            </p:cNvPr>
            <p:cNvSpPr txBox="1"/>
            <p:nvPr/>
          </p:nvSpPr>
          <p:spPr>
            <a:xfrm>
              <a:off x="11497162" y="6854323"/>
              <a:ext cx="14989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TP </a:t>
              </a:r>
              <a:r>
                <a:rPr lang="fr-FR" sz="2000" dirty="0" err="1"/>
                <a:t>sensor</a:t>
              </a:r>
              <a:endParaRPr lang="fr-FR" sz="2000" dirty="0"/>
            </a:p>
            <a:p>
              <a:r>
                <a:rPr lang="fr-FR" sz="2000" dirty="0"/>
                <a:t>BR-100586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1F8B6ABC-E2B2-44B3-AFA9-12818DC41DCA}"/>
              </a:ext>
            </a:extLst>
          </p:cNvPr>
          <p:cNvGrpSpPr/>
          <p:nvPr/>
        </p:nvGrpSpPr>
        <p:grpSpPr>
          <a:xfrm>
            <a:off x="15251854" y="8740781"/>
            <a:ext cx="3055678" cy="1964127"/>
            <a:chOff x="1582734" y="6944117"/>
            <a:chExt cx="3055678" cy="1964127"/>
          </a:xfrm>
        </p:grpSpPr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6A76A416-36D4-47AE-88E9-E52FB13C8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B9B2AB85-DB50-4A57-8D0D-0260A951AD37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4CC42F-91DC-424C-95CD-84AF034A9E21}"/>
              </a:ext>
            </a:extLst>
          </p:cNvPr>
          <p:cNvGrpSpPr/>
          <p:nvPr/>
        </p:nvGrpSpPr>
        <p:grpSpPr>
          <a:xfrm>
            <a:off x="5099539" y="8456630"/>
            <a:ext cx="2215729" cy="2488469"/>
            <a:chOff x="10147986" y="7295487"/>
            <a:chExt cx="2215729" cy="2488469"/>
          </a:xfrm>
        </p:grpSpPr>
        <p:pic>
          <p:nvPicPr>
            <p:cNvPr id="180" name="Image 179">
              <a:extLst>
                <a:ext uri="{FF2B5EF4-FFF2-40B4-BE49-F238E27FC236}">
                  <a16:creationId xmlns:a16="http://schemas.microsoft.com/office/drawing/2014/main" id="{E7A0CEED-75A8-4739-9FDA-12F031BAAB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AAB73E74-60F8-4C1E-B523-76E86466A2ED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0368ACB-6288-44C6-B5CC-7DF23120BCC6}"/>
              </a:ext>
            </a:extLst>
          </p:cNvPr>
          <p:cNvGrpSpPr/>
          <p:nvPr/>
        </p:nvGrpSpPr>
        <p:grpSpPr>
          <a:xfrm>
            <a:off x="10573749" y="9257703"/>
            <a:ext cx="2715709" cy="3779225"/>
            <a:chOff x="10564913" y="7385135"/>
            <a:chExt cx="2715709" cy="3779225"/>
          </a:xfrm>
        </p:grpSpPr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AFB89B45-707D-430F-82C2-58E38880AAFB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120" name="Image 119">
                <a:extLst>
                  <a:ext uri="{FF2B5EF4-FFF2-40B4-BE49-F238E27FC236}">
                    <a16:creationId xmlns:a16="http://schemas.microsoft.com/office/drawing/2014/main" id="{55BD4A93-A950-4CFE-9BDA-93E04ACCD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121" name="ZoneTexte 120">
                <a:extLst>
                  <a:ext uri="{FF2B5EF4-FFF2-40B4-BE49-F238E27FC236}">
                    <a16:creationId xmlns:a16="http://schemas.microsoft.com/office/drawing/2014/main" id="{E9879186-BF31-49BA-B841-8B5442D9F03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0AA054-F8DD-4548-B6F2-6F720E1D1B9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167" name="Image 166">
                <a:extLst>
                  <a:ext uri="{FF2B5EF4-FFF2-40B4-BE49-F238E27FC236}">
                    <a16:creationId xmlns:a16="http://schemas.microsoft.com/office/drawing/2014/main" id="{49163035-45D2-4C23-AE1B-666B65558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0EA22D79-81AB-4499-8B31-4C5E629647FD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2EB738E5-1ABF-4D41-958D-6B1A68E1660A}"/>
              </a:ext>
            </a:extLst>
          </p:cNvPr>
          <p:cNvGrpSpPr/>
          <p:nvPr/>
        </p:nvGrpSpPr>
        <p:grpSpPr>
          <a:xfrm>
            <a:off x="24697864" y="18249229"/>
            <a:ext cx="4710111" cy="2070943"/>
            <a:chOff x="17165543" y="8360833"/>
            <a:chExt cx="4710111" cy="2070943"/>
          </a:xfrm>
        </p:grpSpPr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FB3BBF5E-DD46-45B3-9EC7-6DAE0C3AD248}"/>
                </a:ext>
              </a:extLst>
            </p:cNvPr>
            <p:cNvSpPr txBox="1"/>
            <p:nvPr/>
          </p:nvSpPr>
          <p:spPr>
            <a:xfrm>
              <a:off x="17165543" y="8360833"/>
              <a:ext cx="14915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Alim moteur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193" name="Image 192">
              <a:extLst>
                <a:ext uri="{FF2B5EF4-FFF2-40B4-BE49-F238E27FC236}">
                  <a16:creationId xmlns:a16="http://schemas.microsoft.com/office/drawing/2014/main" id="{A16630B8-91E6-4D64-A47E-EDE9A91E1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219" name="Groupe 218">
            <a:extLst>
              <a:ext uri="{FF2B5EF4-FFF2-40B4-BE49-F238E27FC236}">
                <a16:creationId xmlns:a16="http://schemas.microsoft.com/office/drawing/2014/main" id="{8246EFD8-5794-4EBA-AAB4-F811B631A5D4}"/>
              </a:ext>
            </a:extLst>
          </p:cNvPr>
          <p:cNvGrpSpPr/>
          <p:nvPr/>
        </p:nvGrpSpPr>
        <p:grpSpPr>
          <a:xfrm>
            <a:off x="24269185" y="16002414"/>
            <a:ext cx="3045354" cy="1575835"/>
            <a:chOff x="19417256" y="19707717"/>
            <a:chExt cx="3045354" cy="1575835"/>
          </a:xfrm>
        </p:grpSpPr>
        <p:pic>
          <p:nvPicPr>
            <p:cNvPr id="220" name="Image 219">
              <a:extLst>
                <a:ext uri="{FF2B5EF4-FFF2-40B4-BE49-F238E27FC236}">
                  <a16:creationId xmlns:a16="http://schemas.microsoft.com/office/drawing/2014/main" id="{1A2DBFD0-0494-437A-A377-FAA4C8BAC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FDFA8DAB-7D29-42C2-B769-0DCD8BA4907A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sp>
        <p:nvSpPr>
          <p:cNvPr id="128" name="ZoneTexte 127">
            <a:extLst>
              <a:ext uri="{FF2B5EF4-FFF2-40B4-BE49-F238E27FC236}">
                <a16:creationId xmlns:a16="http://schemas.microsoft.com/office/drawing/2014/main" id="{88355677-3A9A-452B-9E32-2844A9E2302A}"/>
              </a:ext>
            </a:extLst>
          </p:cNvPr>
          <p:cNvSpPr txBox="1"/>
          <p:nvPr/>
        </p:nvSpPr>
        <p:spPr>
          <a:xfrm>
            <a:off x="27030682" y="20700032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96B2A2F-017E-4BD6-8D00-E19A90A4B8C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05795" y="20804718"/>
            <a:ext cx="3461492" cy="1635979"/>
          </a:xfrm>
          <a:prstGeom prst="rect">
            <a:avLst/>
          </a:prstGeom>
        </p:spPr>
      </p:pic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69385048-D7A4-44DE-9113-9DB641F22E62}"/>
              </a:ext>
            </a:extLst>
          </p:cNvPr>
          <p:cNvGrpSpPr/>
          <p:nvPr/>
        </p:nvGrpSpPr>
        <p:grpSpPr>
          <a:xfrm>
            <a:off x="1436076" y="8722903"/>
            <a:ext cx="2259247" cy="2190325"/>
            <a:chOff x="7245191" y="7249305"/>
            <a:chExt cx="2259247" cy="2190325"/>
          </a:xfrm>
        </p:grpSpPr>
        <p:pic>
          <p:nvPicPr>
            <p:cNvPr id="116" name="Image 115">
              <a:extLst>
                <a:ext uri="{FF2B5EF4-FFF2-40B4-BE49-F238E27FC236}">
                  <a16:creationId xmlns:a16="http://schemas.microsoft.com/office/drawing/2014/main" id="{B02FDFC7-00A7-45E1-9F94-36AF80138C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7CD7DE07-4FED-46F7-AE42-819A877B8414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137" name="Image 136">
            <a:extLst>
              <a:ext uri="{FF2B5EF4-FFF2-40B4-BE49-F238E27FC236}">
                <a16:creationId xmlns:a16="http://schemas.microsoft.com/office/drawing/2014/main" id="{053B826F-59BD-4759-B629-A0F2DB4308DF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640547" y="24505529"/>
            <a:ext cx="3352115" cy="2388774"/>
          </a:xfrm>
          <a:prstGeom prst="rect">
            <a:avLst/>
          </a:prstGeom>
        </p:spPr>
      </p:pic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575EEAF9-7F03-46A7-9F39-992CE27C497D}"/>
              </a:ext>
            </a:extLst>
          </p:cNvPr>
          <p:cNvGrpSpPr/>
          <p:nvPr/>
        </p:nvGrpSpPr>
        <p:grpSpPr>
          <a:xfrm>
            <a:off x="16785389" y="25823874"/>
            <a:ext cx="1481736" cy="1909289"/>
            <a:chOff x="22012543" y="20406217"/>
            <a:chExt cx="1481736" cy="1909289"/>
          </a:xfrm>
        </p:grpSpPr>
        <p:pic>
          <p:nvPicPr>
            <p:cNvPr id="127" name="Image 126">
              <a:extLst>
                <a:ext uri="{FF2B5EF4-FFF2-40B4-BE49-F238E27FC236}">
                  <a16:creationId xmlns:a16="http://schemas.microsoft.com/office/drawing/2014/main" id="{1BD8FF75-6C8C-497B-9EAA-0613792DF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2200656" y="21228344"/>
              <a:ext cx="1293623" cy="1087162"/>
            </a:xfrm>
            <a:prstGeom prst="rect">
              <a:avLst/>
            </a:prstGeom>
          </p:spPr>
        </p:pic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4B69E492-70D3-43F9-AE17-DB85644D34C7}"/>
                </a:ext>
              </a:extLst>
            </p:cNvPr>
            <p:cNvSpPr txBox="1"/>
            <p:nvPr/>
          </p:nvSpPr>
          <p:spPr>
            <a:xfrm>
              <a:off x="22012543" y="20406217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0B014F1-B465-4D88-BCFF-9823BED93C07}"/>
              </a:ext>
            </a:extLst>
          </p:cNvPr>
          <p:cNvGrpSpPr/>
          <p:nvPr/>
        </p:nvGrpSpPr>
        <p:grpSpPr>
          <a:xfrm>
            <a:off x="6449761" y="11560148"/>
            <a:ext cx="2525148" cy="2134526"/>
            <a:chOff x="11440119" y="12515409"/>
            <a:chExt cx="2525148" cy="2134526"/>
          </a:xfrm>
        </p:grpSpPr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CB9AD409-3086-4A36-A53C-B17D5C9D2F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7666" b="25718"/>
            <a:stretch/>
          </p:blipFill>
          <p:spPr>
            <a:xfrm flipH="1">
              <a:off x="11886753" y="12515409"/>
              <a:ext cx="2078514" cy="2134526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6089C44B-7B22-4FEF-9EFD-83DCBBD7E14F}"/>
                </a:ext>
              </a:extLst>
            </p:cNvPr>
            <p:cNvSpPr txBox="1"/>
            <p:nvPr/>
          </p:nvSpPr>
          <p:spPr>
            <a:xfrm>
              <a:off x="11440119" y="1365195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Shunt 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228" name="ZoneTexte 227">
            <a:extLst>
              <a:ext uri="{FF2B5EF4-FFF2-40B4-BE49-F238E27FC236}">
                <a16:creationId xmlns:a16="http://schemas.microsoft.com/office/drawing/2014/main" id="{B15F5DAA-3A0F-477E-AE75-D25872F3062F}"/>
              </a:ext>
            </a:extLst>
          </p:cNvPr>
          <p:cNvSpPr txBox="1"/>
          <p:nvPr/>
        </p:nvSpPr>
        <p:spPr>
          <a:xfrm>
            <a:off x="27238595" y="15957006"/>
            <a:ext cx="713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/>
              <a:t>x2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8126344" y="27082056"/>
            <a:ext cx="47766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184738-30BB-4947-A498-7A5E34A1F91D}"/>
              </a:ext>
            </a:extLst>
          </p:cNvPr>
          <p:cNvGrpSpPr/>
          <p:nvPr/>
        </p:nvGrpSpPr>
        <p:grpSpPr>
          <a:xfrm>
            <a:off x="7550837" y="19276896"/>
            <a:ext cx="5608615" cy="5723711"/>
            <a:chOff x="5711424" y="22452111"/>
            <a:chExt cx="5608615" cy="5723711"/>
          </a:xfrm>
        </p:grpSpPr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CCB89C2D-4E4B-498B-A647-E4928DA06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113152" y="22623652"/>
              <a:ext cx="4182619" cy="2005055"/>
            </a:xfrm>
            <a:prstGeom prst="roundRect">
              <a:avLst/>
            </a:prstGeom>
          </p:spPr>
        </p:pic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3EE25ABE-5465-4AE6-AB00-BCCE6A610A75}"/>
                </a:ext>
              </a:extLst>
            </p:cNvPr>
            <p:cNvGrpSpPr/>
            <p:nvPr/>
          </p:nvGrpSpPr>
          <p:grpSpPr>
            <a:xfrm>
              <a:off x="5738933" y="22452111"/>
              <a:ext cx="5210534" cy="4515070"/>
              <a:chOff x="23375478" y="14816101"/>
              <a:chExt cx="5210534" cy="4515070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DCB3837A-E06E-454C-AF14-63EEC88A769D}"/>
                  </a:ext>
                </a:extLst>
              </p:cNvPr>
              <p:cNvSpPr txBox="1"/>
              <p:nvPr/>
            </p:nvSpPr>
            <p:spPr>
              <a:xfrm>
                <a:off x="25239233" y="15413171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COB-1231</a:t>
                </a:r>
              </a:p>
              <a:p>
                <a:r>
                  <a:rPr lang="fr-FR" sz="2000" dirty="0"/>
                  <a:t>3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F432B956-AB1A-43F6-A906-ED2CD89D3D78}"/>
                  </a:ext>
                </a:extLst>
              </p:cNvPr>
              <p:cNvSpPr/>
              <p:nvPr/>
            </p:nvSpPr>
            <p:spPr>
              <a:xfrm>
                <a:off x="23375478" y="14816101"/>
                <a:ext cx="5210534" cy="4515070"/>
              </a:xfrm>
              <a:prstGeom prst="roundRect">
                <a:avLst/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B075C1AF-EB0C-4DC8-8359-82327CD66F08}"/>
                </a:ext>
              </a:extLst>
            </p:cNvPr>
            <p:cNvSpPr txBox="1"/>
            <p:nvPr/>
          </p:nvSpPr>
          <p:spPr>
            <a:xfrm>
              <a:off x="5711424" y="27098604"/>
              <a:ext cx="560861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de batterie </a:t>
              </a:r>
            </a:p>
            <a:p>
              <a:r>
                <a:rPr lang="fr-FR" sz="3200" dirty="0"/>
                <a:t>Clé de charge</a:t>
              </a: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CA85B843-58E4-40AD-A947-0EC8655634A9}"/>
                </a:ext>
              </a:extLst>
            </p:cNvPr>
            <p:cNvGrpSpPr/>
            <p:nvPr/>
          </p:nvGrpSpPr>
          <p:grpSpPr>
            <a:xfrm>
              <a:off x="9297010" y="24306321"/>
              <a:ext cx="1449499" cy="1723444"/>
              <a:chOff x="22409026" y="19702414"/>
              <a:chExt cx="1449499" cy="1723444"/>
            </a:xfrm>
          </p:grpSpPr>
          <p:pic>
            <p:nvPicPr>
              <p:cNvPr id="131" name="Image 130">
                <a:extLst>
                  <a:ext uri="{FF2B5EF4-FFF2-40B4-BE49-F238E27FC236}">
                    <a16:creationId xmlns:a16="http://schemas.microsoft.com/office/drawing/2014/main" id="{2B0307CA-34AE-4515-8249-79FA58080A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C079F989-DDCA-4B8E-9EDD-164FB5254D3D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F06A136F-3AD5-46C8-A4DF-6648690FA333}"/>
                </a:ext>
              </a:extLst>
            </p:cNvPr>
            <p:cNvSpPr txBox="1"/>
            <p:nvPr/>
          </p:nvSpPr>
          <p:spPr>
            <a:xfrm>
              <a:off x="9919793" y="257278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32E4974C-E924-4119-83F8-1E36AA33AD4A}"/>
              </a:ext>
            </a:extLst>
          </p:cNvPr>
          <p:cNvGrpSpPr/>
          <p:nvPr/>
        </p:nvGrpSpPr>
        <p:grpSpPr>
          <a:xfrm>
            <a:off x="14598658" y="19448437"/>
            <a:ext cx="4632606" cy="4611598"/>
            <a:chOff x="15154929" y="21651325"/>
            <a:chExt cx="4632606" cy="4611598"/>
          </a:xfrm>
        </p:grpSpPr>
        <p:pic>
          <p:nvPicPr>
            <p:cNvPr id="225" name="Image 224">
              <a:extLst>
                <a:ext uri="{FF2B5EF4-FFF2-40B4-BE49-F238E27FC236}">
                  <a16:creationId xmlns:a16="http://schemas.microsoft.com/office/drawing/2014/main" id="{E518358D-7DF4-4657-ABC4-0B6DAC3B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226" name="ZoneTexte 225">
              <a:extLst>
                <a:ext uri="{FF2B5EF4-FFF2-40B4-BE49-F238E27FC236}">
                  <a16:creationId xmlns:a16="http://schemas.microsoft.com/office/drawing/2014/main" id="{878DBA36-E6DF-4503-9606-3183F7B4F61C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227" name="Rectangle : coins arrondis 226">
              <a:extLst>
                <a:ext uri="{FF2B5EF4-FFF2-40B4-BE49-F238E27FC236}">
                  <a16:creationId xmlns:a16="http://schemas.microsoft.com/office/drawing/2014/main" id="{F1A20C84-BA96-44E1-84BB-524E1DD0A69D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29" name="Groupe 228">
              <a:extLst>
                <a:ext uri="{FF2B5EF4-FFF2-40B4-BE49-F238E27FC236}">
                  <a16:creationId xmlns:a16="http://schemas.microsoft.com/office/drawing/2014/main" id="{3B67358A-99DD-4FE2-ADF6-BAB2AD8F6A11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231" name="Image 230">
                <a:extLst>
                  <a:ext uri="{FF2B5EF4-FFF2-40B4-BE49-F238E27FC236}">
                    <a16:creationId xmlns:a16="http://schemas.microsoft.com/office/drawing/2014/main" id="{5640158C-2946-4478-9ADD-F8652AFB8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D0FAB232-FEB7-45B4-B04E-2089779D4B61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230" name="ZoneTexte 229">
              <a:extLst>
                <a:ext uri="{FF2B5EF4-FFF2-40B4-BE49-F238E27FC236}">
                  <a16:creationId xmlns:a16="http://schemas.microsoft.com/office/drawing/2014/main" id="{581DFA41-1362-477B-BD1A-89F56118088A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DADB4C3B-E7B3-480B-ADD8-70E706DD173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898018" y="18208606"/>
            <a:ext cx="3318387" cy="1802825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A8871E8E-A83D-41BB-8683-D2D3CB5E7B69}"/>
              </a:ext>
            </a:extLst>
          </p:cNvPr>
          <p:cNvSpPr txBox="1"/>
          <p:nvPr/>
        </p:nvSpPr>
        <p:spPr>
          <a:xfrm>
            <a:off x="20516445" y="18039677"/>
            <a:ext cx="1634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Signal moteur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66DE0FCF-1DA5-4A05-8349-66A5095305CE}"/>
              </a:ext>
            </a:extLst>
          </p:cNvPr>
          <p:cNvGrpSpPr/>
          <p:nvPr/>
        </p:nvGrpSpPr>
        <p:grpSpPr>
          <a:xfrm>
            <a:off x="19979754" y="20299968"/>
            <a:ext cx="4394426" cy="1847945"/>
            <a:chOff x="17046099" y="7402268"/>
            <a:chExt cx="4394426" cy="1847945"/>
          </a:xfrm>
        </p:grpSpPr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36A78B60-AA5A-441E-BF2E-3236D94ECC41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65" name="Image 164">
              <a:extLst>
                <a:ext uri="{FF2B5EF4-FFF2-40B4-BE49-F238E27FC236}">
                  <a16:creationId xmlns:a16="http://schemas.microsoft.com/office/drawing/2014/main" id="{646DA0D9-852E-425B-97F4-339A42347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0084C4B6-728E-4FB9-9852-5A8706E8A32E}"/>
              </a:ext>
            </a:extLst>
          </p:cNvPr>
          <p:cNvGrpSpPr/>
          <p:nvPr/>
        </p:nvGrpSpPr>
        <p:grpSpPr>
          <a:xfrm>
            <a:off x="20406590" y="23457324"/>
            <a:ext cx="8642041" cy="9404020"/>
            <a:chOff x="21401608" y="30332275"/>
            <a:chExt cx="8642041" cy="9404020"/>
          </a:xfrm>
        </p:grpSpPr>
        <p:grpSp>
          <p:nvGrpSpPr>
            <p:cNvPr id="149" name="Groupe 148">
              <a:extLst>
                <a:ext uri="{FF2B5EF4-FFF2-40B4-BE49-F238E27FC236}">
                  <a16:creationId xmlns:a16="http://schemas.microsoft.com/office/drawing/2014/main" id="{2598495B-7FA9-43C2-B091-58D462FF6EF1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157" name="Groupe 156">
                <a:extLst>
                  <a:ext uri="{FF2B5EF4-FFF2-40B4-BE49-F238E27FC236}">
                    <a16:creationId xmlns:a16="http://schemas.microsoft.com/office/drawing/2014/main" id="{9B4C58F1-7188-4B72-80BE-4F8C01011143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162" name="Groupe 161">
                  <a:extLst>
                    <a:ext uri="{FF2B5EF4-FFF2-40B4-BE49-F238E27FC236}">
                      <a16:creationId xmlns:a16="http://schemas.microsoft.com/office/drawing/2014/main" id="{9686D9FD-5D73-4255-96B0-10D7A980508E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171" name="ZoneTexte 170">
                    <a:extLst>
                      <a:ext uri="{FF2B5EF4-FFF2-40B4-BE49-F238E27FC236}">
                        <a16:creationId xmlns:a16="http://schemas.microsoft.com/office/drawing/2014/main" id="{E7DC446E-526F-4513-B9EA-26340EB0AE95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177" name="Groupe 176">
                    <a:extLst>
                      <a:ext uri="{FF2B5EF4-FFF2-40B4-BE49-F238E27FC236}">
                        <a16:creationId xmlns:a16="http://schemas.microsoft.com/office/drawing/2014/main" id="{66884D60-2A17-4E81-B5D3-AE8D5703B431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179" name="Image 178">
                      <a:extLst>
                        <a:ext uri="{FF2B5EF4-FFF2-40B4-BE49-F238E27FC236}">
                          <a16:creationId xmlns:a16="http://schemas.microsoft.com/office/drawing/2014/main" id="{6ABFE1A0-C19E-45CE-82D2-436CAF1C9D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CE5315CF-B654-45AD-A7D9-695F7FAD9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178" name="Rectangle : coins arrondis 177">
                    <a:extLst>
                      <a:ext uri="{FF2B5EF4-FFF2-40B4-BE49-F238E27FC236}">
                        <a16:creationId xmlns:a16="http://schemas.microsoft.com/office/drawing/2014/main" id="{B9632CA0-42D8-445E-B66A-464938C90577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63" name="ZoneTexte 162">
                  <a:extLst>
                    <a:ext uri="{FF2B5EF4-FFF2-40B4-BE49-F238E27FC236}">
                      <a16:creationId xmlns:a16="http://schemas.microsoft.com/office/drawing/2014/main" id="{E9FBD61C-6ECD-415F-9552-FE896B3DB65B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166" name="Groupe 165">
                  <a:extLst>
                    <a:ext uri="{FF2B5EF4-FFF2-40B4-BE49-F238E27FC236}">
                      <a16:creationId xmlns:a16="http://schemas.microsoft.com/office/drawing/2014/main" id="{65D7EA64-809D-45F3-9EFE-7EF684476A93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169" name="Image 168">
                    <a:extLst>
                      <a:ext uri="{FF2B5EF4-FFF2-40B4-BE49-F238E27FC236}">
                        <a16:creationId xmlns:a16="http://schemas.microsoft.com/office/drawing/2014/main" id="{5CD2ECFD-1C80-4512-A657-3C41EAAD7C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1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6D8C13B2-ED9A-479B-93D3-49AA089FDF8D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159" name="Image 158">
                <a:extLst>
                  <a:ext uri="{FF2B5EF4-FFF2-40B4-BE49-F238E27FC236}">
                    <a16:creationId xmlns:a16="http://schemas.microsoft.com/office/drawing/2014/main" id="{0CDF6089-0CA8-4E78-84A5-919DB18F4A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160" name="ZoneTexte 159">
                <a:extLst>
                  <a:ext uri="{FF2B5EF4-FFF2-40B4-BE49-F238E27FC236}">
                    <a16:creationId xmlns:a16="http://schemas.microsoft.com/office/drawing/2014/main" id="{E6CDB00B-068B-4F93-8435-396DB13BAC5F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156" name="Image 155">
              <a:extLst>
                <a:ext uri="{FF2B5EF4-FFF2-40B4-BE49-F238E27FC236}">
                  <a16:creationId xmlns:a16="http://schemas.microsoft.com/office/drawing/2014/main" id="{721AAD42-7654-4583-BA69-FBC37ED5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8A4E8E52-F4D1-4DCC-A663-FB0CB397DEA6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99916" y="2643734"/>
            <a:ext cx="5881947" cy="5279613"/>
          </a:xfrm>
          <a:prstGeom prst="rect">
            <a:avLst/>
          </a:prstGeom>
        </p:spPr>
      </p:pic>
      <p:sp>
        <p:nvSpPr>
          <p:cNvPr id="237" name="ZoneTexte 236">
            <a:extLst>
              <a:ext uri="{FF2B5EF4-FFF2-40B4-BE49-F238E27FC236}">
                <a16:creationId xmlns:a16="http://schemas.microsoft.com/office/drawing/2014/main" id="{4087B970-6A08-426E-A7FE-79B71FF4790A}"/>
              </a:ext>
            </a:extLst>
          </p:cNvPr>
          <p:cNvSpPr txBox="1"/>
          <p:nvPr/>
        </p:nvSpPr>
        <p:spPr>
          <a:xfrm>
            <a:off x="703795" y="1877754"/>
            <a:ext cx="1943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BR-102993-998</a:t>
            </a:r>
            <a:endParaRPr lang="fr-FR" sz="2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8" name="ZoneTexte 237">
            <a:extLst>
              <a:ext uri="{FF2B5EF4-FFF2-40B4-BE49-F238E27FC236}">
                <a16:creationId xmlns:a16="http://schemas.microsoft.com/office/drawing/2014/main" id="{57A94DB6-93E9-4727-839D-778AC0E6B8AE}"/>
              </a:ext>
            </a:extLst>
          </p:cNvPr>
          <p:cNvSpPr txBox="1"/>
          <p:nvPr/>
        </p:nvSpPr>
        <p:spPr>
          <a:xfrm>
            <a:off x="25272194" y="1475001"/>
            <a:ext cx="25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10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BR-102993-002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239" name="ZoneTexte 238">
            <a:extLst>
              <a:ext uri="{FF2B5EF4-FFF2-40B4-BE49-F238E27FC236}">
                <a16:creationId xmlns:a16="http://schemas.microsoft.com/office/drawing/2014/main" id="{6C32C6C4-06D0-4CC9-A3FB-923883182569}"/>
              </a:ext>
            </a:extLst>
          </p:cNvPr>
          <p:cNvSpPr txBox="1"/>
          <p:nvPr/>
        </p:nvSpPr>
        <p:spPr>
          <a:xfrm>
            <a:off x="20214051" y="1475001"/>
            <a:ext cx="131478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18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BR-100665</a:t>
            </a:r>
          </a:p>
          <a:p>
            <a:r>
              <a:rPr lang="fr-FR" sz="2000" dirty="0"/>
              <a:t>4’’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A4E65806-927C-4212-9F3B-D45FFAE56625}"/>
              </a:ext>
            </a:extLst>
          </p:cNvPr>
          <p:cNvSpPr txBox="1"/>
          <p:nvPr/>
        </p:nvSpPr>
        <p:spPr>
          <a:xfrm>
            <a:off x="12183728" y="10712784"/>
            <a:ext cx="11736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/>
              <a:t>x4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DA450FEA-3C87-4FC3-88C0-20913D1FCD57}"/>
              </a:ext>
            </a:extLst>
          </p:cNvPr>
          <p:cNvSpPr/>
          <p:nvPr/>
        </p:nvSpPr>
        <p:spPr>
          <a:xfrm>
            <a:off x="170314" y="839981"/>
            <a:ext cx="29945839" cy="1351997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3769F0DB-E2FF-4B4D-B53A-90F658FD1906}"/>
              </a:ext>
            </a:extLst>
          </p:cNvPr>
          <p:cNvSpPr txBox="1"/>
          <p:nvPr/>
        </p:nvSpPr>
        <p:spPr>
          <a:xfrm>
            <a:off x="23337100" y="13395106"/>
            <a:ext cx="5913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Caisson </a:t>
            </a:r>
            <a:r>
              <a:rPr lang="fr-FR" sz="4400" b="1" dirty="0" err="1"/>
              <a:t>Rpi</a:t>
            </a:r>
            <a:r>
              <a:rPr lang="fr-FR" sz="4400" b="1" dirty="0"/>
              <a:t>/batterie</a:t>
            </a:r>
          </a:p>
        </p:txBody>
      </p:sp>
      <p:pic>
        <p:nvPicPr>
          <p:cNvPr id="107" name="Image 106">
            <a:extLst>
              <a:ext uri="{FF2B5EF4-FFF2-40B4-BE49-F238E27FC236}">
                <a16:creationId xmlns:a16="http://schemas.microsoft.com/office/drawing/2014/main" id="{6567D8D8-FDE0-4EE2-B5F0-2AA044658B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09256" y="21787028"/>
            <a:ext cx="3318387" cy="1802825"/>
          </a:xfrm>
          <a:prstGeom prst="rect">
            <a:avLst/>
          </a:prstGeom>
        </p:spPr>
      </p:pic>
      <p:sp>
        <p:nvSpPr>
          <p:cNvPr id="108" name="ZoneTexte 107">
            <a:extLst>
              <a:ext uri="{FF2B5EF4-FFF2-40B4-BE49-F238E27FC236}">
                <a16:creationId xmlns:a16="http://schemas.microsoft.com/office/drawing/2014/main" id="{B878685D-7E0E-4834-B592-804B099FFFA9}"/>
              </a:ext>
            </a:extLst>
          </p:cNvPr>
          <p:cNvSpPr txBox="1"/>
          <p:nvPr/>
        </p:nvSpPr>
        <p:spPr>
          <a:xfrm>
            <a:off x="8190871" y="21141325"/>
            <a:ext cx="12836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Clé charge</a:t>
            </a:r>
          </a:p>
          <a:p>
            <a:r>
              <a:rPr lang="fr-FR" sz="2000" dirty="0"/>
              <a:t>COB-1241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654B63-6D6D-4935-918D-834856D171A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102663" y="2513476"/>
            <a:ext cx="5552576" cy="5083851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65DC5184-E45B-43A3-A2E5-2DFF700AC2CB}"/>
              </a:ext>
            </a:extLst>
          </p:cNvPr>
          <p:cNvSpPr txBox="1"/>
          <p:nvPr/>
        </p:nvSpPr>
        <p:spPr>
          <a:xfrm>
            <a:off x="24813061" y="10927309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C9D2578B-71E2-43E1-8E2C-371B1E0F8F5B}"/>
              </a:ext>
            </a:extLst>
          </p:cNvPr>
          <p:cNvGrpSpPr/>
          <p:nvPr/>
        </p:nvGrpSpPr>
        <p:grpSpPr>
          <a:xfrm>
            <a:off x="20640734" y="10590716"/>
            <a:ext cx="4394426" cy="1847945"/>
            <a:chOff x="17046099" y="7402268"/>
            <a:chExt cx="4394426" cy="1847945"/>
          </a:xfrm>
        </p:grpSpPr>
        <p:sp>
          <p:nvSpPr>
            <p:cNvPr id="111" name="ZoneTexte 110">
              <a:extLst>
                <a:ext uri="{FF2B5EF4-FFF2-40B4-BE49-F238E27FC236}">
                  <a16:creationId xmlns:a16="http://schemas.microsoft.com/office/drawing/2014/main" id="{2BBA61B9-4B92-4147-AFCA-6E32F86A3DEC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12" name="Image 111">
              <a:extLst>
                <a:ext uri="{FF2B5EF4-FFF2-40B4-BE49-F238E27FC236}">
                  <a16:creationId xmlns:a16="http://schemas.microsoft.com/office/drawing/2014/main" id="{25CE5811-5CDB-4310-8AA5-7519D46AE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pic>
        <p:nvPicPr>
          <p:cNvPr id="115" name="Image 114">
            <a:extLst>
              <a:ext uri="{FF2B5EF4-FFF2-40B4-BE49-F238E27FC236}">
                <a16:creationId xmlns:a16="http://schemas.microsoft.com/office/drawing/2014/main" id="{8BA62EB4-A74D-43BE-B495-EE3AFBF6DB2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8690" y="16141659"/>
            <a:ext cx="2822269" cy="1483074"/>
          </a:xfrm>
          <a:prstGeom prst="rect">
            <a:avLst/>
          </a:prstGeom>
        </p:spPr>
      </p:pic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E9432B9D-B1E5-4A94-92D7-1A53F8385916}"/>
              </a:ext>
            </a:extLst>
          </p:cNvPr>
          <p:cNvGrpSpPr/>
          <p:nvPr/>
        </p:nvGrpSpPr>
        <p:grpSpPr>
          <a:xfrm>
            <a:off x="1438305" y="27266706"/>
            <a:ext cx="4394426" cy="1847945"/>
            <a:chOff x="17046099" y="7402268"/>
            <a:chExt cx="4394426" cy="1847945"/>
          </a:xfrm>
        </p:grpSpPr>
        <p:sp>
          <p:nvSpPr>
            <p:cNvPr id="118" name="ZoneTexte 117">
              <a:extLst>
                <a:ext uri="{FF2B5EF4-FFF2-40B4-BE49-F238E27FC236}">
                  <a16:creationId xmlns:a16="http://schemas.microsoft.com/office/drawing/2014/main" id="{31B028FA-0045-4047-AF64-ED0CFC85CF74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C50911B7-4ED1-416B-9C8A-845DFFA62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pic>
        <p:nvPicPr>
          <p:cNvPr id="122" name="Image 121">
            <a:extLst>
              <a:ext uri="{FF2B5EF4-FFF2-40B4-BE49-F238E27FC236}">
                <a16:creationId xmlns:a16="http://schemas.microsoft.com/office/drawing/2014/main" id="{9C7A897D-3AFF-4BA1-88F5-6DDF7725DD4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93118" y="24533039"/>
            <a:ext cx="2536384" cy="2447165"/>
          </a:xfrm>
          <a:prstGeom prst="rect">
            <a:avLst/>
          </a:prstGeom>
        </p:spPr>
      </p:pic>
      <p:sp>
        <p:nvSpPr>
          <p:cNvPr id="123" name="ZoneTexte 122">
            <a:extLst>
              <a:ext uri="{FF2B5EF4-FFF2-40B4-BE49-F238E27FC236}">
                <a16:creationId xmlns:a16="http://schemas.microsoft.com/office/drawing/2014/main" id="{47BAF471-85B1-425A-A893-FED40C6A378D}"/>
              </a:ext>
            </a:extLst>
          </p:cNvPr>
          <p:cNvSpPr txBox="1"/>
          <p:nvPr/>
        </p:nvSpPr>
        <p:spPr>
          <a:xfrm>
            <a:off x="3582923" y="24546928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BR-100276-002</a:t>
            </a:r>
          </a:p>
          <a:p>
            <a:r>
              <a:rPr lang="fr-FR" sz="2000" dirty="0"/>
              <a:t>2’’  2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pic>
        <p:nvPicPr>
          <p:cNvPr id="124" name="Image 123">
            <a:extLst>
              <a:ext uri="{FF2B5EF4-FFF2-40B4-BE49-F238E27FC236}">
                <a16:creationId xmlns:a16="http://schemas.microsoft.com/office/drawing/2014/main" id="{93624AE0-2354-4728-B99D-D6C395913BAB}"/>
              </a:ext>
            </a:extLst>
          </p:cNvPr>
          <p:cNvPicPr>
            <a:picLocks noChangeAspect="1"/>
          </p:cNvPicPr>
          <p:nvPr/>
        </p:nvPicPr>
        <p:blipFill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9557" y="17737536"/>
            <a:ext cx="2930873" cy="2567644"/>
          </a:xfrm>
          <a:prstGeom prst="rect">
            <a:avLst/>
          </a:prstGeom>
        </p:spPr>
      </p:pic>
      <p:sp>
        <p:nvSpPr>
          <p:cNvPr id="125" name="ZoneTexte 124">
            <a:extLst>
              <a:ext uri="{FF2B5EF4-FFF2-40B4-BE49-F238E27FC236}">
                <a16:creationId xmlns:a16="http://schemas.microsoft.com/office/drawing/2014/main" id="{019D80A8-05A0-4018-A19F-9F59812127DA}"/>
              </a:ext>
            </a:extLst>
          </p:cNvPr>
          <p:cNvSpPr txBox="1"/>
          <p:nvPr/>
        </p:nvSpPr>
        <p:spPr>
          <a:xfrm>
            <a:off x="4015969" y="17885788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BR-100276-998</a:t>
            </a:r>
          </a:p>
          <a:p>
            <a:r>
              <a:rPr lang="fr-FR" sz="2000" dirty="0"/>
              <a:t>2’’</a:t>
            </a:r>
          </a:p>
        </p:txBody>
      </p:sp>
      <p:pic>
        <p:nvPicPr>
          <p:cNvPr id="126" name="Image 125">
            <a:extLst>
              <a:ext uri="{FF2B5EF4-FFF2-40B4-BE49-F238E27FC236}">
                <a16:creationId xmlns:a16="http://schemas.microsoft.com/office/drawing/2014/main" id="{A967AEA8-DA7C-46F4-996C-E998D2E451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307690" y="29778322"/>
            <a:ext cx="2749826" cy="1757060"/>
          </a:xfrm>
          <a:prstGeom prst="rect">
            <a:avLst/>
          </a:prstGeom>
        </p:spPr>
      </p:pic>
      <p:sp>
        <p:nvSpPr>
          <p:cNvPr id="133" name="ZoneTexte 132">
            <a:extLst>
              <a:ext uri="{FF2B5EF4-FFF2-40B4-BE49-F238E27FC236}">
                <a16:creationId xmlns:a16="http://schemas.microsoft.com/office/drawing/2014/main" id="{8723709C-B6B2-4F6D-A2B4-1BED20C2EC3D}"/>
              </a:ext>
            </a:extLst>
          </p:cNvPr>
          <p:cNvSpPr txBox="1"/>
          <p:nvPr/>
        </p:nvSpPr>
        <p:spPr>
          <a:xfrm>
            <a:off x="2019937" y="29650878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3EB6D9CC-F9E3-4383-9A0C-31F4E2DF912D}"/>
              </a:ext>
            </a:extLst>
          </p:cNvPr>
          <p:cNvSpPr txBox="1"/>
          <p:nvPr/>
        </p:nvSpPr>
        <p:spPr>
          <a:xfrm>
            <a:off x="1433364" y="31916295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vidéo</a:t>
            </a:r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6CB5E489-F7C8-47CA-97C7-51AE550974A9}"/>
              </a:ext>
            </a:extLst>
          </p:cNvPr>
          <p:cNvSpPr/>
          <p:nvPr/>
        </p:nvSpPr>
        <p:spPr>
          <a:xfrm>
            <a:off x="1015191" y="15527398"/>
            <a:ext cx="5259964" cy="17234725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6" name="Image 135">
            <a:extLst>
              <a:ext uri="{FF2B5EF4-FFF2-40B4-BE49-F238E27FC236}">
                <a16:creationId xmlns:a16="http://schemas.microsoft.com/office/drawing/2014/main" id="{DBF21266-477E-4557-A6F5-FF2F59B155F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38305" y="20201633"/>
            <a:ext cx="2370025" cy="4198984"/>
          </a:xfrm>
          <a:prstGeom prst="rect">
            <a:avLst/>
          </a:prstGeom>
        </p:spPr>
      </p:pic>
      <p:sp>
        <p:nvSpPr>
          <p:cNvPr id="139" name="ZoneTexte 138">
            <a:extLst>
              <a:ext uri="{FF2B5EF4-FFF2-40B4-BE49-F238E27FC236}">
                <a16:creationId xmlns:a16="http://schemas.microsoft.com/office/drawing/2014/main" id="{48A94541-F9AC-45F8-BE4E-64DEBEB7FC19}"/>
              </a:ext>
            </a:extLst>
          </p:cNvPr>
          <p:cNvSpPr txBox="1"/>
          <p:nvPr/>
        </p:nvSpPr>
        <p:spPr>
          <a:xfrm>
            <a:off x="3847247" y="21155856"/>
            <a:ext cx="20550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BR-100230-101</a:t>
            </a:r>
          </a:p>
          <a:p>
            <a:r>
              <a:rPr lang="fr-FR" sz="2000" dirty="0"/>
              <a:t>2’’     10cm </a:t>
            </a:r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86A2E7F3-5071-4253-92DA-648E33B264A7}"/>
              </a:ext>
            </a:extLst>
          </p:cNvPr>
          <p:cNvSpPr txBox="1"/>
          <p:nvPr/>
        </p:nvSpPr>
        <p:spPr>
          <a:xfrm>
            <a:off x="4801146" y="31468955"/>
            <a:ext cx="1730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 dirty="0"/>
              <a:t>x2</a:t>
            </a:r>
            <a:endParaRPr lang="fr-FR" sz="8800" b="1" dirty="0">
              <a:solidFill>
                <a:srgbClr val="7030A0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C88CBD6-64AA-41D2-8959-77C4CD9A7BD3}"/>
              </a:ext>
            </a:extLst>
          </p:cNvPr>
          <p:cNvSpPr/>
          <p:nvPr/>
        </p:nvSpPr>
        <p:spPr>
          <a:xfrm>
            <a:off x="21953900" y="8674402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153" name="Image 152">
            <a:extLst>
              <a:ext uri="{FF2B5EF4-FFF2-40B4-BE49-F238E27FC236}">
                <a16:creationId xmlns:a16="http://schemas.microsoft.com/office/drawing/2014/main" id="{8DBA5E37-EE1D-4960-92B1-2A0D64BD0BB0}"/>
              </a:ext>
            </a:extLst>
          </p:cNvPr>
          <p:cNvPicPr>
            <a:picLocks noChangeAspect="1"/>
          </p:cNvPicPr>
          <p:nvPr/>
        </p:nvPicPr>
        <p:blipFill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71443" y="8391088"/>
            <a:ext cx="3093444" cy="1790401"/>
          </a:xfrm>
          <a:prstGeom prst="rect">
            <a:avLst/>
          </a:prstGeom>
        </p:spPr>
      </p:pic>
      <p:sp>
        <p:nvSpPr>
          <p:cNvPr id="158" name="ZoneTexte 157">
            <a:extLst>
              <a:ext uri="{FF2B5EF4-FFF2-40B4-BE49-F238E27FC236}">
                <a16:creationId xmlns:a16="http://schemas.microsoft.com/office/drawing/2014/main" id="{412FBD22-D494-42E2-B2B7-A0079207761D}"/>
              </a:ext>
            </a:extLst>
          </p:cNvPr>
          <p:cNvSpPr txBox="1"/>
          <p:nvPr/>
        </p:nvSpPr>
        <p:spPr>
          <a:xfrm>
            <a:off x="24176886" y="8971668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CC933D41-85AC-4E29-801B-BAD9B65C88D1}"/>
              </a:ext>
            </a:extLst>
          </p:cNvPr>
          <p:cNvSpPr txBox="1"/>
          <p:nvPr/>
        </p:nvSpPr>
        <p:spPr>
          <a:xfrm>
            <a:off x="8858091" y="33829400"/>
            <a:ext cx="1014040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v5 Stéréo</a:t>
            </a:r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2A7335C0-3E74-4D69-821A-61EC9AD76AA4}"/>
              </a:ext>
            </a:extLst>
          </p:cNvPr>
          <p:cNvSpPr txBox="1"/>
          <p:nvPr/>
        </p:nvSpPr>
        <p:spPr>
          <a:xfrm>
            <a:off x="3855148" y="15690930"/>
            <a:ext cx="2313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Dome</a:t>
            </a:r>
            <a:r>
              <a:rPr lang="fr-FR" sz="2000" dirty="0"/>
              <a:t> </a:t>
            </a:r>
            <a:r>
              <a:rPr lang="fr-FR" sz="2000" dirty="0" err="1"/>
              <a:t>optically</a:t>
            </a:r>
            <a:r>
              <a:rPr lang="fr-FR" sz="2000" dirty="0"/>
              <a:t> </a:t>
            </a:r>
            <a:r>
              <a:rPr lang="fr-FR" sz="2000" dirty="0" err="1"/>
              <a:t>clear</a:t>
            </a:r>
            <a:endParaRPr lang="fr-FR" sz="2000" dirty="0"/>
          </a:p>
          <a:p>
            <a:r>
              <a:rPr lang="fr-FR" sz="2000" dirty="0"/>
              <a:t>2’’</a:t>
            </a:r>
          </a:p>
          <a:p>
            <a:r>
              <a:rPr lang="fr-FR" sz="2000" dirty="0"/>
              <a:t>BR-100859</a:t>
            </a:r>
          </a:p>
        </p:txBody>
      </p:sp>
    </p:spTree>
    <p:extLst>
      <p:ext uri="{BB962C8B-B14F-4D97-AF65-F5344CB8AC3E}">
        <p14:creationId xmlns:p14="http://schemas.microsoft.com/office/powerpoint/2010/main" val="213978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9A28F2-6F3B-46A9-940B-68E58724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06/07/2026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772FF5-F829-4ACF-970E-C82CE31C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4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748C23F-9B58-48E2-9228-2255500ED808}"/>
              </a:ext>
            </a:extLst>
          </p:cNvPr>
          <p:cNvGrpSpPr/>
          <p:nvPr/>
        </p:nvGrpSpPr>
        <p:grpSpPr>
          <a:xfrm>
            <a:off x="7566313" y="10005455"/>
            <a:ext cx="2543059" cy="2447785"/>
            <a:chOff x="20662739" y="6470531"/>
            <a:chExt cx="2543059" cy="244778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CF2D1772-CAAA-41DA-8E29-8FFFAE1EB441}"/>
                </a:ext>
              </a:extLst>
            </p:cNvPr>
            <p:cNvSpPr txBox="1"/>
            <p:nvPr/>
          </p:nvSpPr>
          <p:spPr>
            <a:xfrm>
              <a:off x="20996729" y="6470531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Recharge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A35B4ABA-834E-49B8-9EB6-0FE481683B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EA05436F-AAEB-4D06-8F3C-124E94350F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4030339" y="-852660"/>
            <a:ext cx="5308440" cy="108171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D918BA-3619-4556-9C59-7964B00D58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>
            <a:off x="21765455" y="2232934"/>
            <a:ext cx="3817095" cy="482387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0262E87-8BF9-47DA-A7E7-99CFB44937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 flipH="1">
            <a:off x="7842456" y="2235123"/>
            <a:ext cx="3817095" cy="482387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A45E1FF-B66F-4AB5-884F-22767A3025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27" t="15297" r="23013" b="15814"/>
          <a:stretch/>
        </p:blipFill>
        <p:spPr>
          <a:xfrm>
            <a:off x="2729719" y="2050053"/>
            <a:ext cx="5112737" cy="482387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03FF51D-B6A6-4721-8A0B-BCA0897E0A55}"/>
              </a:ext>
            </a:extLst>
          </p:cNvPr>
          <p:cNvSpPr txBox="1"/>
          <p:nvPr/>
        </p:nvSpPr>
        <p:spPr>
          <a:xfrm>
            <a:off x="15294681" y="80570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BR-102649-240</a:t>
            </a:r>
          </a:p>
          <a:p>
            <a:r>
              <a:rPr lang="fr-FR" sz="2000" dirty="0"/>
              <a:t>3’’     24cm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58CC8E8-0142-4ECB-ACC1-19163DF672BA}"/>
              </a:ext>
            </a:extLst>
          </p:cNvPr>
          <p:cNvGrpSpPr/>
          <p:nvPr/>
        </p:nvGrpSpPr>
        <p:grpSpPr>
          <a:xfrm>
            <a:off x="1467611" y="8501011"/>
            <a:ext cx="3055678" cy="1964127"/>
            <a:chOff x="1582734" y="6944117"/>
            <a:chExt cx="3055678" cy="1964127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33BBFF6E-15E1-4A23-A8EF-195E530E0F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154DC448-2335-4D71-99F1-4A873638EC89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8B5EBC24-35DC-489C-AA76-CE29A802F44A}"/>
              </a:ext>
            </a:extLst>
          </p:cNvPr>
          <p:cNvSpPr txBox="1"/>
          <p:nvPr/>
        </p:nvSpPr>
        <p:spPr>
          <a:xfrm>
            <a:off x="3008257" y="1516007"/>
            <a:ext cx="13211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BR-100630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FCC2B87-5F7F-42BF-A9FA-E111237EEC7B}"/>
              </a:ext>
            </a:extLst>
          </p:cNvPr>
          <p:cNvSpPr txBox="1"/>
          <p:nvPr/>
        </p:nvSpPr>
        <p:spPr>
          <a:xfrm>
            <a:off x="20539361" y="816850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BR-100949-004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4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5F396CE-3102-4889-886E-9E4D3BB720E7}"/>
              </a:ext>
            </a:extLst>
          </p:cNvPr>
          <p:cNvSpPr txBox="1"/>
          <p:nvPr/>
        </p:nvSpPr>
        <p:spPr>
          <a:xfrm>
            <a:off x="21803285" y="1823783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A234EEF-836D-4883-849A-C532F843673D}"/>
              </a:ext>
            </a:extLst>
          </p:cNvPr>
          <p:cNvSpPr txBox="1"/>
          <p:nvPr/>
        </p:nvSpPr>
        <p:spPr>
          <a:xfrm>
            <a:off x="7982006" y="1591924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9B06D2C-12B3-4A1B-A39C-1C01C0AE48E8}"/>
              </a:ext>
            </a:extLst>
          </p:cNvPr>
          <p:cNvSpPr/>
          <p:nvPr/>
        </p:nvSpPr>
        <p:spPr>
          <a:xfrm>
            <a:off x="759294" y="797110"/>
            <a:ext cx="27975008" cy="14246245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B5774BB-B861-4E93-BC25-226C6DF8CE03}"/>
              </a:ext>
            </a:extLst>
          </p:cNvPr>
          <p:cNvGrpSpPr/>
          <p:nvPr/>
        </p:nvGrpSpPr>
        <p:grpSpPr>
          <a:xfrm>
            <a:off x="2709546" y="10920261"/>
            <a:ext cx="2715709" cy="3779225"/>
            <a:chOff x="10564913" y="7385135"/>
            <a:chExt cx="2715709" cy="3779225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4CB93329-31D7-4D7D-A7BC-5EA3952E132A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25" name="Image 24">
                <a:extLst>
                  <a:ext uri="{FF2B5EF4-FFF2-40B4-BE49-F238E27FC236}">
                    <a16:creationId xmlns:a16="http://schemas.microsoft.com/office/drawing/2014/main" id="{3FB639D9-D349-4686-B50D-9B48D30B0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A6A872DC-2AC3-4AA2-BD8D-1E4953E12CCF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501796C4-D56F-48D8-AF92-C70C72267864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23" name="Image 22">
                <a:extLst>
                  <a:ext uri="{FF2B5EF4-FFF2-40B4-BE49-F238E27FC236}">
                    <a16:creationId xmlns:a16="http://schemas.microsoft.com/office/drawing/2014/main" id="{78BC24D0-5AAE-4CF4-BAF4-E4515AC40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24A15D6-C7E4-4DC1-BC5E-7528110F4619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pic>
        <p:nvPicPr>
          <p:cNvPr id="27" name="Image 26">
            <a:extLst>
              <a:ext uri="{FF2B5EF4-FFF2-40B4-BE49-F238E27FC236}">
                <a16:creationId xmlns:a16="http://schemas.microsoft.com/office/drawing/2014/main" id="{A7DFA88B-F7AA-41EA-B5B2-43509C4C581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20029" y="8104686"/>
            <a:ext cx="5403287" cy="4985353"/>
          </a:xfrm>
          <a:prstGeom prst="rect">
            <a:avLst/>
          </a:prstGeom>
        </p:spPr>
      </p:pic>
      <p:graphicFrame>
        <p:nvGraphicFramePr>
          <p:cNvPr id="32" name="Tableau 31">
            <a:extLst>
              <a:ext uri="{FF2B5EF4-FFF2-40B4-BE49-F238E27FC236}">
                <a16:creationId xmlns:a16="http://schemas.microsoft.com/office/drawing/2014/main" id="{3CB5FF47-FEBD-4831-A290-8FB0F785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100830"/>
              </p:ext>
            </p:extLst>
          </p:nvPr>
        </p:nvGraphicFramePr>
        <p:xfrm>
          <a:off x="609171" y="21910476"/>
          <a:ext cx="19424062" cy="1368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3600">
                  <a:extLst>
                    <a:ext uri="{9D8B030D-6E8A-4147-A177-3AD203B41FA5}">
                      <a16:colId xmlns:a16="http://schemas.microsoft.com/office/drawing/2014/main" val="3355680704"/>
                    </a:ext>
                  </a:extLst>
                </a:gridCol>
                <a:gridCol w="8421237">
                  <a:extLst>
                    <a:ext uri="{9D8B030D-6E8A-4147-A177-3AD203B41FA5}">
                      <a16:colId xmlns:a16="http://schemas.microsoft.com/office/drawing/2014/main" val="3579943219"/>
                    </a:ext>
                  </a:extLst>
                </a:gridCol>
                <a:gridCol w="3245685">
                  <a:extLst>
                    <a:ext uri="{9D8B030D-6E8A-4147-A177-3AD203B41FA5}">
                      <a16:colId xmlns:a16="http://schemas.microsoft.com/office/drawing/2014/main" val="4054760956"/>
                    </a:ext>
                  </a:extLst>
                </a:gridCol>
                <a:gridCol w="1403540">
                  <a:extLst>
                    <a:ext uri="{9D8B030D-6E8A-4147-A177-3AD203B41FA5}">
                      <a16:colId xmlns:a16="http://schemas.microsoft.com/office/drawing/2014/main" val="1793435017"/>
                    </a:ext>
                  </a:extLst>
                </a:gridCol>
              </a:tblGrid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Dénomination 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Nomenclature </a:t>
                      </a:r>
                      <a:r>
                        <a:rPr lang="fr-FR" sz="2800" b="1" u="none" strike="noStrike" dirty="0" err="1">
                          <a:effectLst/>
                        </a:rPr>
                        <a:t>Rov</a:t>
                      </a:r>
                      <a:r>
                        <a:rPr lang="fr-FR" sz="2800" b="1" u="none" strike="noStrike" dirty="0">
                          <a:effectLst/>
                        </a:rPr>
                        <a:t> Expert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>
                          <a:effectLst/>
                        </a:rPr>
                        <a:t>Référence constructeur</a:t>
                      </a:r>
                      <a:endParaRPr lang="fr-FR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Quantité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99026098"/>
                  </a:ext>
                </a:extLst>
              </a:tr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Tube 3’’ Acrylic 24 cm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Watertight Enclosure Tube: 3" Locking Series, Acrylic 240mm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BR-102649-240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41514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Bride 3’’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O-Ring Flange 3 inches (sealable)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BR-100647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75794459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Bouchon bride 4 trous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</a:rPr>
                        <a:t>Aluminum End Cap with 4 Holes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BR-100949-007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fr-FR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   1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1930176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bride 4 trous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Aluminum End Cap with 4 Holes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BR-100949-004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   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90760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Hublot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Clear Acrylic End Cap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BR-100630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3737484"/>
                  </a:ext>
                </a:extLst>
              </a:tr>
              <a:tr h="520044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Vent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M10 Enclosure Vent and Plug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BR-100783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8024461"/>
                  </a:ext>
                </a:extLst>
              </a:tr>
              <a:tr h="65649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1)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Cobalt </a:t>
                      </a:r>
                      <a:r>
                        <a:rPr lang="fr-FR" sz="2800" u="none" strike="noStrike" dirty="0" err="1">
                          <a:effectLst/>
                        </a:rPr>
                        <a:t>Series</a:t>
                      </a:r>
                      <a:r>
                        <a:rPr lang="fr-FR" sz="2800" u="none" strike="noStrike" dirty="0">
                          <a:effectLst/>
                        </a:rPr>
                        <a:t> </a:t>
                      </a:r>
                      <a:r>
                        <a:rPr lang="fr-FR" sz="2800" u="none" strike="noStrike" dirty="0" err="1">
                          <a:effectLst/>
                        </a:rPr>
                        <a:t>Dummy</a:t>
                      </a:r>
                      <a:r>
                        <a:rPr lang="fr-FR" sz="2800" u="none" strike="noStrike" dirty="0">
                          <a:effectLst/>
                        </a:rPr>
                        <a:t> Plug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662682"/>
                  </a:ext>
                </a:extLst>
              </a:tr>
              <a:tr h="72683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2)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Cobalt Series Locking Sleeve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797288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Bouchon pour connecteur femelle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Cobalt Series Dummy Cap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COB-1003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7327791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Cobalt 3 pin Bulkhead Connector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COB-1130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3673655"/>
                  </a:ext>
                </a:extLst>
              </a:tr>
              <a:tr h="53307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femelle + câble fils nus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Single ended Cable 3 pin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COB-1231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6325792"/>
                  </a:ext>
                </a:extLst>
              </a:tr>
              <a:tr h="56270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M10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WetLink Penetrator Blank (No Hole)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BR-100434-010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fr-FR" sz="2800" b="0" u="none" strike="noStrike" dirty="0">
                          <a:effectLst/>
                        </a:rPr>
                        <a:t>   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9320179"/>
                  </a:ext>
                </a:extLst>
              </a:tr>
              <a:tr h="64839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Connecteur mâle 8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effectLst/>
                        </a:rPr>
                        <a:t>Cobalt 8 pin Bulkhead Connector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effectLst/>
                        </a:rPr>
                        <a:t>COB-1180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0971840"/>
                  </a:ext>
                </a:extLst>
              </a:tr>
              <a:tr h="648390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4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Cobalt 4 pin Bulkhead Connector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COB-1140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0298364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Lumière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Lumen </a:t>
                      </a:r>
                      <a:r>
                        <a:rPr lang="fr-FR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Subsea</a:t>
                      </a:r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BR-100857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   2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03042767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Connecteur à sertir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4058721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98316350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Penetrator Plug Wrench - 18 mm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BR-100369-018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08348297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33341255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4923521"/>
                  </a:ext>
                </a:extLst>
              </a:tr>
            </a:tbl>
          </a:graphicData>
        </a:graphic>
      </p:graphicFrame>
      <p:grpSp>
        <p:nvGrpSpPr>
          <p:cNvPr id="33" name="Groupe 32">
            <a:extLst>
              <a:ext uri="{FF2B5EF4-FFF2-40B4-BE49-F238E27FC236}">
                <a16:creationId xmlns:a16="http://schemas.microsoft.com/office/drawing/2014/main" id="{73A3E013-05DE-495F-8847-A8EB18DDF6B3}"/>
              </a:ext>
            </a:extLst>
          </p:cNvPr>
          <p:cNvGrpSpPr/>
          <p:nvPr/>
        </p:nvGrpSpPr>
        <p:grpSpPr>
          <a:xfrm>
            <a:off x="4860756" y="15992855"/>
            <a:ext cx="7311439" cy="4699000"/>
            <a:chOff x="759294" y="12827000"/>
            <a:chExt cx="7311439" cy="4699000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BD68A449-DE9A-4898-8F52-EA146D3DA093}"/>
                </a:ext>
              </a:extLst>
            </p:cNvPr>
            <p:cNvSpPr txBox="1"/>
            <p:nvPr/>
          </p:nvSpPr>
          <p:spPr>
            <a:xfrm>
              <a:off x="1102043" y="15386083"/>
              <a:ext cx="22466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COB-1231</a:t>
              </a:r>
            </a:p>
            <a:p>
              <a:r>
                <a:rPr lang="fr-FR" sz="2000" dirty="0"/>
                <a:t>3 pin</a:t>
              </a:r>
            </a:p>
            <a:p>
              <a:r>
                <a:rPr lang="fr-FR" sz="2000" dirty="0"/>
                <a:t>1 m de longueur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9E58CE12-C7E9-4663-BFC9-6EA2CC4FC56C}"/>
                </a:ext>
              </a:extLst>
            </p:cNvPr>
            <p:cNvSpPr txBox="1"/>
            <p:nvPr/>
          </p:nvSpPr>
          <p:spPr>
            <a:xfrm>
              <a:off x="3279544" y="15279245"/>
              <a:ext cx="22466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</a:t>
              </a:r>
            </a:p>
            <a:p>
              <a:r>
                <a:rPr lang="fr-FR" sz="3200" dirty="0"/>
                <a:t>de batterie</a:t>
              </a:r>
            </a:p>
          </p:txBody>
        </p:sp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F2ECCDDD-B4AD-4404-B4E5-25FDA07209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2112386" y="13295142"/>
              <a:ext cx="4182619" cy="2005055"/>
            </a:xfrm>
            <a:prstGeom prst="roundRect">
              <a:avLst/>
            </a:prstGeom>
          </p:spPr>
        </p:pic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CA181BF0-D017-421A-9BFF-7A8C196F1132}"/>
                </a:ext>
              </a:extLst>
            </p:cNvPr>
            <p:cNvGrpSpPr/>
            <p:nvPr/>
          </p:nvGrpSpPr>
          <p:grpSpPr>
            <a:xfrm>
              <a:off x="6368652" y="14438475"/>
              <a:ext cx="1449499" cy="1723444"/>
              <a:chOff x="22409026" y="19702414"/>
              <a:chExt cx="1449499" cy="1723444"/>
            </a:xfrm>
          </p:grpSpPr>
          <p:pic>
            <p:nvPicPr>
              <p:cNvPr id="39" name="Image 38">
                <a:extLst>
                  <a:ext uri="{FF2B5EF4-FFF2-40B4-BE49-F238E27FC236}">
                    <a16:creationId xmlns:a16="http://schemas.microsoft.com/office/drawing/2014/main" id="{75EBBD1E-3670-4561-A690-6B7E8752F4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1BBB6438-F4FB-4CC2-9BC6-F9F904B679A2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6021C0A9-E8CE-4263-9314-D4BA54566900}"/>
                </a:ext>
              </a:extLst>
            </p:cNvPr>
            <p:cNvSpPr/>
            <p:nvPr/>
          </p:nvSpPr>
          <p:spPr>
            <a:xfrm>
              <a:off x="759294" y="12827000"/>
              <a:ext cx="7311439" cy="4699000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8D4CC9CB-D1C3-46FC-BB14-365F525FE7EE}"/>
              </a:ext>
            </a:extLst>
          </p:cNvPr>
          <p:cNvGrpSpPr/>
          <p:nvPr/>
        </p:nvGrpSpPr>
        <p:grpSpPr>
          <a:xfrm>
            <a:off x="17926040" y="15950760"/>
            <a:ext cx="8159820" cy="4874445"/>
            <a:chOff x="9544252" y="20883001"/>
            <a:chExt cx="8159820" cy="4874445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EDF5ACBF-DC10-4C7B-AFDE-3C430C3291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14871" t="29206" r="26308" b="27645"/>
            <a:stretch/>
          </p:blipFill>
          <p:spPr>
            <a:xfrm>
              <a:off x="11087977" y="21018858"/>
              <a:ext cx="3451614" cy="2531947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97CE118F-43F3-43A8-9CE7-365141CFB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6045" t="9967" r="12580" b="10605"/>
            <a:stretch/>
          </p:blipFill>
          <p:spPr>
            <a:xfrm rot="5400000">
              <a:off x="14641421" y="21455251"/>
              <a:ext cx="2708642" cy="3014257"/>
            </a:xfrm>
            <a:prstGeom prst="rect">
              <a:avLst/>
            </a:prstGeom>
          </p:spPr>
        </p:pic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5602EF45-D636-4D54-BF25-56E18EB16FEA}"/>
                </a:ext>
              </a:extLst>
            </p:cNvPr>
            <p:cNvSpPr/>
            <p:nvPr/>
          </p:nvSpPr>
          <p:spPr>
            <a:xfrm>
              <a:off x="9544252" y="20883001"/>
              <a:ext cx="8159820" cy="4874445"/>
            </a:xfrm>
            <a:prstGeom prst="roundRect">
              <a:avLst/>
            </a:prstGeom>
            <a:noFill/>
            <a:ln w="28575">
              <a:solidFill>
                <a:srgbClr val="13E3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00B050"/>
                </a:solidFill>
              </a:endParaRP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9709175C-0C2D-488F-AC7D-01FB86316E73}"/>
              </a:ext>
            </a:extLst>
          </p:cNvPr>
          <p:cNvGrpSpPr/>
          <p:nvPr/>
        </p:nvGrpSpPr>
        <p:grpSpPr>
          <a:xfrm>
            <a:off x="5408976" y="8013588"/>
            <a:ext cx="2078514" cy="2148016"/>
            <a:chOff x="10147986" y="7635940"/>
            <a:chExt cx="2078514" cy="2148016"/>
          </a:xfrm>
        </p:grpSpPr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C712DAAC-0886-4AFC-AFE1-2348BB43AF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03C546E4-E338-4529-8FC3-42BB156B8379}"/>
                </a:ext>
              </a:extLst>
            </p:cNvPr>
            <p:cNvSpPr txBox="1"/>
            <p:nvPr/>
          </p:nvSpPr>
          <p:spPr>
            <a:xfrm>
              <a:off x="10739066" y="7635940"/>
              <a:ext cx="12836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Clé</a:t>
              </a:r>
            </a:p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3BDA1204-15A0-44E4-9C92-B90019487E59}"/>
              </a:ext>
            </a:extLst>
          </p:cNvPr>
          <p:cNvSpPr txBox="1"/>
          <p:nvPr/>
        </p:nvSpPr>
        <p:spPr>
          <a:xfrm>
            <a:off x="1906966" y="12089098"/>
            <a:ext cx="1319209" cy="135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x3</a:t>
            </a:r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D50B8178-3B69-4E6E-9436-8DDF444E6778}"/>
              </a:ext>
            </a:extLst>
          </p:cNvPr>
          <p:cNvGrpSpPr/>
          <p:nvPr/>
        </p:nvGrpSpPr>
        <p:grpSpPr>
          <a:xfrm>
            <a:off x="13131884" y="16302897"/>
            <a:ext cx="4632606" cy="4611598"/>
            <a:chOff x="15154929" y="21651325"/>
            <a:chExt cx="4632606" cy="4611598"/>
          </a:xfrm>
        </p:grpSpPr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1BC1687D-15E2-4CC0-A9FA-2A726602E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1927" y="21724531"/>
              <a:ext cx="2463563" cy="1807937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499C166D-97DA-4396-9718-F9826F334FF7}"/>
                </a:ext>
              </a:extLst>
            </p:cNvPr>
            <p:cNvSpPr txBox="1"/>
            <p:nvPr/>
          </p:nvSpPr>
          <p:spPr>
            <a:xfrm>
              <a:off x="16340587" y="23190734"/>
              <a:ext cx="27731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COB-3140 </a:t>
              </a:r>
            </a:p>
            <a:p>
              <a:r>
                <a:rPr lang="fr-FR" sz="2000" dirty="0"/>
                <a:t>(shunt fonctionnement)</a:t>
              </a:r>
            </a:p>
            <a:p>
              <a:r>
                <a:rPr lang="fr-FR" sz="2000" dirty="0"/>
                <a:t>4 pin à sertir</a:t>
              </a:r>
            </a:p>
          </p:txBody>
        </p:sp>
        <p:sp>
          <p:nvSpPr>
            <p:cNvPr id="56" name="Rectangle : coins arrondis 55">
              <a:extLst>
                <a:ext uri="{FF2B5EF4-FFF2-40B4-BE49-F238E27FC236}">
                  <a16:creationId xmlns:a16="http://schemas.microsoft.com/office/drawing/2014/main" id="{552AFED4-E31D-4C17-A0E4-104647AFE453}"/>
                </a:ext>
              </a:extLst>
            </p:cNvPr>
            <p:cNvSpPr/>
            <p:nvPr/>
          </p:nvSpPr>
          <p:spPr>
            <a:xfrm>
              <a:off x="15154929" y="21651325"/>
              <a:ext cx="3875146" cy="404083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4BD07DE-F35F-4908-BABD-26C3B15739B6}"/>
                </a:ext>
              </a:extLst>
            </p:cNvPr>
            <p:cNvGrpSpPr/>
            <p:nvPr/>
          </p:nvGrpSpPr>
          <p:grpSpPr>
            <a:xfrm>
              <a:off x="15627565" y="23938911"/>
              <a:ext cx="3280615" cy="1643229"/>
              <a:chOff x="22012543" y="19470874"/>
              <a:chExt cx="3280615" cy="1643229"/>
            </a:xfrm>
          </p:grpSpPr>
          <p:pic>
            <p:nvPicPr>
              <p:cNvPr id="59" name="Image 58">
                <a:extLst>
                  <a:ext uri="{FF2B5EF4-FFF2-40B4-BE49-F238E27FC236}">
                    <a16:creationId xmlns:a16="http://schemas.microsoft.com/office/drawing/2014/main" id="{1EC43FBF-0229-449F-86F6-195B61196D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3418059" y="19470874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839F8F1-A24E-4C94-8EDC-6D2FB9A26B93}"/>
                  </a:ext>
                </a:extLst>
              </p:cNvPr>
              <p:cNvSpPr txBox="1"/>
              <p:nvPr/>
            </p:nvSpPr>
            <p:spPr>
              <a:xfrm>
                <a:off x="22012543" y="20406217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0F7F9910-A025-4E4A-8A02-4F62C91A3319}"/>
                </a:ext>
              </a:extLst>
            </p:cNvPr>
            <p:cNvSpPr txBox="1"/>
            <p:nvPr/>
          </p:nvSpPr>
          <p:spPr>
            <a:xfrm>
              <a:off x="15312526" y="25678148"/>
              <a:ext cx="447500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200" dirty="0"/>
                <a:t>Clé de fonctionnement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00365B86-5937-4224-828A-C3D8F64C6D9E}"/>
              </a:ext>
            </a:extLst>
          </p:cNvPr>
          <p:cNvGrpSpPr/>
          <p:nvPr/>
        </p:nvGrpSpPr>
        <p:grpSpPr>
          <a:xfrm>
            <a:off x="6457314" y="12371644"/>
            <a:ext cx="2259247" cy="2190325"/>
            <a:chOff x="7245191" y="7249305"/>
            <a:chExt cx="2259247" cy="2190325"/>
          </a:xfrm>
        </p:grpSpPr>
        <p:pic>
          <p:nvPicPr>
            <p:cNvPr id="64" name="Image 63">
              <a:extLst>
                <a:ext uri="{FF2B5EF4-FFF2-40B4-BE49-F238E27FC236}">
                  <a16:creationId xmlns:a16="http://schemas.microsoft.com/office/drawing/2014/main" id="{DA7F0C96-F124-4D32-9363-D3BA7E218E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666" b="25718"/>
            <a:stretch/>
          </p:blipFill>
          <p:spPr>
            <a:xfrm>
              <a:off x="7425923" y="7305104"/>
              <a:ext cx="2078515" cy="21345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FD536C75-1778-4608-BDFB-0D3E2FBCF772}"/>
                </a:ext>
              </a:extLst>
            </p:cNvPr>
            <p:cNvSpPr txBox="1"/>
            <p:nvPr/>
          </p:nvSpPr>
          <p:spPr>
            <a:xfrm>
              <a:off x="7245191" y="7249305"/>
              <a:ext cx="1225977" cy="10156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Ethernet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COB-1180</a:t>
              </a:r>
            </a:p>
            <a:p>
              <a:r>
                <a:rPr lang="fr-FR" sz="2000" dirty="0">
                  <a:solidFill>
                    <a:schemeClr val="tx1"/>
                  </a:solidFill>
                  <a:highlight>
                    <a:srgbClr val="FFFFFF"/>
                  </a:highlight>
                </a:rPr>
                <a:t>8 pin </a:t>
              </a:r>
            </a:p>
          </p:txBody>
        </p:sp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7BAE9211-C34E-4A26-B1C3-03CCE9C524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164906" y="8155264"/>
            <a:ext cx="5304858" cy="4700508"/>
          </a:xfrm>
          <a:prstGeom prst="rect">
            <a:avLst/>
          </a:prstGeom>
        </p:spPr>
      </p:pic>
      <p:grpSp>
        <p:nvGrpSpPr>
          <p:cNvPr id="28" name="Groupe 27">
            <a:extLst>
              <a:ext uri="{FF2B5EF4-FFF2-40B4-BE49-F238E27FC236}">
                <a16:creationId xmlns:a16="http://schemas.microsoft.com/office/drawing/2014/main" id="{B58E0D6B-AB25-497D-9548-7B625AB32F38}"/>
              </a:ext>
            </a:extLst>
          </p:cNvPr>
          <p:cNvGrpSpPr/>
          <p:nvPr/>
        </p:nvGrpSpPr>
        <p:grpSpPr>
          <a:xfrm>
            <a:off x="12510343" y="10669695"/>
            <a:ext cx="1946946" cy="1928299"/>
            <a:chOff x="20366631" y="8887486"/>
            <a:chExt cx="1946946" cy="1928299"/>
          </a:xfrm>
        </p:grpSpPr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0ECC30A-2B45-48D5-8242-1D1A6C3A1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2083" t="31957" r="21549" b="27657"/>
            <a:stretch/>
          </p:blipFill>
          <p:spPr>
            <a:xfrm>
              <a:off x="20762246" y="9704278"/>
              <a:ext cx="1551331" cy="1111507"/>
            </a:xfrm>
            <a:prstGeom prst="rect">
              <a:avLst/>
            </a:prstGeom>
          </p:spPr>
        </p:pic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A87537E2-38B4-4F8C-B9C7-FC5E2A314790}"/>
                </a:ext>
              </a:extLst>
            </p:cNvPr>
            <p:cNvSpPr txBox="1"/>
            <p:nvPr/>
          </p:nvSpPr>
          <p:spPr>
            <a:xfrm>
              <a:off x="20366631" y="8887486"/>
              <a:ext cx="18469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Bouchon</a:t>
              </a:r>
            </a:p>
            <a:p>
              <a:r>
                <a:rPr lang="fr-FR" sz="2000" dirty="0"/>
                <a:t>BR-100434-010 </a:t>
              </a:r>
            </a:p>
          </p:txBody>
        </p:sp>
      </p:grp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12B17B99-3D2F-4021-B785-E3904DF8F1A6}"/>
              </a:ext>
            </a:extLst>
          </p:cNvPr>
          <p:cNvSpPr/>
          <p:nvPr/>
        </p:nvSpPr>
        <p:spPr>
          <a:xfrm>
            <a:off x="12510343" y="7571917"/>
            <a:ext cx="6801824" cy="5283855"/>
          </a:xfrm>
          <a:prstGeom prst="roundRect">
            <a:avLst/>
          </a:prstGeom>
          <a:noFill/>
          <a:ln w="28575">
            <a:solidFill>
              <a:srgbClr val="13E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932C9173-32D9-43A7-AF28-D0CB53009E5F}"/>
              </a:ext>
            </a:extLst>
          </p:cNvPr>
          <p:cNvSpPr/>
          <p:nvPr/>
        </p:nvSpPr>
        <p:spPr>
          <a:xfrm>
            <a:off x="20364400" y="7835682"/>
            <a:ext cx="5565156" cy="51123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022CC796-F8A7-4464-9657-4F259484D2E5}"/>
              </a:ext>
            </a:extLst>
          </p:cNvPr>
          <p:cNvSpPr txBox="1"/>
          <p:nvPr/>
        </p:nvSpPr>
        <p:spPr>
          <a:xfrm>
            <a:off x="13270270" y="8362560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BR-100949-007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7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D26FDC4-91B9-4EC4-A00F-1E6C53BD335B}"/>
              </a:ext>
            </a:extLst>
          </p:cNvPr>
          <p:cNvSpPr txBox="1"/>
          <p:nvPr/>
        </p:nvSpPr>
        <p:spPr>
          <a:xfrm>
            <a:off x="16096149" y="12879475"/>
            <a:ext cx="32816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Double spot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05A11A55-CC56-497C-A6C5-98D167CBAA25}"/>
              </a:ext>
            </a:extLst>
          </p:cNvPr>
          <p:cNvSpPr txBox="1"/>
          <p:nvPr/>
        </p:nvSpPr>
        <p:spPr>
          <a:xfrm>
            <a:off x="23365804" y="12908841"/>
            <a:ext cx="2614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Sans spot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02BB1669-72A3-440C-B9CC-34BD5382AB9F}"/>
              </a:ext>
            </a:extLst>
          </p:cNvPr>
          <p:cNvSpPr txBox="1"/>
          <p:nvPr/>
        </p:nvSpPr>
        <p:spPr>
          <a:xfrm>
            <a:off x="5861138" y="36798377"/>
            <a:ext cx="8215711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3900" b="1" dirty="0" err="1"/>
              <a:t>MagPi</a:t>
            </a:r>
            <a:endParaRPr lang="fr-FR" sz="23900" b="1" dirty="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8EC5C2DC-E1EB-41B5-9FF1-AAC40EF7A915}"/>
              </a:ext>
            </a:extLst>
          </p:cNvPr>
          <p:cNvSpPr txBox="1"/>
          <p:nvPr/>
        </p:nvSpPr>
        <p:spPr>
          <a:xfrm>
            <a:off x="23691997" y="19625576"/>
            <a:ext cx="2246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BR-100857</a:t>
            </a:r>
          </a:p>
          <a:p>
            <a:r>
              <a:rPr lang="fr-FR" sz="2000" dirty="0"/>
              <a:t>Lumen </a:t>
            </a:r>
            <a:r>
              <a:rPr lang="fr-FR" sz="2000" dirty="0" err="1"/>
              <a:t>Subsea</a:t>
            </a:r>
            <a:r>
              <a:rPr lang="fr-FR" sz="2000" dirty="0"/>
              <a:t> 1500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DA63FDA-E216-4090-81BC-5CFF7C9A3316}"/>
              </a:ext>
            </a:extLst>
          </p:cNvPr>
          <p:cNvSpPr txBox="1"/>
          <p:nvPr/>
        </p:nvSpPr>
        <p:spPr>
          <a:xfrm>
            <a:off x="18202996" y="18717426"/>
            <a:ext cx="4943982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x2 </a:t>
            </a:r>
            <a:r>
              <a:rPr lang="fr-FR" sz="4400" b="1" dirty="0"/>
              <a:t>si double spots</a:t>
            </a:r>
            <a:endParaRPr lang="fr-FR" b="1" dirty="0"/>
          </a:p>
        </p:txBody>
      </p: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D355D473-0391-4A50-A6C5-F9A68D5D966F}"/>
              </a:ext>
            </a:extLst>
          </p:cNvPr>
          <p:cNvGrpSpPr/>
          <p:nvPr/>
        </p:nvGrpSpPr>
        <p:grpSpPr>
          <a:xfrm>
            <a:off x="20767247" y="21284745"/>
            <a:ext cx="8642041" cy="9404020"/>
            <a:chOff x="21401608" y="30332275"/>
            <a:chExt cx="8642041" cy="9404020"/>
          </a:xfrm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2C9A00E8-F3A3-4EF5-9702-F8FCEB325F93}"/>
                </a:ext>
              </a:extLst>
            </p:cNvPr>
            <p:cNvGrpSpPr/>
            <p:nvPr/>
          </p:nvGrpSpPr>
          <p:grpSpPr>
            <a:xfrm>
              <a:off x="21401608" y="30332275"/>
              <a:ext cx="8642041" cy="9404020"/>
              <a:chOff x="21003344" y="31296866"/>
              <a:chExt cx="8642041" cy="9404020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3FF95D74-5FE0-4907-B43C-F55CC69311AC}"/>
                  </a:ext>
                </a:extLst>
              </p:cNvPr>
              <p:cNvGrpSpPr/>
              <p:nvPr/>
            </p:nvGrpSpPr>
            <p:grpSpPr>
              <a:xfrm>
                <a:off x="21003344" y="31296866"/>
                <a:ext cx="8642041" cy="9404020"/>
                <a:chOff x="21255705" y="31191531"/>
                <a:chExt cx="8642041" cy="9404020"/>
              </a:xfrm>
            </p:grpSpPr>
            <p:grpSp>
              <p:nvGrpSpPr>
                <p:cNvPr id="83" name="Groupe 82">
                  <a:extLst>
                    <a:ext uri="{FF2B5EF4-FFF2-40B4-BE49-F238E27FC236}">
                      <a16:creationId xmlns:a16="http://schemas.microsoft.com/office/drawing/2014/main" id="{E00E2F5B-AAC5-4327-AFA7-3B22EC4C24E0}"/>
                    </a:ext>
                  </a:extLst>
                </p:cNvPr>
                <p:cNvGrpSpPr/>
                <p:nvPr/>
              </p:nvGrpSpPr>
              <p:grpSpPr>
                <a:xfrm>
                  <a:off x="21255705" y="31191531"/>
                  <a:ext cx="8642041" cy="9404020"/>
                  <a:chOff x="21746176" y="32619680"/>
                  <a:chExt cx="8642041" cy="9404020"/>
                </a:xfrm>
              </p:grpSpPr>
              <p:sp>
                <p:nvSpPr>
                  <p:cNvPr id="88" name="ZoneTexte 87">
                    <a:extLst>
                      <a:ext uri="{FF2B5EF4-FFF2-40B4-BE49-F238E27FC236}">
                        <a16:creationId xmlns:a16="http://schemas.microsoft.com/office/drawing/2014/main" id="{D80AAD49-41C0-437B-971A-BD17CB395B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736761" y="33632982"/>
                    <a:ext cx="1951945" cy="738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400" dirty="0"/>
                      <a:t>Clé de serrage</a:t>
                    </a:r>
                  </a:p>
                  <a:p>
                    <a:r>
                      <a:rPr lang="fr-FR" sz="1800" b="0" i="0" dirty="0">
                        <a:solidFill>
                          <a:srgbClr val="1D252C"/>
                        </a:solidFill>
                        <a:effectLst/>
                        <a:latin typeface="Roboto" panose="02000000000000000000" pitchFamily="2" charset="0"/>
                      </a:rPr>
                      <a:t>BR-100369-018</a:t>
                    </a:r>
                    <a:endParaRPr lang="fr-FR" sz="6000" dirty="0"/>
                  </a:p>
                </p:txBody>
              </p:sp>
              <p:grpSp>
                <p:nvGrpSpPr>
                  <p:cNvPr id="89" name="Groupe 88">
                    <a:extLst>
                      <a:ext uri="{FF2B5EF4-FFF2-40B4-BE49-F238E27FC236}">
                        <a16:creationId xmlns:a16="http://schemas.microsoft.com/office/drawing/2014/main" id="{CB1AF27B-6867-4D5D-B778-A26134BA16AE}"/>
                      </a:ext>
                    </a:extLst>
                  </p:cNvPr>
                  <p:cNvGrpSpPr/>
                  <p:nvPr/>
                </p:nvGrpSpPr>
                <p:grpSpPr>
                  <a:xfrm>
                    <a:off x="25532401" y="33119176"/>
                    <a:ext cx="4855816" cy="6834111"/>
                    <a:chOff x="2586571" y="13055829"/>
                    <a:chExt cx="4855816" cy="6834111"/>
                  </a:xfrm>
                </p:grpSpPr>
                <p:pic>
                  <p:nvPicPr>
                    <p:cNvPr id="91" name="Image 90">
                      <a:extLst>
                        <a:ext uri="{FF2B5EF4-FFF2-40B4-BE49-F238E27FC236}">
                          <a16:creationId xmlns:a16="http://schemas.microsoft.com/office/drawing/2014/main" id="{79D8A8D9-79C1-4E43-A4F9-5E0EB45033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>
                      <a:off x="2586571" y="13055829"/>
                      <a:ext cx="4855816" cy="683411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241888CF-FACF-4B37-A566-F34901B0C0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8387" y="13684225"/>
                      <a:ext cx="1688411" cy="70788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fr-FR" sz="2000" dirty="0"/>
                        <a:t>Vacuum </a:t>
                      </a:r>
                      <a:r>
                        <a:rPr lang="fr-FR" sz="2000" dirty="0" err="1"/>
                        <a:t>Pump</a:t>
                      </a:r>
                      <a:endParaRPr lang="fr-FR" sz="2000" dirty="0"/>
                    </a:p>
                    <a:p>
                      <a:r>
                        <a:rPr lang="fr-FR" sz="2000" dirty="0"/>
                        <a:t>BR-100297</a:t>
                      </a:r>
                    </a:p>
                  </p:txBody>
                </p:sp>
              </p:grpSp>
              <p:sp>
                <p:nvSpPr>
                  <p:cNvPr id="90" name="Rectangle : coins arrondis 89">
                    <a:extLst>
                      <a:ext uri="{FF2B5EF4-FFF2-40B4-BE49-F238E27FC236}">
                        <a16:creationId xmlns:a16="http://schemas.microsoft.com/office/drawing/2014/main" id="{025CFE4D-5071-41CC-A386-6ED284755FCD}"/>
                      </a:ext>
                    </a:extLst>
                  </p:cNvPr>
                  <p:cNvSpPr/>
                  <p:nvPr/>
                </p:nvSpPr>
                <p:spPr>
                  <a:xfrm>
                    <a:off x="21746176" y="32619680"/>
                    <a:ext cx="8642041" cy="9404020"/>
                  </a:xfrm>
                  <a:prstGeom prst="roundRect">
                    <a:avLst/>
                  </a:prstGeom>
                  <a:noFill/>
                  <a:ln w="12700">
                    <a:solidFill>
                      <a:srgbClr val="0092D2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84" name="ZoneTexte 83">
                  <a:extLst>
                    <a:ext uri="{FF2B5EF4-FFF2-40B4-BE49-F238E27FC236}">
                      <a16:creationId xmlns:a16="http://schemas.microsoft.com/office/drawing/2014/main" id="{ED6E66A4-FCCF-4E28-BDB6-B668DCE9EA8A}"/>
                    </a:ext>
                  </a:extLst>
                </p:cNvPr>
                <p:cNvSpPr txBox="1"/>
                <p:nvPr/>
              </p:nvSpPr>
              <p:spPr>
                <a:xfrm>
                  <a:off x="27143746" y="39689266"/>
                  <a:ext cx="1564852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4400" b="1" dirty="0"/>
                    <a:t>Outils</a:t>
                  </a:r>
                </a:p>
              </p:txBody>
            </p:sp>
            <p:grpSp>
              <p:nvGrpSpPr>
                <p:cNvPr id="85" name="Groupe 84">
                  <a:extLst>
                    <a:ext uri="{FF2B5EF4-FFF2-40B4-BE49-F238E27FC236}">
                      <a16:creationId xmlns:a16="http://schemas.microsoft.com/office/drawing/2014/main" id="{255148AB-09D2-4167-AFCD-72CBD3C2F08A}"/>
                    </a:ext>
                  </a:extLst>
                </p:cNvPr>
                <p:cNvGrpSpPr/>
                <p:nvPr/>
              </p:nvGrpSpPr>
              <p:grpSpPr>
                <a:xfrm>
                  <a:off x="24506361" y="35666866"/>
                  <a:ext cx="2857500" cy="1318747"/>
                  <a:chOff x="18232886" y="25084676"/>
                  <a:chExt cx="2857500" cy="1318747"/>
                </a:xfrm>
              </p:grpSpPr>
              <p:pic>
                <p:nvPicPr>
                  <p:cNvPr id="86" name="Image 85">
                    <a:extLst>
                      <a:ext uri="{FF2B5EF4-FFF2-40B4-BE49-F238E27FC236}">
                        <a16:creationId xmlns:a16="http://schemas.microsoft.com/office/drawing/2014/main" id="{1AA989C0-CC0E-4E42-B240-7A9B8CF826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1"/>
                  <a:srcRect t="36319" b="37007"/>
                  <a:stretch/>
                </p:blipFill>
                <p:spPr>
                  <a:xfrm>
                    <a:off x="18232886" y="25641232"/>
                    <a:ext cx="2857500" cy="762191"/>
                  </a:xfrm>
                  <a:prstGeom prst="rect">
                    <a:avLst/>
                  </a:prstGeom>
                </p:spPr>
              </p:pic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4068B9B6-0C58-4878-8EDF-F2B3490B9723}"/>
                      </a:ext>
                    </a:extLst>
                  </p:cNvPr>
                  <p:cNvSpPr/>
                  <p:nvPr/>
                </p:nvSpPr>
                <p:spPr>
                  <a:xfrm>
                    <a:off x="19048205" y="25084676"/>
                    <a:ext cx="1483098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>
                    <a:defPPr>
                      <a:defRPr lang="fr-FR"/>
                    </a:defPPr>
                    <a:lvl1pPr marL="0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2087941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4175882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6263823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8351764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0439705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12527646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14615587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16703528" algn="l" defTabSz="2087941" rtl="0" eaLnBrk="1" latinLnBrk="0" hangingPunct="1">
                      <a:defRPr sz="822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O ring </a:t>
                    </a:r>
                    <a:r>
                      <a:rPr lang="fr-FR" sz="2000" dirty="0" err="1">
                        <a:solidFill>
                          <a:srgbClr val="1D252C"/>
                        </a:solidFill>
                        <a:latin typeface="Roboto"/>
                      </a:rPr>
                      <a:t>pick</a:t>
                    </a:r>
                    <a:endParaRPr lang="fr-FR" sz="2000" dirty="0">
                      <a:solidFill>
                        <a:srgbClr val="1D252C"/>
                      </a:solidFill>
                      <a:latin typeface="Roboto"/>
                    </a:endParaRPr>
                  </a:p>
                  <a:p>
                    <a:r>
                      <a:rPr lang="fr-FR" sz="2000" dirty="0">
                        <a:solidFill>
                          <a:srgbClr val="1D252C"/>
                        </a:solidFill>
                        <a:latin typeface="Roboto"/>
                      </a:rPr>
                      <a:t>BR-100574</a:t>
                    </a:r>
                    <a:endParaRPr lang="fr-FR" sz="2000" dirty="0"/>
                  </a:p>
                </p:txBody>
              </p:sp>
            </p:grpSp>
          </p:grpSp>
          <p:pic>
            <p:nvPicPr>
              <p:cNvPr id="81" name="Image 80">
                <a:extLst>
                  <a:ext uri="{FF2B5EF4-FFF2-40B4-BE49-F238E27FC236}">
                    <a16:creationId xmlns:a16="http://schemas.microsoft.com/office/drawing/2014/main" id="{1A8089E4-7BFC-4AD1-B165-5A7E76C9CC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08" t="5280" r="8368" b="6016"/>
              <a:stretch/>
            </p:blipFill>
            <p:spPr>
              <a:xfrm>
                <a:off x="21905687" y="36688937"/>
                <a:ext cx="2997818" cy="2264534"/>
              </a:xfrm>
              <a:prstGeom prst="rect">
                <a:avLst/>
              </a:prstGeom>
            </p:spPr>
          </p:pic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0BEE9F9D-399E-4D37-A095-7BB807F73AEC}"/>
                  </a:ext>
                </a:extLst>
              </p:cNvPr>
              <p:cNvSpPr txBox="1"/>
              <p:nvPr/>
            </p:nvSpPr>
            <p:spPr>
              <a:xfrm>
                <a:off x="21653430" y="38992650"/>
                <a:ext cx="40828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COB 3240     Outil de sertissage Shunt</a:t>
                </a:r>
              </a:p>
              <a:p>
                <a:r>
                  <a:rPr lang="fr-FR" sz="2000" dirty="0"/>
                  <a:t>Cobalt </a:t>
                </a:r>
                <a:r>
                  <a:rPr lang="fr-FR" sz="2000" dirty="0" err="1"/>
                  <a:t>Series</a:t>
                </a:r>
                <a:r>
                  <a:rPr lang="fr-FR" sz="2000" dirty="0"/>
                  <a:t> Cable </a:t>
                </a:r>
                <a:r>
                  <a:rPr lang="fr-FR" sz="2000" dirty="0" err="1"/>
                  <a:t>Termination</a:t>
                </a:r>
                <a:r>
                  <a:rPr lang="fr-FR" sz="2000" dirty="0"/>
                  <a:t> Tool</a:t>
                </a:r>
              </a:p>
              <a:p>
                <a:r>
                  <a:rPr lang="fr-FR" sz="2000" dirty="0"/>
                  <a:t>4-pin</a:t>
                </a:r>
              </a:p>
            </p:txBody>
          </p:sp>
        </p:grpSp>
        <p:pic>
          <p:nvPicPr>
            <p:cNvPr id="79" name="Image 78">
              <a:extLst>
                <a:ext uri="{FF2B5EF4-FFF2-40B4-BE49-F238E27FC236}">
                  <a16:creationId xmlns:a16="http://schemas.microsoft.com/office/drawing/2014/main" id="{18CEE4EE-0CBD-4B72-93E0-471DC32FA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2026022" y="32235035"/>
              <a:ext cx="3401871" cy="2695550"/>
            </a:xfrm>
            <a:prstGeom prst="rect">
              <a:avLst/>
            </a:prstGeom>
          </p:spPr>
        </p:pic>
      </p:grpSp>
      <p:sp>
        <p:nvSpPr>
          <p:cNvPr id="93" name="ZoneTexte 92">
            <a:extLst>
              <a:ext uri="{FF2B5EF4-FFF2-40B4-BE49-F238E27FC236}">
                <a16:creationId xmlns:a16="http://schemas.microsoft.com/office/drawing/2014/main" id="{73A4ACC5-83D7-447A-A5DC-CA829E7A819D}"/>
              </a:ext>
            </a:extLst>
          </p:cNvPr>
          <p:cNvSpPr txBox="1"/>
          <p:nvPr/>
        </p:nvSpPr>
        <p:spPr>
          <a:xfrm>
            <a:off x="22236485" y="31449010"/>
            <a:ext cx="477660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/>
              <a:t>Noir</a:t>
            </a:r>
            <a:r>
              <a:rPr lang="fr-FR" sz="3200" dirty="0"/>
              <a:t> : Eléments nécessaires par système </a:t>
            </a:r>
            <a:r>
              <a:rPr lang="fr-FR" sz="3200" dirty="0" err="1"/>
              <a:t>MagPi</a:t>
            </a:r>
            <a:endParaRPr lang="fr-FR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0000"/>
                </a:solidFill>
              </a:rPr>
              <a:t>Rouge</a:t>
            </a:r>
            <a:r>
              <a:rPr lang="fr-FR" sz="3200" dirty="0"/>
              <a:t> : Eléments spécifiques </a:t>
            </a:r>
            <a:r>
              <a:rPr lang="fr-FR" sz="3200" dirty="0" err="1"/>
              <a:t>MagPi</a:t>
            </a:r>
            <a:r>
              <a:rPr lang="fr-FR" sz="3200" dirty="0"/>
              <a:t> sans lumière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B050"/>
                </a:solidFill>
              </a:rPr>
              <a:t>Vert</a:t>
            </a:r>
            <a:r>
              <a:rPr lang="fr-FR" sz="3200" dirty="0"/>
              <a:t> : Eléments spécifiques </a:t>
            </a:r>
            <a:r>
              <a:rPr lang="fr-FR" sz="3200" dirty="0" err="1"/>
              <a:t>MagPi</a:t>
            </a:r>
            <a:r>
              <a:rPr lang="fr-FR" sz="3200" dirty="0"/>
              <a:t> avec 2 lumières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FFC000"/>
                </a:solidFill>
              </a:rPr>
              <a:t>Orange </a:t>
            </a:r>
            <a:r>
              <a:rPr lang="fr-FR" sz="32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rgbClr val="0092D2"/>
                </a:solidFill>
              </a:rPr>
              <a:t>Bleu </a:t>
            </a:r>
            <a:r>
              <a:rPr lang="fr-FR" sz="3200" dirty="0"/>
              <a:t>: outils</a:t>
            </a:r>
          </a:p>
        </p:txBody>
      </p:sp>
    </p:spTree>
    <p:extLst>
      <p:ext uri="{BB962C8B-B14F-4D97-AF65-F5344CB8AC3E}">
        <p14:creationId xmlns:p14="http://schemas.microsoft.com/office/powerpoint/2010/main" val="2849588071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5167</TotalTime>
  <Words>1379</Words>
  <Application>Microsoft Office PowerPoint</Application>
  <PresentationFormat>Personnalisé</PresentationFormat>
  <Paragraphs>594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Open Sans</vt:lpstr>
      <vt:lpstr>Open Sans Light</vt:lpstr>
      <vt:lpstr>Roboto</vt:lpstr>
      <vt:lpstr>Conception personnalisée</vt:lpstr>
      <vt:lpstr>Présentation PowerPoint</vt:lpstr>
      <vt:lpstr>Présentation PowerPoint</vt:lpstr>
      <vt:lpstr>Présentation PowerPoint</vt:lpstr>
      <vt:lpstr>Présentation PowerPoint</vt:lpstr>
    </vt:vector>
  </TitlesOfParts>
  <Company>maison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coco coco</dc:creator>
  <cp:lastModifiedBy>Olivier FAUVARQUE</cp:lastModifiedBy>
  <cp:revision>679</cp:revision>
  <cp:lastPrinted>2026-01-27T16:25:16Z</cp:lastPrinted>
  <dcterms:created xsi:type="dcterms:W3CDTF">2017-06-18T13:28:54Z</dcterms:created>
  <dcterms:modified xsi:type="dcterms:W3CDTF">2026-07-06T06:41:33Z</dcterms:modified>
</cp:coreProperties>
</file>