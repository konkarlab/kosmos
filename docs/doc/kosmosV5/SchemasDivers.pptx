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85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94660"/>
  </p:normalViewPr>
  <p:slideViewPr>
    <p:cSldViewPr snapToGrid="0">
      <p:cViewPr>
        <p:scale>
          <a:sx n="75" d="100"/>
          <a:sy n="75" d="100"/>
        </p:scale>
        <p:origin x="149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E3FDA-0BC5-40FC-8E29-96AFC7C00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102AA-7A23-483C-A36A-D2F1FC2C61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D4B643-E144-49F0-BBC1-FF45A6989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3C8777-A3BF-4F32-BA63-BB13FD120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3816BC-8ACC-4F44-A1C8-67285E19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2687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E7408-1975-4596-AE27-F77E2775C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DBAA8D-E790-4940-A980-2A018CB5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37150D-2CD9-4F0D-A108-D0B168051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99FE76-AF48-463B-8BB5-4C82E717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405B92-9C77-4274-98EC-6015F4C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890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0A9BD1-A417-47DE-B993-4CAEEB15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69949C-6CEF-41E8-9843-7F4F28159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0956CD-0DD6-4219-98F7-5AD7DA29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D5021D-A78C-4ACE-9CC5-D77324D2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52B640-CF59-4E59-A92D-8CE730AC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1369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30AAC-B335-4556-8002-118DF01CD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EFBBF0-A778-4076-9DDE-5E1696DC4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438C78-8AA3-4918-BFC9-52FF9C709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953066-EFFB-4CA7-AB70-B7536C51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E72613-50A8-4093-A876-3709E665C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34EE5D-5C50-4351-8440-9EAA8C5E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19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C3408D-0AD7-492A-A882-9F2FE3EE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90734B-FD24-4A35-8385-A38F1BD11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E0E5AA-D1FA-45D6-B6C1-E80B400E4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088F18-BEFB-4365-B519-12C9CB4A8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8DB570-B810-4599-99D1-B5A1C364B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732E182-DCF4-4F40-B306-F16146E3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18B62D-F20F-410F-9CBB-0FA3759D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054837E-CCC1-4C6A-8036-D8EBE6FA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693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D14DD-2775-4934-96E9-1E34E82C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A032A26-36FB-44B4-8942-3EE30FDDA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1FD4B-F5E4-4D6A-9339-7761BFB6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D162E2-09C4-47AF-AE32-E5E2B028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737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9FD969-23CE-4772-AF3F-AD484A1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B9230C3-2C3F-43EF-AAD1-D68252AC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8F5AD4-E0D9-4B30-8605-5096360A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85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FD309-B259-4A5D-81A5-DFC10C3B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45C3D4-F014-458F-853A-DCAD56437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27A15D-C811-4D60-942F-C66E77D2A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8BC7FB-86C1-426D-BD65-5A6062962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B798A2-1E36-4DD3-B787-28FA0655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7217BB-AF84-438B-B8C8-B4011E76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08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7237C8-584D-4934-BCB3-6CCB2927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D880715-4B65-4CCF-85B1-1B1B5C8CC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225A191-3A95-4217-BA80-120C7FAEC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B30048-D1ED-4728-937A-ABF17441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F21A97-7179-4B5A-8CFD-CBF504958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B688027-844D-4E10-B852-3C4FBB86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61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2E1DDC-6BCC-4EC4-8C8C-245A2D2AF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4147476-45F6-4E74-8BA5-9674539E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D83F60-5C0A-4C0C-96B5-798B85C8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47C544-C454-4D16-B025-C636DE16D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E3C29E-4EDA-49B8-9FDC-67CBD010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62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20F7BEA-70B7-4537-BEE4-1A91E94C5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C74015-7F45-4775-9DA2-AC759934A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E25140-58AA-4BB4-A2AD-A6869807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84E3DB-01EE-473F-87C5-5A7F97213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75A5ED-D2BB-4B7F-9027-541CF85BC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608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CBEB0BF-BB9C-4E8B-93B4-3CC70AE7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B6E793-5043-4E6D-A88F-E9DF282E5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77A623-3485-4654-8B17-0D21836CB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67808-081D-4196-B994-014D4460AAAC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095370-996A-4775-95D0-363522318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C40DD6-01F6-40F1-A96A-B82BF4839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6039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>
            <a:extLst>
              <a:ext uri="{FF2B5EF4-FFF2-40B4-BE49-F238E27FC236}">
                <a16:creationId xmlns:a16="http://schemas.microsoft.com/office/drawing/2014/main" id="{C5BDB0E8-89B3-4697-8964-0FB5D62F1270}"/>
              </a:ext>
            </a:extLst>
          </p:cNvPr>
          <p:cNvGrpSpPr/>
          <p:nvPr/>
        </p:nvGrpSpPr>
        <p:grpSpPr>
          <a:xfrm>
            <a:off x="1027113" y="407227"/>
            <a:ext cx="10137774" cy="2071886"/>
            <a:chOff x="968376" y="292927"/>
            <a:chExt cx="10137774" cy="2071886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EC92CACB-0CC8-4D06-A2B6-62ED111C2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811207" y="1248483"/>
              <a:ext cx="292634" cy="96325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BFE1DD-366C-4CE5-B782-C10F09CE6B7B}"/>
                </a:ext>
              </a:extLst>
            </p:cNvPr>
            <p:cNvSpPr/>
            <p:nvPr/>
          </p:nvSpPr>
          <p:spPr>
            <a:xfrm>
              <a:off x="3544528" y="1331379"/>
              <a:ext cx="4323122" cy="21167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0E5C6D8-B2D4-4662-8A81-6BBA3E2E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3315407" y="1238958"/>
              <a:ext cx="292634" cy="963252"/>
            </a:xfrm>
            <a:prstGeom prst="rect">
              <a:avLst/>
            </a:prstGeom>
          </p:spPr>
        </p:pic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74200A21-853F-45A0-ABEA-1B2BAD2EE19E}"/>
                </a:ext>
              </a:extLst>
            </p:cNvPr>
            <p:cNvGrpSpPr/>
            <p:nvPr/>
          </p:nvGrpSpPr>
          <p:grpSpPr>
            <a:xfrm>
              <a:off x="971550" y="903814"/>
              <a:ext cx="10134600" cy="533400"/>
              <a:chOff x="904875" y="2333625"/>
              <a:chExt cx="10134600" cy="5334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12A0944-CF29-43F3-8BA4-35B4A1D3B57E}"/>
                  </a:ext>
                </a:extLst>
              </p:cNvPr>
              <p:cNvSpPr/>
              <p:nvPr/>
            </p:nvSpPr>
            <p:spPr>
              <a:xfrm>
                <a:off x="904875" y="2494490"/>
                <a:ext cx="9829800" cy="21167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EE4DB-147B-482E-9764-0FD3C457AC9F}"/>
                  </a:ext>
                </a:extLst>
              </p:cNvPr>
              <p:cNvSpPr/>
              <p:nvPr/>
            </p:nvSpPr>
            <p:spPr>
              <a:xfrm>
                <a:off x="10734675" y="2333625"/>
                <a:ext cx="304800" cy="5334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B9E869B-3CBE-4472-AE73-2ADF54B64AA6}"/>
                  </a:ext>
                </a:extLst>
              </p:cNvPr>
              <p:cNvSpPr/>
              <p:nvPr/>
            </p:nvSpPr>
            <p:spPr>
              <a:xfrm>
                <a:off x="10877550" y="2371726"/>
                <a:ext cx="152400" cy="46672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B5562E9-D347-4A41-97F1-EBC27B43E2B4}"/>
                  </a:ext>
                </a:extLst>
              </p:cNvPr>
              <p:cNvSpPr/>
              <p:nvPr/>
            </p:nvSpPr>
            <p:spPr>
              <a:xfrm>
                <a:off x="911226" y="2500841"/>
                <a:ext cx="107950" cy="20214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3058892A-8762-4AFC-8697-69D54CE12C72}"/>
                </a:ext>
              </a:extLst>
            </p:cNvPr>
            <p:cNvCxnSpPr/>
            <p:nvPr/>
          </p:nvCxnSpPr>
          <p:spPr>
            <a:xfrm>
              <a:off x="8439150" y="1876426"/>
              <a:ext cx="2667000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80E66910-960B-4846-BECE-4879915B8697}"/>
                </a:ext>
              </a:extLst>
            </p:cNvPr>
            <p:cNvSpPr txBox="1"/>
            <p:nvPr/>
          </p:nvSpPr>
          <p:spPr>
            <a:xfrm>
              <a:off x="9402402" y="186690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15 cm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FC5C034A-E969-454B-8F55-3976323D552A}"/>
                </a:ext>
              </a:extLst>
            </p:cNvPr>
            <p:cNvSpPr txBox="1"/>
            <p:nvPr/>
          </p:nvSpPr>
          <p:spPr>
            <a:xfrm>
              <a:off x="1562100" y="188036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10 cm</a:t>
              </a:r>
            </a:p>
          </p:txBody>
        </p: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14B80C03-9C6B-40BC-B040-A30CDA0258C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50" y="1914775"/>
              <a:ext cx="2008548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EEF0A3C6-FAA7-4B3C-85DB-554FAA1D3434}"/>
                </a:ext>
              </a:extLst>
            </p:cNvPr>
            <p:cNvCxnSpPr>
              <a:cxnSpLocks/>
            </p:cNvCxnSpPr>
            <p:nvPr/>
          </p:nvCxnSpPr>
          <p:spPr>
            <a:xfrm>
              <a:off x="968376" y="684989"/>
              <a:ext cx="10128249" cy="12978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BB1F1F53-594F-4ABD-8208-5B3BD12585E9}"/>
                </a:ext>
              </a:extLst>
            </p:cNvPr>
            <p:cNvSpPr txBox="1"/>
            <p:nvPr/>
          </p:nvSpPr>
          <p:spPr>
            <a:xfrm>
              <a:off x="5655634" y="29292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50 cm</a:t>
              </a:r>
            </a:p>
          </p:txBody>
        </p: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87152263-F194-4218-B91E-FCB25379F672}"/>
                </a:ext>
              </a:extLst>
            </p:cNvPr>
            <p:cNvCxnSpPr>
              <a:cxnSpLocks/>
            </p:cNvCxnSpPr>
            <p:nvPr/>
          </p:nvCxnSpPr>
          <p:spPr>
            <a:xfrm>
              <a:off x="3544528" y="2022993"/>
              <a:ext cx="4323122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14FA811A-15BF-45D4-94E7-DAFB0D7678FD}"/>
                </a:ext>
              </a:extLst>
            </p:cNvPr>
            <p:cNvSpPr txBox="1"/>
            <p:nvPr/>
          </p:nvSpPr>
          <p:spPr>
            <a:xfrm>
              <a:off x="5509584" y="199548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18 cm</a:t>
              </a:r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BB05DA28-7524-45C2-B8E3-9BBA00B507FF}"/>
              </a:ext>
            </a:extLst>
          </p:cNvPr>
          <p:cNvGrpSpPr/>
          <p:nvPr/>
        </p:nvGrpSpPr>
        <p:grpSpPr>
          <a:xfrm>
            <a:off x="4960461" y="3516926"/>
            <a:ext cx="2261551" cy="2933454"/>
            <a:chOff x="240761" y="196162"/>
            <a:chExt cx="2261551" cy="2933454"/>
          </a:xfrm>
        </p:grpSpPr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A2F654D7-B4FA-4FD2-9DFC-1FE9DBECEC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026" y="327098"/>
              <a:ext cx="0" cy="142311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76E197AA-BECE-4671-9126-42856FC8713E}"/>
                </a:ext>
              </a:extLst>
            </p:cNvPr>
            <p:cNvCxnSpPr>
              <a:cxnSpLocks/>
            </p:cNvCxnSpPr>
            <p:nvPr/>
          </p:nvCxnSpPr>
          <p:spPr>
            <a:xfrm>
              <a:off x="815706" y="202601"/>
              <a:ext cx="7276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2E2FA0E6-72E4-4150-B25A-1BA410F7E15C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196162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525BF7E-2ECE-4885-AA27-A02181D69BE7}"/>
                </a:ext>
              </a:extLst>
            </p:cNvPr>
            <p:cNvSpPr/>
            <p:nvPr/>
          </p:nvSpPr>
          <p:spPr>
            <a:xfrm>
              <a:off x="1459650" y="591116"/>
              <a:ext cx="160956" cy="32197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D0953EA8-05B3-4924-B900-644CDE5590D2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913087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riangle isocèle 36">
              <a:extLst>
                <a:ext uri="{FF2B5EF4-FFF2-40B4-BE49-F238E27FC236}">
                  <a16:creationId xmlns:a16="http://schemas.microsoft.com/office/drawing/2014/main" id="{6DC235BE-22C8-42AB-8C96-738C3C4F7E89}"/>
                </a:ext>
              </a:extLst>
            </p:cNvPr>
            <p:cNvSpPr/>
            <p:nvPr/>
          </p:nvSpPr>
          <p:spPr>
            <a:xfrm rot="10800000">
              <a:off x="1395254" y="1301599"/>
              <a:ext cx="289732" cy="191031"/>
            </a:xfrm>
            <a:prstGeom prst="triangl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A79EC6FD-A5FD-4F10-9E9D-D8A7A59E6711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1492631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D620A22E-764B-497D-99D7-60A4B59635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7401" y="1492631"/>
              <a:ext cx="28759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40A9CD21-81E9-40FE-81A6-79BC3891E817}"/>
                </a:ext>
              </a:extLst>
            </p:cNvPr>
            <p:cNvCxnSpPr>
              <a:cxnSpLocks/>
            </p:cNvCxnSpPr>
            <p:nvPr/>
          </p:nvCxnSpPr>
          <p:spPr>
            <a:xfrm>
              <a:off x="815706" y="1885440"/>
              <a:ext cx="73407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6C575282-1860-441D-B172-E0BB07F011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552" y="234801"/>
              <a:ext cx="0" cy="7877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6E44B196-BAE1-4594-8B19-4338A9527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552" y="1114857"/>
              <a:ext cx="2148" cy="7126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C37C2F8C-786A-4078-A7A8-2A6AD542D8E7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37" y="234801"/>
              <a:ext cx="0" cy="21894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7B454BE-5DDF-4500-8F33-4796F377BB91}"/>
                </a:ext>
              </a:extLst>
            </p:cNvPr>
            <p:cNvSpPr txBox="1"/>
            <p:nvPr/>
          </p:nvSpPr>
          <p:spPr>
            <a:xfrm>
              <a:off x="1301053" y="210843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i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F036630A-CFB2-4959-A214-F4C6284F5BA4}"/>
                </a:ext>
              </a:extLst>
            </p:cNvPr>
            <p:cNvSpPr txBox="1"/>
            <p:nvPr/>
          </p:nvSpPr>
          <p:spPr>
            <a:xfrm>
              <a:off x="240761" y="802330"/>
              <a:ext cx="6322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V</a:t>
              </a:r>
              <a:r>
                <a:rPr lang="fr-FR" baseline="-25000" dirty="0"/>
                <a:t>GPIO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F0F11D3F-2EB8-434F-B3E3-61DC6F8DC578}"/>
                </a:ext>
              </a:extLst>
            </p:cNvPr>
            <p:cNvSpPr txBox="1"/>
            <p:nvPr/>
          </p:nvSpPr>
          <p:spPr>
            <a:xfrm>
              <a:off x="1845594" y="543755"/>
              <a:ext cx="656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V</a:t>
              </a:r>
              <a:r>
                <a:rPr lang="fr-FR" baseline="-25000" dirty="0" err="1"/>
                <a:t>r</a:t>
              </a:r>
              <a:r>
                <a:rPr lang="fr-FR" dirty="0"/>
                <a:t>=Ri</a:t>
              </a:r>
              <a:endParaRPr lang="fr-FR" baseline="-25000" dirty="0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5FF65256-FB8F-400B-ABF2-A1D6B703CFB1}"/>
                </a:ext>
              </a:extLst>
            </p:cNvPr>
            <p:cNvSpPr txBox="1"/>
            <p:nvPr/>
          </p:nvSpPr>
          <p:spPr>
            <a:xfrm>
              <a:off x="1865914" y="1237849"/>
              <a:ext cx="362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V</a:t>
              </a:r>
              <a:r>
                <a:rPr lang="fr-FR" baseline="-25000" dirty="0"/>
                <a:t>f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FD565E9-E75E-4338-B160-8449F36A52E4}"/>
                </a:ext>
              </a:extLst>
            </p:cNvPr>
            <p:cNvSpPr/>
            <p:nvPr/>
          </p:nvSpPr>
          <p:spPr>
            <a:xfrm>
              <a:off x="1166577" y="563853"/>
              <a:ext cx="30970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/>
                <a:t>R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289BEC99-AF84-4BB3-A1AF-DC5AA21D27FB}"/>
                </a:ext>
              </a:extLst>
            </p:cNvPr>
            <p:cNvGrpSpPr/>
            <p:nvPr/>
          </p:nvGrpSpPr>
          <p:grpSpPr>
            <a:xfrm>
              <a:off x="607067" y="2407185"/>
              <a:ext cx="1261476" cy="722431"/>
              <a:chOff x="4866918" y="3003927"/>
              <a:chExt cx="1261476" cy="722431"/>
            </a:xfrm>
          </p:grpSpPr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BBBA9C6D-9685-40C1-A419-8B05700147FC}"/>
                  </a:ext>
                </a:extLst>
              </p:cNvPr>
              <p:cNvSpPr txBox="1"/>
              <p:nvPr/>
            </p:nvSpPr>
            <p:spPr>
              <a:xfrm>
                <a:off x="4866918" y="3172360"/>
                <a:ext cx="4780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R =</a:t>
                </a:r>
              </a:p>
            </p:txBody>
          </p:sp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F11BED76-4DF9-414D-A9A5-AADE8B2585FA}"/>
                  </a:ext>
                </a:extLst>
              </p:cNvPr>
              <p:cNvSpPr txBox="1"/>
              <p:nvPr/>
            </p:nvSpPr>
            <p:spPr>
              <a:xfrm>
                <a:off x="5247640" y="3003927"/>
                <a:ext cx="8807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</a:t>
                </a:r>
                <a:r>
                  <a:rPr lang="fr-FR" baseline="-25000" dirty="0"/>
                  <a:t>GPIO</a:t>
                </a:r>
                <a:r>
                  <a:rPr lang="fr-FR" dirty="0"/>
                  <a:t>-V</a:t>
                </a:r>
                <a:r>
                  <a:rPr lang="fr-FR" baseline="-25000" dirty="0"/>
                  <a:t>f</a:t>
                </a:r>
              </a:p>
            </p:txBody>
          </p:sp>
          <p:cxnSp>
            <p:nvCxnSpPr>
              <p:cNvPr id="52" name="Connecteur droit avec flèche 51">
                <a:extLst>
                  <a:ext uri="{FF2B5EF4-FFF2-40B4-BE49-F238E27FC236}">
                    <a16:creationId xmlns:a16="http://schemas.microsoft.com/office/drawing/2014/main" id="{26BD5E33-1809-4A6C-A126-D1ACC5BD7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4189" y="3370898"/>
                <a:ext cx="72765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F5876999-FB26-4ADB-B8FE-A6BEAF922A7D}"/>
                  </a:ext>
                </a:extLst>
              </p:cNvPr>
              <p:cNvSpPr txBox="1"/>
              <p:nvPr/>
            </p:nvSpPr>
            <p:spPr>
              <a:xfrm>
                <a:off x="5530671" y="3357026"/>
                <a:ext cx="237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i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5292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7591725" y="378229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FAF11A24-88A5-47D8-8179-568DE5A77235}"/>
              </a:ext>
            </a:extLst>
          </p:cNvPr>
          <p:cNvGrpSpPr/>
          <p:nvPr/>
        </p:nvGrpSpPr>
        <p:grpSpPr>
          <a:xfrm>
            <a:off x="4262449" y="3130692"/>
            <a:ext cx="3081964" cy="2743201"/>
            <a:chOff x="1805761" y="3625033"/>
            <a:chExt cx="3081964" cy="274320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FABEB76B-1344-4843-84FF-3320EBB69918}"/>
                </a:ext>
              </a:extLst>
            </p:cNvPr>
            <p:cNvGrpSpPr/>
            <p:nvPr/>
          </p:nvGrpSpPr>
          <p:grpSpPr>
            <a:xfrm>
              <a:off x="2144525" y="3625033"/>
              <a:ext cx="2743200" cy="2743201"/>
              <a:chOff x="6096000" y="2905328"/>
              <a:chExt cx="2743200" cy="2743201"/>
            </a:xfrm>
          </p:grpSpPr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CF44C51D-169E-4616-A9BF-E95507E3E13E}"/>
                  </a:ext>
                </a:extLst>
              </p:cNvPr>
              <p:cNvSpPr/>
              <p:nvPr/>
            </p:nvSpPr>
            <p:spPr>
              <a:xfrm rot="10800000">
                <a:off x="6096000" y="2905328"/>
                <a:ext cx="2743200" cy="2743200"/>
              </a:xfrm>
              <a:prstGeom prst="arc">
                <a:avLst>
                  <a:gd name="adj1" fmla="val 16200000"/>
                  <a:gd name="adj2" fmla="val 5406811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D85498BC-D7C8-4796-8029-E58199808B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7600" y="2905328"/>
                <a:ext cx="0" cy="2743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0F54F411-55AE-46A2-9E60-1A60F3D28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2233" y="4276633"/>
              <a:ext cx="1722105" cy="1440000"/>
            </a:xfrm>
            <a:prstGeom prst="rect">
              <a:avLst/>
            </a:prstGeom>
          </p:spPr>
        </p:pic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E26B522B-0594-47E5-B44A-18A892B20E46}"/>
                </a:ext>
              </a:extLst>
            </p:cNvPr>
            <p:cNvCxnSpPr>
              <a:cxnSpLocks/>
            </p:cNvCxnSpPr>
            <p:nvPr/>
          </p:nvCxnSpPr>
          <p:spPr>
            <a:xfrm>
              <a:off x="2144524" y="4996633"/>
              <a:ext cx="137160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8DC89521-D352-4D21-9FE9-77E1B2BDC855}"/>
                </a:ext>
              </a:extLst>
            </p:cNvPr>
            <p:cNvCxnSpPr>
              <a:cxnSpLocks/>
            </p:cNvCxnSpPr>
            <p:nvPr/>
          </p:nvCxnSpPr>
          <p:spPr>
            <a:xfrm>
              <a:off x="2332233" y="504004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160F721-6DB2-468D-8A3C-19A2321B970C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464086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12550A17-8160-4E17-939A-B3A22E521A2D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5111164"/>
              <a:ext cx="726691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B4DB0F2F-220C-4DDB-B1AA-6BDD6F483797}"/>
                </a:ext>
              </a:extLst>
            </p:cNvPr>
            <p:cNvSpPr txBox="1"/>
            <p:nvPr/>
          </p:nvSpPr>
          <p:spPr>
            <a:xfrm>
              <a:off x="2890520" y="5067753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20 mm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7CDF18E8-01C7-4978-B450-AF083F8B6A2E}"/>
                </a:ext>
              </a:extLst>
            </p:cNvPr>
            <p:cNvSpPr txBox="1"/>
            <p:nvPr/>
          </p:nvSpPr>
          <p:spPr>
            <a:xfrm>
              <a:off x="1805761" y="510133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22DF5EFD-1910-4757-BFB7-7C26A2F4F678}"/>
                </a:ext>
              </a:extLst>
            </p:cNvPr>
            <p:cNvCxnSpPr>
              <a:cxnSpLocks/>
            </p:cNvCxnSpPr>
            <p:nvPr/>
          </p:nvCxnSpPr>
          <p:spPr>
            <a:xfrm>
              <a:off x="3578102" y="3625033"/>
              <a:ext cx="0" cy="13716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5E638F27-5D27-4EA0-BF3D-20DAEB378FFA}"/>
                </a:ext>
              </a:extLst>
            </p:cNvPr>
            <p:cNvSpPr txBox="1"/>
            <p:nvPr/>
          </p:nvSpPr>
          <p:spPr>
            <a:xfrm>
              <a:off x="3566273" y="3897736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38,1 mm</a:t>
              </a:r>
            </a:p>
          </p:txBody>
        </p: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206589" y="313069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206588" y="450229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8640166" y="313069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8628337" y="340339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4554529" y="5922385"/>
            <a:ext cx="210987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L’objectif est trop avancé de 2 cm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8485340" y="5555341"/>
            <a:ext cx="26140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optimale</a:t>
            </a:r>
          </a:p>
          <a:p>
            <a:pPr algn="ctr"/>
            <a:r>
              <a:rPr lang="fr-FR" sz="1100" dirty="0"/>
              <a:t>Le centre du hublot hémisphérique coïncide avec la pupille d’entrée 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808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8170845" y="333525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>
            <a:extLst>
              <a:ext uri="{FF2B5EF4-FFF2-40B4-BE49-F238E27FC236}">
                <a16:creationId xmlns:a16="http://schemas.microsoft.com/office/drawing/2014/main" id="{F09DF427-C5F8-4F51-B325-532EDFE62EFC}"/>
              </a:ext>
            </a:extLst>
          </p:cNvPr>
          <p:cNvGrpSpPr/>
          <p:nvPr/>
        </p:nvGrpSpPr>
        <p:grpSpPr>
          <a:xfrm>
            <a:off x="4906165" y="3131090"/>
            <a:ext cx="1828800" cy="1833087"/>
            <a:chOff x="4301645" y="3527330"/>
            <a:chExt cx="1828800" cy="1833087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CF44C51D-169E-4616-A9BF-E95507E3E13E}"/>
                </a:ext>
              </a:extLst>
            </p:cNvPr>
            <p:cNvSpPr/>
            <p:nvPr/>
          </p:nvSpPr>
          <p:spPr>
            <a:xfrm rot="10800000">
              <a:off x="4301645" y="3531617"/>
              <a:ext cx="1828800" cy="18288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D85498BC-D7C8-4796-8029-E58199808B31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>
              <a:off x="5216044" y="3527330"/>
              <a:ext cx="1" cy="1833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0F54F411-55AE-46A2-9E60-1A60F3D2855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952" y="3335251"/>
            <a:ext cx="1722105" cy="1440000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4906164" y="4054578"/>
            <a:ext cx="925320" cy="6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DC89521-D352-4D21-9FE9-77E1B2BDC855}"/>
              </a:ext>
            </a:extLst>
          </p:cNvPr>
          <p:cNvCxnSpPr>
            <a:cxnSpLocks/>
          </p:cNvCxnSpPr>
          <p:nvPr/>
        </p:nvCxnSpPr>
        <p:spPr>
          <a:xfrm>
            <a:off x="5368952" y="4098662"/>
            <a:ext cx="457200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6160F721-6DB2-468D-8A3C-19A2321B970C}"/>
              </a:ext>
            </a:extLst>
          </p:cNvPr>
          <p:cNvCxnSpPr>
            <a:cxnSpLocks/>
          </p:cNvCxnSpPr>
          <p:nvPr/>
        </p:nvCxnSpPr>
        <p:spPr>
          <a:xfrm>
            <a:off x="5826152" y="3699487"/>
            <a:ext cx="0" cy="6373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7CDF18E8-01C7-4978-B450-AF083F8B6A2E}"/>
              </a:ext>
            </a:extLst>
          </p:cNvPr>
          <p:cNvSpPr txBox="1"/>
          <p:nvPr/>
        </p:nvSpPr>
        <p:spPr>
          <a:xfrm>
            <a:off x="4842480" y="4159957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2DF5EFD-1910-4757-BFB7-7C26A2F4F678}"/>
              </a:ext>
            </a:extLst>
          </p:cNvPr>
          <p:cNvCxnSpPr>
            <a:cxnSpLocks/>
          </p:cNvCxnSpPr>
          <p:nvPr/>
        </p:nvCxnSpPr>
        <p:spPr>
          <a:xfrm>
            <a:off x="5918994" y="3140178"/>
            <a:ext cx="0" cy="9144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5E638F27-5D27-4EA0-BF3D-20DAEB378FFA}"/>
              </a:ext>
            </a:extLst>
          </p:cNvPr>
          <p:cNvSpPr txBox="1"/>
          <p:nvPr/>
        </p:nvSpPr>
        <p:spPr>
          <a:xfrm>
            <a:off x="5913414" y="3023953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25.4 mm</a:t>
            </a:r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785709" y="268365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785708" y="405525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9219286" y="268365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9207457" y="295635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5317787" y="5099361"/>
            <a:ext cx="15472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Caisson 2’’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9138542" y="5165111"/>
            <a:ext cx="170900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KOSMOS </a:t>
            </a:r>
          </a:p>
          <a:p>
            <a:pPr algn="ctr"/>
            <a:r>
              <a:rPr lang="fr-FR" sz="1100" dirty="0"/>
              <a:t>Caisson 3’’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0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c 10">
            <a:extLst>
              <a:ext uri="{FF2B5EF4-FFF2-40B4-BE49-F238E27FC236}">
                <a16:creationId xmlns:a16="http://schemas.microsoft.com/office/drawing/2014/main" id="{CF44C51D-169E-4616-A9BF-E95507E3E13E}"/>
              </a:ext>
            </a:extLst>
          </p:cNvPr>
          <p:cNvSpPr/>
          <p:nvPr/>
        </p:nvSpPr>
        <p:spPr>
          <a:xfrm rot="10800000">
            <a:off x="6155693" y="1957212"/>
            <a:ext cx="2743200" cy="2743200"/>
          </a:xfrm>
          <a:prstGeom prst="arc">
            <a:avLst>
              <a:gd name="adj1" fmla="val 16200000"/>
              <a:gd name="adj2" fmla="val 540681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167640" y="3328812"/>
            <a:ext cx="11574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E39EC634-8B7E-448B-AF10-8EEF19D7DBD3}"/>
              </a:ext>
            </a:extLst>
          </p:cNvPr>
          <p:cNvSpPr txBox="1"/>
          <p:nvPr/>
        </p:nvSpPr>
        <p:spPr>
          <a:xfrm>
            <a:off x="6800910" y="161668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</a:t>
            </a:r>
            <a:r>
              <a:rPr lang="fr-FR" baseline="-25000" dirty="0"/>
              <a:t>eau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D2F00FD-F72D-4BD9-82ED-5AE403F2BD99}"/>
              </a:ext>
            </a:extLst>
          </p:cNvPr>
          <p:cNvSpPr txBox="1"/>
          <p:nvPr/>
        </p:nvSpPr>
        <p:spPr>
          <a:xfrm>
            <a:off x="7237220" y="1891914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</a:t>
            </a:r>
            <a:r>
              <a:rPr lang="fr-FR" baseline="-25000" dirty="0" err="1"/>
              <a:t>air</a:t>
            </a:r>
            <a:endParaRPr lang="fr-FR" baseline="-250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1BD379E-BEE3-48C5-A7A1-56702FA13912}"/>
              </a:ext>
            </a:extLst>
          </p:cNvPr>
          <p:cNvSpPr txBox="1"/>
          <p:nvPr/>
        </p:nvSpPr>
        <p:spPr>
          <a:xfrm>
            <a:off x="7471419" y="32900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162858-2F23-4B3E-9C89-28D9DC50FED0}"/>
              </a:ext>
            </a:extLst>
          </p:cNvPr>
          <p:cNvCxnSpPr/>
          <p:nvPr/>
        </p:nvCxnSpPr>
        <p:spPr>
          <a:xfrm>
            <a:off x="1333500" y="3244334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2563E085-0B0D-48E9-BE2D-4DA6A03E5BAC}"/>
              </a:ext>
            </a:extLst>
          </p:cNvPr>
          <p:cNvSpPr txBox="1"/>
          <p:nvPr/>
        </p:nvSpPr>
        <p:spPr>
          <a:xfrm>
            <a:off x="1166116" y="3327706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D4DA771D-82D4-4E37-882B-882A90CD9742}"/>
              </a:ext>
            </a:extLst>
          </p:cNvPr>
          <p:cNvCxnSpPr/>
          <p:nvPr/>
        </p:nvCxnSpPr>
        <p:spPr>
          <a:xfrm>
            <a:off x="7527293" y="324701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DDE886E1-3317-4DF5-8110-754494F34FFA}"/>
              </a:ext>
            </a:extLst>
          </p:cNvPr>
          <p:cNvCxnSpPr>
            <a:cxnSpLocks/>
          </p:cNvCxnSpPr>
          <p:nvPr/>
        </p:nvCxnSpPr>
        <p:spPr>
          <a:xfrm flipV="1">
            <a:off x="1332778" y="2403765"/>
            <a:ext cx="5178858" cy="9250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E1A907C-6A12-4EE6-9AE8-E864CED344E2}"/>
              </a:ext>
            </a:extLst>
          </p:cNvPr>
          <p:cNvCxnSpPr>
            <a:cxnSpLocks/>
          </p:cNvCxnSpPr>
          <p:nvPr/>
        </p:nvCxnSpPr>
        <p:spPr>
          <a:xfrm flipH="1" flipV="1">
            <a:off x="6310488" y="2222633"/>
            <a:ext cx="1216806" cy="110617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7F911E00-0AB8-468F-A7DD-D3EC30BEBCD7}"/>
              </a:ext>
            </a:extLst>
          </p:cNvPr>
          <p:cNvCxnSpPr>
            <a:cxnSpLocks/>
          </p:cNvCxnSpPr>
          <p:nvPr/>
        </p:nvCxnSpPr>
        <p:spPr>
          <a:xfrm flipV="1">
            <a:off x="6508153" y="2260473"/>
            <a:ext cx="850977" cy="14497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49E68BF6-0E3A-43AE-BE73-F065C12D3E6F}"/>
              </a:ext>
            </a:extLst>
          </p:cNvPr>
          <p:cNvCxnSpPr>
            <a:cxnSpLocks/>
          </p:cNvCxnSpPr>
          <p:nvPr/>
        </p:nvCxnSpPr>
        <p:spPr>
          <a:xfrm>
            <a:off x="4028440" y="3239743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ZoneTexte 67">
            <a:extLst>
              <a:ext uri="{FF2B5EF4-FFF2-40B4-BE49-F238E27FC236}">
                <a16:creationId xmlns:a16="http://schemas.microsoft.com/office/drawing/2014/main" id="{82AAF44E-B06A-4AF6-9690-FEC089A26FF6}"/>
              </a:ext>
            </a:extLst>
          </p:cNvPr>
          <p:cNvSpPr txBox="1"/>
          <p:nvPr/>
        </p:nvSpPr>
        <p:spPr>
          <a:xfrm>
            <a:off x="3866117" y="3324387"/>
            <a:ext cx="396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O’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FE91DEDE-2DFF-446F-8504-03A2B06362DC}"/>
              </a:ext>
            </a:extLst>
          </p:cNvPr>
          <p:cNvSpPr txBox="1"/>
          <p:nvPr/>
        </p:nvSpPr>
        <p:spPr>
          <a:xfrm>
            <a:off x="5983262" y="2130724"/>
            <a:ext cx="3433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FA6F2CF-2DE6-48BB-A2E2-C855E776C5FA}"/>
              </a:ext>
            </a:extLst>
          </p:cNvPr>
          <p:cNvSpPr txBox="1"/>
          <p:nvPr/>
        </p:nvSpPr>
        <p:spPr>
          <a:xfrm>
            <a:off x="6648464" y="2361692"/>
            <a:ext cx="3048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air</a:t>
            </a:r>
            <a:endParaRPr lang="fr-FR" sz="1000" baseline="-2500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F9827BAC-F71F-45D2-8D16-DFB47C8B9214}"/>
              </a:ext>
            </a:extLst>
          </p:cNvPr>
          <p:cNvSpPr txBox="1"/>
          <p:nvPr/>
        </p:nvSpPr>
        <p:spPr>
          <a:xfrm>
            <a:off x="6819625" y="2745556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r</a:t>
            </a:r>
          </a:p>
        </p:txBody>
      </p: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775AB1AE-9B6F-422C-B892-0AD9B7EF22D4}"/>
              </a:ext>
            </a:extLst>
          </p:cNvPr>
          <p:cNvCxnSpPr>
            <a:cxnSpLocks/>
          </p:cNvCxnSpPr>
          <p:nvPr/>
        </p:nvCxnSpPr>
        <p:spPr>
          <a:xfrm>
            <a:off x="1336648" y="3762671"/>
            <a:ext cx="4818296" cy="22134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26D5381-415B-4478-9B28-D8BEA7EE257E}"/>
              </a:ext>
            </a:extLst>
          </p:cNvPr>
          <p:cNvCxnSpPr>
            <a:cxnSpLocks/>
          </p:cNvCxnSpPr>
          <p:nvPr/>
        </p:nvCxnSpPr>
        <p:spPr>
          <a:xfrm>
            <a:off x="4027490" y="3646154"/>
            <a:ext cx="2127454" cy="13232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0A212297-5E8A-431F-930C-E96554D754A5}"/>
              </a:ext>
            </a:extLst>
          </p:cNvPr>
          <p:cNvSpPr txBox="1"/>
          <p:nvPr/>
        </p:nvSpPr>
        <p:spPr>
          <a:xfrm>
            <a:off x="3278481" y="347702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77D2EAC9-B950-41F1-B928-5710FB5E70AE}"/>
              </a:ext>
            </a:extLst>
          </p:cNvPr>
          <p:cNvSpPr txBox="1"/>
          <p:nvPr/>
        </p:nvSpPr>
        <p:spPr>
          <a:xfrm>
            <a:off x="5204887" y="3368251"/>
            <a:ext cx="3267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p’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A37DAA12-BBF6-4DB8-8E3E-EACB3DE19886}"/>
              </a:ext>
            </a:extLst>
          </p:cNvPr>
          <p:cNvSpPr txBox="1"/>
          <p:nvPr/>
        </p:nvSpPr>
        <p:spPr>
          <a:xfrm>
            <a:off x="1927142" y="3114390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endParaRPr lang="fr-FR" sz="1200" dirty="0"/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09A3B4E9-FB5C-4274-8C7D-43E7500F1F81}"/>
              </a:ext>
            </a:extLst>
          </p:cNvPr>
          <p:cNvSpPr txBox="1"/>
          <p:nvPr/>
        </p:nvSpPr>
        <p:spPr>
          <a:xfrm>
            <a:off x="4342015" y="311276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r>
              <a:rPr lang="fr-FR" sz="1200" dirty="0"/>
              <a:t>’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4CC542A5-63D8-4390-AC4C-EA311B669349}"/>
              </a:ext>
            </a:extLst>
          </p:cNvPr>
          <p:cNvSpPr txBox="1"/>
          <p:nvPr/>
        </p:nvSpPr>
        <p:spPr>
          <a:xfrm>
            <a:off x="5356167" y="2085898"/>
            <a:ext cx="4619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000" dirty="0"/>
              <a:t>π</a:t>
            </a:r>
            <a:r>
              <a:rPr lang="fr-FR" sz="1000" dirty="0"/>
              <a:t>-</a:t>
            </a:r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07C4714F-200C-4787-8AFF-EBA9FCEA7483}"/>
              </a:ext>
            </a:extLst>
          </p:cNvPr>
          <p:cNvCxnSpPr>
            <a:cxnSpLocks/>
          </p:cNvCxnSpPr>
          <p:nvPr/>
        </p:nvCxnSpPr>
        <p:spPr>
          <a:xfrm flipV="1">
            <a:off x="4028440" y="2187509"/>
            <a:ext cx="3076837" cy="1140198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Forme libre : forme 113">
            <a:extLst>
              <a:ext uri="{FF2B5EF4-FFF2-40B4-BE49-F238E27FC236}">
                <a16:creationId xmlns:a16="http://schemas.microsoft.com/office/drawing/2014/main" id="{07C4554F-49CC-4A8A-ACE7-2F3187566744}"/>
              </a:ext>
            </a:extLst>
          </p:cNvPr>
          <p:cNvSpPr/>
          <p:nvPr/>
        </p:nvSpPr>
        <p:spPr>
          <a:xfrm>
            <a:off x="6272219" y="2234660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Forme libre : forme 114">
            <a:extLst>
              <a:ext uri="{FF2B5EF4-FFF2-40B4-BE49-F238E27FC236}">
                <a16:creationId xmlns:a16="http://schemas.microsoft.com/office/drawing/2014/main" id="{1AA5A889-61CB-46BC-B1F9-3D6B0EF4D0FC}"/>
              </a:ext>
            </a:extLst>
          </p:cNvPr>
          <p:cNvSpPr/>
          <p:nvPr/>
        </p:nvSpPr>
        <p:spPr>
          <a:xfrm rot="10800000">
            <a:off x="6670232" y="2338408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0" name="Connecteur droit 119">
            <a:extLst>
              <a:ext uri="{FF2B5EF4-FFF2-40B4-BE49-F238E27FC236}">
                <a16:creationId xmlns:a16="http://schemas.microsoft.com/office/drawing/2014/main" id="{E12B33BF-96A8-40C7-AC36-4235D6B1ACF2}"/>
              </a:ext>
            </a:extLst>
          </p:cNvPr>
          <p:cNvCxnSpPr/>
          <p:nvPr/>
        </p:nvCxnSpPr>
        <p:spPr>
          <a:xfrm>
            <a:off x="6154944" y="325673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ZoneTexte 120">
            <a:extLst>
              <a:ext uri="{FF2B5EF4-FFF2-40B4-BE49-F238E27FC236}">
                <a16:creationId xmlns:a16="http://schemas.microsoft.com/office/drawing/2014/main" id="{97E2D442-5056-4033-9A84-736FF5151608}"/>
              </a:ext>
            </a:extLst>
          </p:cNvPr>
          <p:cNvSpPr txBox="1"/>
          <p:nvPr/>
        </p:nvSpPr>
        <p:spPr>
          <a:xfrm>
            <a:off x="6096437" y="3239743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</a:t>
            </a:r>
          </a:p>
        </p:txBody>
      </p:sp>
      <p:pic>
        <p:nvPicPr>
          <p:cNvPr id="123" name="Image 122">
            <a:extLst>
              <a:ext uri="{FF2B5EF4-FFF2-40B4-BE49-F238E27FC236}">
                <a16:creationId xmlns:a16="http://schemas.microsoft.com/office/drawing/2014/main" id="{440C0E79-B054-474E-B97C-8C1F6E19C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92" y="570175"/>
            <a:ext cx="3447025" cy="1901127"/>
          </a:xfrm>
          <a:prstGeom prst="rect">
            <a:avLst/>
          </a:prstGeom>
        </p:spPr>
      </p:pic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2D72572-ECD3-4F72-B453-D0FF23EA334A}"/>
              </a:ext>
            </a:extLst>
          </p:cNvPr>
          <p:cNvCxnSpPr>
            <a:cxnSpLocks/>
          </p:cNvCxnSpPr>
          <p:nvPr/>
        </p:nvCxnSpPr>
        <p:spPr>
          <a:xfrm>
            <a:off x="6508153" y="2403765"/>
            <a:ext cx="0" cy="92062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BD89B283-B6CD-46E6-BDB6-DD026F99B14E}"/>
              </a:ext>
            </a:extLst>
          </p:cNvPr>
          <p:cNvSpPr txBox="1"/>
          <p:nvPr/>
        </p:nvSpPr>
        <p:spPr>
          <a:xfrm>
            <a:off x="6347995" y="3242051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24E2A429-308C-4936-A959-0A14972BE673}"/>
              </a:ext>
            </a:extLst>
          </p:cNvPr>
          <p:cNvSpPr txBox="1"/>
          <p:nvPr/>
        </p:nvSpPr>
        <p:spPr>
          <a:xfrm>
            <a:off x="6385788" y="2065326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1986340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170</Words>
  <Application>Microsoft Office PowerPoint</Application>
  <PresentationFormat>Grand écran</PresentationFormat>
  <Paragraphs>53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ArialBold</vt:lpstr>
      <vt:lpstr>ArialRegular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48</cp:revision>
  <dcterms:created xsi:type="dcterms:W3CDTF">2025-12-23T15:35:45Z</dcterms:created>
  <dcterms:modified xsi:type="dcterms:W3CDTF">2026-06-09T10:05:18Z</dcterms:modified>
</cp:coreProperties>
</file>