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7"/>
  </p:notesMasterIdLst>
  <p:handoutMasterIdLst>
    <p:handoutMasterId r:id="rId8"/>
  </p:handoutMasterIdLst>
  <p:sldIdLst>
    <p:sldId id="268" r:id="rId2"/>
    <p:sldId id="267" r:id="rId3"/>
    <p:sldId id="270" r:id="rId4"/>
    <p:sldId id="273" r:id="rId5"/>
    <p:sldId id="274" r:id="rId6"/>
  </p:sldIdLst>
  <p:sldSz cx="30275213" cy="42803763"/>
  <p:notesSz cx="7104063" cy="10234613"/>
  <p:defaultTextStyle>
    <a:defPPr>
      <a:defRPr lang="fr-FR"/>
    </a:defPPr>
    <a:lvl1pPr marL="0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ROUXEL, Ifremer Brest PDG-REM-RDT-LDCM, 0298224606" initials="JRIBP0" lastIdx="5" clrIdx="0">
    <p:extLst>
      <p:ext uri="{19B8F6BF-5375-455C-9EA6-DF929625EA0E}">
        <p15:presenceInfo xmlns:p15="http://schemas.microsoft.com/office/powerpoint/2012/main" userId="S-1-5-21-500109986-1412980772-1848903544-32164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92D2"/>
    <a:srgbClr val="187AAC"/>
    <a:srgbClr val="6600CC"/>
    <a:srgbClr val="33CCFF"/>
    <a:srgbClr val="FFFFFF"/>
    <a:srgbClr val="13E353"/>
    <a:srgbClr val="E6E6E6"/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68" autoAdjust="0"/>
    <p:restoredTop sz="91080" autoAdjust="0"/>
  </p:normalViewPr>
  <p:slideViewPr>
    <p:cSldViewPr snapToGrid="0" snapToObjects="1">
      <p:cViewPr>
        <p:scale>
          <a:sx n="25" d="100"/>
          <a:sy n="25" d="100"/>
        </p:scale>
        <p:origin x="1018" y="-1627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5C0C46ED-7803-2C4C-B282-9892E322E1CF}" type="datetime1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24DC5107-9872-B540-9E95-35D9A9A0B4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654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DDC41925-E3E2-B640-90AA-64598CE09C95}" type="datetime1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95513" y="768350"/>
            <a:ext cx="27130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609DA962-CDD0-7A4D-B4BD-EE12C9A0BD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274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972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809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003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523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e Pag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z_PPT4garde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354676" cy="42916109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756" y="2485854"/>
            <a:ext cx="6102603" cy="4133802"/>
          </a:xfrm>
          <a:prstGeom prst="rect">
            <a:avLst/>
          </a:prstGeom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1150815" y="13855088"/>
            <a:ext cx="17106542" cy="523220"/>
          </a:xfrm>
        </p:spPr>
        <p:txBody>
          <a:bodyPr wrap="square" anchor="ctr" anchorCtr="0">
            <a:spAutoFit/>
          </a:bodyPr>
          <a:lstStyle>
            <a:lvl1pPr algn="l">
              <a:defRPr sz="2800" b="0" i="0" kern="1200" cap="all" spc="500">
                <a:solidFill>
                  <a:srgbClr val="F3E816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11150815" y="28531220"/>
            <a:ext cx="17106542" cy="369332"/>
          </a:xfr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800" b="0" i="0" kern="1200" cap="all" spc="500" baseline="0">
                <a:solidFill>
                  <a:srgbClr val="F3E816"/>
                </a:solidFill>
                <a:latin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037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SsTitr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29327" y="10708466"/>
            <a:ext cx="25733931" cy="9175067"/>
          </a:xfrm>
        </p:spPr>
        <p:txBody>
          <a:bodyPr/>
          <a:lstStyle>
            <a:lvl1pPr>
              <a:defRPr>
                <a:solidFill>
                  <a:srgbClr val="1B3C80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799968" y="21667018"/>
            <a:ext cx="21192649" cy="10938739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92D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16/09/2026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7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pic>
        <p:nvPicPr>
          <p:cNvPr id="11" name="Image 10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58723" y="3123662"/>
            <a:ext cx="26176209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8723" y="11397082"/>
            <a:ext cx="26176209" cy="26500199"/>
          </a:xfrm>
        </p:spPr>
        <p:txBody>
          <a:bodyPr/>
          <a:lstStyle>
            <a:lvl1pPr marL="0" indent="0">
              <a:buNone/>
              <a:defRPr sz="2800">
                <a:latin typeface="Open Sans"/>
                <a:cs typeface="Open Sans"/>
              </a:defRPr>
            </a:lvl1pPr>
            <a:lvl2pPr marL="457200" indent="0">
              <a:buNone/>
              <a:defRPr sz="2200" b="1" i="0">
                <a:solidFill>
                  <a:srgbClr val="187AAC"/>
                </a:solidFill>
                <a:latin typeface="Open Sans"/>
              </a:defRPr>
            </a:lvl2pPr>
            <a:lvl3pPr marL="712800">
              <a:defRPr sz="2000">
                <a:latin typeface="Open Sans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16/09/2026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83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arti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4v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30493328" cy="4311213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8198" y="15820440"/>
            <a:ext cx="20653969" cy="21480236"/>
          </a:xfrm>
        </p:spPr>
        <p:txBody>
          <a:bodyPr anchor="t" anchorCtr="0"/>
          <a:lstStyle>
            <a:lvl1pPr algn="l">
              <a:defRPr sz="4000" b="0" i="0">
                <a:solidFill>
                  <a:schemeClr val="bg1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098198" y="3931989"/>
            <a:ext cx="8639624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>
                <a:solidFill>
                  <a:srgbClr val="0092D2"/>
                </a:solidFill>
                <a:latin typeface=""/>
              </a:defRPr>
            </a:lvl1pPr>
          </a:lstStyle>
          <a:p>
            <a:fld id="{D2C4B537-1E70-B34C-A4EE-E549A5C45E95}" type="datetime1">
              <a:rPr lang="fr-FR" smtClean="0"/>
              <a:pPr/>
              <a:t>16/09/2026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11638901" y="3931989"/>
            <a:ext cx="8624431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9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75439" y="3001202"/>
            <a:ext cx="26173917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75440" y="11274617"/>
            <a:ext cx="12559871" cy="23561830"/>
          </a:xfrm>
        </p:spPr>
        <p:txBody>
          <a:bodyPr/>
          <a:lstStyle>
            <a:lvl1pPr marL="342900" indent="-342900">
              <a:buFont typeface="Arial"/>
              <a:buChar char="•"/>
              <a:defRPr sz="2500" baseline="0">
                <a:latin typeface="Open Sans"/>
              </a:defRPr>
            </a:lvl1pPr>
            <a:lvl2pPr marL="313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989485" y="11274617"/>
            <a:ext cx="12559871" cy="23561830"/>
          </a:xfrm>
        </p:spPr>
        <p:txBody>
          <a:bodyPr/>
          <a:lstStyle>
            <a:lvl1pPr>
              <a:defRPr sz="2500">
                <a:latin typeface="Open Sans"/>
              </a:defRPr>
            </a:lvl1pPr>
            <a:lvl2pPr marL="349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BD11D91D-1491-D948-B5FF-8107FB11BE15}" type="datetime1">
              <a:rPr lang="fr-FR" smtClean="0"/>
              <a:pPr/>
              <a:t>16/09/2026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8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1534" y="27505383"/>
            <a:ext cx="25733931" cy="85013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1534" y="18142065"/>
            <a:ext cx="25733931" cy="93633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0B34-F1D1-AB4C-9D69-9859871B7704}" type="datetime1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0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2" y="9581307"/>
            <a:ext cx="13376809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3762" y="13574339"/>
            <a:ext cx="13376809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79390" y="9581307"/>
            <a:ext cx="13382065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79390" y="13574339"/>
            <a:ext cx="13382065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E2E43-6FFB-B44E-AD17-BFB64ED72465}" type="datetime1">
              <a:rPr lang="fr-FR" smtClean="0"/>
              <a:t>16/09/2026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16/09/2026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88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3762" y="1704223"/>
            <a:ext cx="9960338" cy="72528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6766" y="1704228"/>
            <a:ext cx="16924687" cy="36531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3762" y="8957088"/>
            <a:ext cx="9960338" cy="292789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5392-5F5C-FA4A-B403-856F43DC1F56}" type="datetime1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F5D6-F39F-D449-BF94-7BFE23EC9A71}" type="datetime1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91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949529" y="1714138"/>
            <a:ext cx="6811923" cy="36521916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3761" y="1714138"/>
            <a:ext cx="19931182" cy="3652191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E19E-B504-4C4B-B4C2-55F7F6DED638}" type="datetime1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76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538A0-9A67-AC4C-91F1-81C206E20709}" type="datetime1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69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1" y="9987548"/>
            <a:ext cx="27247692" cy="28248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ECDC7-42CE-5D4E-A5B6-833C2B89EC98}" type="datetime1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898128" y="-7431816"/>
            <a:ext cx="18473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520" dirty="0"/>
          </a:p>
        </p:txBody>
      </p:sp>
    </p:spTree>
    <p:extLst>
      <p:ext uri="{BB962C8B-B14F-4D97-AF65-F5344CB8AC3E}">
        <p14:creationId xmlns:p14="http://schemas.microsoft.com/office/powerpoint/2010/main" val="192212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6" r:id="rId4"/>
    <p:sldLayoutId id="2147483721" r:id="rId5"/>
    <p:sldLayoutId id="2147483720" r:id="rId6"/>
    <p:sldLayoutId id="2147483722" r:id="rId7"/>
    <p:sldLayoutId id="2147483724" r:id="rId8"/>
    <p:sldLayoutId id="2147483725" r:id="rId9"/>
    <p:sldLayoutId id="2147483727" r:id="rId10"/>
    <p:sldLayoutId id="2147483728" r:id="rId11"/>
    <p:sldLayoutId id="2147483729" r:id="rId12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emf"/><Relationship Id="rId18" Type="http://schemas.openxmlformats.org/officeDocument/2006/relationships/image" Target="../media/image19.tmp"/><Relationship Id="rId26" Type="http://schemas.openxmlformats.org/officeDocument/2006/relationships/image" Target="../media/image26.tmp"/><Relationship Id="rId3" Type="http://schemas.openxmlformats.org/officeDocument/2006/relationships/image" Target="../media/image5.png"/><Relationship Id="rId21" Type="http://schemas.microsoft.com/office/2007/relationships/hdphoto" Target="../media/hdphoto2.wdp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tmp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tmp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2.emf"/><Relationship Id="rId24" Type="http://schemas.openxmlformats.org/officeDocument/2006/relationships/image" Target="../media/image24.tmp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3.png"/><Relationship Id="rId10" Type="http://schemas.openxmlformats.org/officeDocument/2006/relationships/image" Target="../media/image11.emf"/><Relationship Id="rId19" Type="http://schemas.openxmlformats.org/officeDocument/2006/relationships/image" Target="../media/image20.tmp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tmp"/><Relationship Id="rId22" Type="http://schemas.openxmlformats.org/officeDocument/2006/relationships/image" Target="../media/image22.tmp"/><Relationship Id="rId27" Type="http://schemas.openxmlformats.org/officeDocument/2006/relationships/image" Target="../media/image27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tmp"/><Relationship Id="rId13" Type="http://schemas.openxmlformats.org/officeDocument/2006/relationships/image" Target="../media/image13.png"/><Relationship Id="rId18" Type="http://schemas.openxmlformats.org/officeDocument/2006/relationships/image" Target="../media/image16.png"/><Relationship Id="rId26" Type="http://schemas.openxmlformats.org/officeDocument/2006/relationships/image" Target="../media/image26.tmp"/><Relationship Id="rId3" Type="http://schemas.openxmlformats.org/officeDocument/2006/relationships/image" Target="../media/image5.png"/><Relationship Id="rId21" Type="http://schemas.openxmlformats.org/officeDocument/2006/relationships/image" Target="../media/image18.tmp"/><Relationship Id="rId7" Type="http://schemas.openxmlformats.org/officeDocument/2006/relationships/image" Target="../media/image8.png"/><Relationship Id="rId12" Type="http://schemas.openxmlformats.org/officeDocument/2006/relationships/image" Target="../media/image12.emf"/><Relationship Id="rId17" Type="http://schemas.openxmlformats.org/officeDocument/2006/relationships/image" Target="../media/image15.tmp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tmp"/><Relationship Id="rId20" Type="http://schemas.openxmlformats.org/officeDocument/2006/relationships/image" Target="../media/image17.tmp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1.emf"/><Relationship Id="rId24" Type="http://schemas.openxmlformats.org/officeDocument/2006/relationships/image" Target="../media/image24.tmp"/><Relationship Id="rId5" Type="http://schemas.openxmlformats.org/officeDocument/2006/relationships/image" Target="../media/image7.png"/><Relationship Id="rId15" Type="http://schemas.openxmlformats.org/officeDocument/2006/relationships/image" Target="../media/image29.tmp"/><Relationship Id="rId23" Type="http://schemas.openxmlformats.org/officeDocument/2006/relationships/image" Target="../media/image20.tmp"/><Relationship Id="rId28" Type="http://schemas.openxmlformats.org/officeDocument/2006/relationships/image" Target="../media/image32.tmp"/><Relationship Id="rId10" Type="http://schemas.openxmlformats.org/officeDocument/2006/relationships/image" Target="../media/image10.png"/><Relationship Id="rId19" Type="http://schemas.openxmlformats.org/officeDocument/2006/relationships/image" Target="../media/image31.tmp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14.emf"/><Relationship Id="rId22" Type="http://schemas.openxmlformats.org/officeDocument/2006/relationships/image" Target="../media/image19.tmp"/><Relationship Id="rId27" Type="http://schemas.openxmlformats.org/officeDocument/2006/relationships/image" Target="../media/image27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emf"/><Relationship Id="rId18" Type="http://schemas.openxmlformats.org/officeDocument/2006/relationships/image" Target="../media/image19.tmp"/><Relationship Id="rId26" Type="http://schemas.openxmlformats.org/officeDocument/2006/relationships/image" Target="../media/image33.tmp"/><Relationship Id="rId3" Type="http://schemas.openxmlformats.org/officeDocument/2006/relationships/image" Target="../media/image5.png"/><Relationship Id="rId21" Type="http://schemas.openxmlformats.org/officeDocument/2006/relationships/image" Target="../media/image2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tmp"/><Relationship Id="rId25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tmp"/><Relationship Id="rId20" Type="http://schemas.openxmlformats.org/officeDocument/2006/relationships/image" Target="../media/image24.tmp"/><Relationship Id="rId29" Type="http://schemas.openxmlformats.org/officeDocument/2006/relationships/image" Target="../media/image36.tmp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2.emf"/><Relationship Id="rId24" Type="http://schemas.openxmlformats.org/officeDocument/2006/relationships/image" Target="../media/image21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7.tmp"/><Relationship Id="rId28" Type="http://schemas.openxmlformats.org/officeDocument/2006/relationships/image" Target="../media/image35.tmp"/><Relationship Id="rId10" Type="http://schemas.openxmlformats.org/officeDocument/2006/relationships/image" Target="../media/image11.emf"/><Relationship Id="rId19" Type="http://schemas.openxmlformats.org/officeDocument/2006/relationships/image" Target="../media/image20.tmp"/><Relationship Id="rId31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tmp"/><Relationship Id="rId22" Type="http://schemas.openxmlformats.org/officeDocument/2006/relationships/image" Target="../media/image26.tmp"/><Relationship Id="rId27" Type="http://schemas.openxmlformats.org/officeDocument/2006/relationships/image" Target="../media/image34.tmp"/><Relationship Id="rId30" Type="http://schemas.openxmlformats.org/officeDocument/2006/relationships/image" Target="../media/image31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38.png"/><Relationship Id="rId18" Type="http://schemas.openxmlformats.org/officeDocument/2006/relationships/image" Target="../media/image30.tmp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6.png"/><Relationship Id="rId12" Type="http://schemas.openxmlformats.org/officeDocument/2006/relationships/image" Target="../media/image14.emf"/><Relationship Id="rId17" Type="http://schemas.openxmlformats.org/officeDocument/2006/relationships/image" Target="../media/image16.png"/><Relationship Id="rId2" Type="http://schemas.openxmlformats.org/officeDocument/2006/relationships/image" Target="../media/image5.png"/><Relationship Id="rId16" Type="http://schemas.openxmlformats.org/officeDocument/2006/relationships/image" Target="../media/image18.tmp"/><Relationship Id="rId20" Type="http://schemas.openxmlformats.org/officeDocument/2006/relationships/image" Target="../media/image24.tmp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0.png"/><Relationship Id="rId23" Type="http://schemas.openxmlformats.org/officeDocument/2006/relationships/image" Target="../media/image27.tmp"/><Relationship Id="rId10" Type="http://schemas.openxmlformats.org/officeDocument/2006/relationships/image" Target="../media/image28.tmp"/><Relationship Id="rId19" Type="http://schemas.openxmlformats.org/officeDocument/2006/relationships/image" Target="../media/image40.png"/><Relationship Id="rId4" Type="http://schemas.microsoft.com/office/2007/relationships/hdphoto" Target="../media/hdphoto1.wdp"/><Relationship Id="rId9" Type="http://schemas.openxmlformats.org/officeDocument/2006/relationships/image" Target="../media/image12.emf"/><Relationship Id="rId14" Type="http://schemas.openxmlformats.org/officeDocument/2006/relationships/image" Target="../media/image39.png"/><Relationship Id="rId22" Type="http://schemas.openxmlformats.org/officeDocument/2006/relationships/image" Target="../media/image26.tm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tmp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20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emf"/><Relationship Id="rId11" Type="http://schemas.openxmlformats.org/officeDocument/2006/relationships/image" Target="../media/image33.tmp"/><Relationship Id="rId5" Type="http://schemas.openxmlformats.org/officeDocument/2006/relationships/image" Target="../media/image11.emf"/><Relationship Id="rId15" Type="http://schemas.openxmlformats.org/officeDocument/2006/relationships/image" Target="../media/image39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tmp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4269028" y="11780743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F461A9C1-B48A-468C-93EB-FF37B5F4C267}"/>
              </a:ext>
            </a:extLst>
          </p:cNvPr>
          <p:cNvGrpSpPr/>
          <p:nvPr/>
        </p:nvGrpSpPr>
        <p:grpSpPr>
          <a:xfrm>
            <a:off x="2481377" y="17117658"/>
            <a:ext cx="3947124" cy="4614991"/>
            <a:chOff x="23841303" y="14816100"/>
            <a:chExt cx="3947124" cy="4614991"/>
          </a:xfrm>
        </p:grpSpPr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A6A6E8C8-3027-440A-BDB5-AA9D5BE2D33D}"/>
                </a:ext>
              </a:extLst>
            </p:cNvPr>
            <p:cNvGrpSpPr/>
            <p:nvPr/>
          </p:nvGrpSpPr>
          <p:grpSpPr>
            <a:xfrm>
              <a:off x="23841303" y="14816100"/>
              <a:ext cx="3947124" cy="4017045"/>
              <a:chOff x="23841303" y="14816100"/>
              <a:chExt cx="3947124" cy="4017045"/>
            </a:xfrm>
          </p:grpSpPr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648917DD-DDBB-4422-8566-E6D457618BD2}"/>
                  </a:ext>
                </a:extLst>
              </p:cNvPr>
              <p:cNvSpPr txBox="1"/>
              <p:nvPr/>
            </p:nvSpPr>
            <p:spPr>
              <a:xfrm>
                <a:off x="23846837" y="17453566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COB-1281</a:t>
                </a:r>
              </a:p>
              <a:p>
                <a:r>
                  <a:rPr lang="fr-FR" sz="2000" dirty="0"/>
                  <a:t>8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92" name="Rectangle : coins arrondis 191">
                <a:extLst>
                  <a:ext uri="{FF2B5EF4-FFF2-40B4-BE49-F238E27FC236}">
                    <a16:creationId xmlns:a16="http://schemas.microsoft.com/office/drawing/2014/main" id="{2CF055B2-097A-4B53-934B-7AB8DEC4C61C}"/>
                  </a:ext>
                </a:extLst>
              </p:cNvPr>
              <p:cNvSpPr/>
              <p:nvPr/>
            </p:nvSpPr>
            <p:spPr>
              <a:xfrm>
                <a:off x="23841303" y="14816100"/>
                <a:ext cx="3947124" cy="4017045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0BEAC8ED-0090-4A60-A964-DC8CC28D0AA4}"/>
                </a:ext>
              </a:extLst>
            </p:cNvPr>
            <p:cNvSpPr txBox="1"/>
            <p:nvPr/>
          </p:nvSpPr>
          <p:spPr>
            <a:xfrm>
              <a:off x="24541187" y="18846316"/>
              <a:ext cx="2743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Ethernet</a:t>
              </a:r>
            </a:p>
          </p:txBody>
        </p:sp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9375777" y="15949337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832842" y="16344945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20413817" y="16339934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165302" y="318459"/>
            <a:ext cx="5794730" cy="9553475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747822" y="2209440"/>
            <a:ext cx="4434555" cy="5604191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21128" y="2253001"/>
            <a:ext cx="4434617" cy="5604269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52939" y="978882"/>
            <a:ext cx="1943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BR-101052-200</a:t>
            </a:r>
          </a:p>
          <a:p>
            <a:r>
              <a:rPr lang="fr-FR" sz="2000" dirty="0"/>
              <a:t>4’’     20 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789915" y="906740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18577196" y="11781750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6015813" y="8782684"/>
            <a:ext cx="2215729" cy="2488469"/>
            <a:chOff x="10147986" y="7295487"/>
            <a:chExt cx="2215729" cy="2488469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2150162" y="9052595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735964" y="18763579"/>
            <a:ext cx="4710111" cy="2070943"/>
            <a:chOff x="17165543" y="8360833"/>
            <a:chExt cx="4710111" cy="2070943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165543" y="8360833"/>
              <a:ext cx="14915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Alim moteur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4307285" y="16516764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7068782" y="21214382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43895" y="21319068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2352350" y="9048957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137" name="Image 136">
            <a:extLst>
              <a:ext uri="{FF2B5EF4-FFF2-40B4-BE49-F238E27FC236}">
                <a16:creationId xmlns:a16="http://schemas.microsoft.com/office/drawing/2014/main" id="{053B826F-59BD-4759-B629-A0F2DB4308DF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7152" y="17295649"/>
            <a:ext cx="3352115" cy="2388774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10B014F1-B465-4D88-BCFF-9823BED93C07}"/>
              </a:ext>
            </a:extLst>
          </p:cNvPr>
          <p:cNvGrpSpPr/>
          <p:nvPr/>
        </p:nvGrpSpPr>
        <p:grpSpPr>
          <a:xfrm>
            <a:off x="7978497" y="11538075"/>
            <a:ext cx="2525148" cy="2134526"/>
            <a:chOff x="11440119" y="12515409"/>
            <a:chExt cx="2525148" cy="2134526"/>
          </a:xfrm>
        </p:grpSpPr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CB9AD409-3086-4A36-A53C-B17D5C9D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089C44B-7B22-4FEF-9EFD-83DCBBD7E14F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7276695" y="16471356"/>
            <a:ext cx="713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23765363" y="35053164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7181473" y="16699312"/>
            <a:ext cx="5608615" cy="5723711"/>
            <a:chOff x="5711424" y="22452111"/>
            <a:chExt cx="5608615" cy="5723711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1"/>
              <a:ext cx="5210534" cy="4515070"/>
              <a:chOff x="23375478" y="14816101"/>
              <a:chExt cx="5210534" cy="4515070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413171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1"/>
                <a:ext cx="5210534" cy="4515070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11424" y="27098604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14034126" y="17385236"/>
            <a:ext cx="4632606" cy="4611598"/>
            <a:chOff x="15154929" y="21651325"/>
            <a:chExt cx="4632606" cy="461159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36118" y="18722956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20554545" y="18554027"/>
            <a:ext cx="1634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Signal moteur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20017854" y="20814318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8A4E8E52-F4D1-4DCC-A663-FB0CB397DEA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65178" y="2455391"/>
            <a:ext cx="5881947" cy="5279613"/>
          </a:xfrm>
          <a:prstGeom prst="rect">
            <a:avLst/>
          </a:prstGeom>
        </p:spPr>
      </p:pic>
      <p:sp>
        <p:nvSpPr>
          <p:cNvPr id="237" name="ZoneTexte 236">
            <a:extLst>
              <a:ext uri="{FF2B5EF4-FFF2-40B4-BE49-F238E27FC236}">
                <a16:creationId xmlns:a16="http://schemas.microsoft.com/office/drawing/2014/main" id="{4087B970-6A08-426E-A7FE-79B71FF4790A}"/>
              </a:ext>
            </a:extLst>
          </p:cNvPr>
          <p:cNvSpPr txBox="1"/>
          <p:nvPr/>
        </p:nvSpPr>
        <p:spPr>
          <a:xfrm>
            <a:off x="669057" y="1689411"/>
            <a:ext cx="1943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BR-102993-998</a:t>
            </a:r>
            <a:endParaRPr lang="fr-FR" sz="2000" dirty="0"/>
          </a:p>
          <a:p>
            <a:r>
              <a:rPr lang="fr-FR" sz="2000" dirty="0"/>
              <a:t>4’’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4C20FEB8-3FDC-44D9-9026-E67FC9E95096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r="2770"/>
          <a:stretch/>
        </p:blipFill>
        <p:spPr>
          <a:xfrm>
            <a:off x="24552824" y="1949069"/>
            <a:ext cx="5586813" cy="5410669"/>
          </a:xfrm>
          <a:prstGeom prst="rect">
            <a:avLst/>
          </a:prstGeom>
        </p:spPr>
      </p:pic>
      <p:sp>
        <p:nvSpPr>
          <p:cNvPr id="238" name="ZoneTexte 237">
            <a:extLst>
              <a:ext uri="{FF2B5EF4-FFF2-40B4-BE49-F238E27FC236}">
                <a16:creationId xmlns:a16="http://schemas.microsoft.com/office/drawing/2014/main" id="{57A94DB6-93E9-4727-839D-778AC0E6B8AE}"/>
              </a:ext>
            </a:extLst>
          </p:cNvPr>
          <p:cNvSpPr txBox="1"/>
          <p:nvPr/>
        </p:nvSpPr>
        <p:spPr>
          <a:xfrm>
            <a:off x="25237456" y="1286658"/>
            <a:ext cx="2409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5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BR-102993-005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9" name="ZoneTexte 238">
            <a:extLst>
              <a:ext uri="{FF2B5EF4-FFF2-40B4-BE49-F238E27FC236}">
                <a16:creationId xmlns:a16="http://schemas.microsoft.com/office/drawing/2014/main" id="{6C32C6C4-06D0-4CC9-A3FB-923883182569}"/>
              </a:ext>
            </a:extLst>
          </p:cNvPr>
          <p:cNvSpPr txBox="1"/>
          <p:nvPr/>
        </p:nvSpPr>
        <p:spPr>
          <a:xfrm>
            <a:off x="20179313" y="1286658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A4E65806-927C-4212-9F3B-D45FFAE56625}"/>
              </a:ext>
            </a:extLst>
          </p:cNvPr>
          <p:cNvSpPr txBox="1"/>
          <p:nvPr/>
        </p:nvSpPr>
        <p:spPr>
          <a:xfrm>
            <a:off x="14253900" y="10318131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14E0661-4B39-470B-9555-B46850F708F5}"/>
              </a:ext>
            </a:extLst>
          </p:cNvPr>
          <p:cNvCxnSpPr>
            <a:cxnSpLocks/>
          </p:cNvCxnSpPr>
          <p:nvPr/>
        </p:nvCxnSpPr>
        <p:spPr>
          <a:xfrm flipV="1">
            <a:off x="26153666" y="4574192"/>
            <a:ext cx="1384133" cy="49745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1ED9B008-799C-493F-8625-8366634152C5}"/>
              </a:ext>
            </a:extLst>
          </p:cNvPr>
          <p:cNvSpPr txBox="1"/>
          <p:nvPr/>
        </p:nvSpPr>
        <p:spPr>
          <a:xfrm>
            <a:off x="24677124" y="9354658"/>
            <a:ext cx="48158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Percer un trou supplémentaire  en M10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DA450FEA-3C87-4FC3-88C0-20913D1FCD57}"/>
              </a:ext>
            </a:extLst>
          </p:cNvPr>
          <p:cNvSpPr/>
          <p:nvPr/>
        </p:nvSpPr>
        <p:spPr>
          <a:xfrm>
            <a:off x="135576" y="651638"/>
            <a:ext cx="29945839" cy="1351997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3769F0DB-E2FF-4B4D-B53A-90F658FD1906}"/>
              </a:ext>
            </a:extLst>
          </p:cNvPr>
          <p:cNvSpPr txBox="1"/>
          <p:nvPr/>
        </p:nvSpPr>
        <p:spPr>
          <a:xfrm>
            <a:off x="23091974" y="13251517"/>
            <a:ext cx="591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Caisson vidéo/batterie</a:t>
            </a:r>
          </a:p>
        </p:txBody>
      </p:sp>
      <p:pic>
        <p:nvPicPr>
          <p:cNvPr id="107" name="Image 106">
            <a:extLst>
              <a:ext uri="{FF2B5EF4-FFF2-40B4-BE49-F238E27FC236}">
                <a16:creationId xmlns:a16="http://schemas.microsoft.com/office/drawing/2014/main" id="{6567D8D8-FDE0-4EE2-B5F0-2AA044658B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68493" y="19183551"/>
            <a:ext cx="3318387" cy="1802825"/>
          </a:xfrm>
          <a:prstGeom prst="rect">
            <a:avLst/>
          </a:prstGeom>
        </p:spPr>
      </p:pic>
      <p:sp>
        <p:nvSpPr>
          <p:cNvPr id="108" name="ZoneTexte 107">
            <a:extLst>
              <a:ext uri="{FF2B5EF4-FFF2-40B4-BE49-F238E27FC236}">
                <a16:creationId xmlns:a16="http://schemas.microsoft.com/office/drawing/2014/main" id="{B878685D-7E0E-4834-B592-804B099FFFA9}"/>
              </a:ext>
            </a:extLst>
          </p:cNvPr>
          <p:cNvSpPr txBox="1"/>
          <p:nvPr/>
        </p:nvSpPr>
        <p:spPr>
          <a:xfrm>
            <a:off x="8094597" y="1895554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C176FC3D-D5CE-4AC5-AE85-F503D23A5CC9}"/>
              </a:ext>
            </a:extLst>
          </p:cNvPr>
          <p:cNvSpPr txBox="1"/>
          <p:nvPr/>
        </p:nvSpPr>
        <p:spPr>
          <a:xfrm>
            <a:off x="11641004" y="38863742"/>
            <a:ext cx="1142652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v3.5 mono</a:t>
            </a:r>
          </a:p>
        </p:txBody>
      </p: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D4ACFAD2-47DA-41B2-9D7A-A698BB755C82}"/>
              </a:ext>
            </a:extLst>
          </p:cNvPr>
          <p:cNvGrpSpPr/>
          <p:nvPr/>
        </p:nvGrpSpPr>
        <p:grpSpPr>
          <a:xfrm>
            <a:off x="18606342" y="8602540"/>
            <a:ext cx="2723164" cy="2214511"/>
            <a:chOff x="5752578" y="18988487"/>
            <a:chExt cx="2723164" cy="2214511"/>
          </a:xfrm>
        </p:grpSpPr>
        <p:pic>
          <p:nvPicPr>
            <p:cNvPr id="111" name="Image 110">
              <a:extLst>
                <a:ext uri="{FF2B5EF4-FFF2-40B4-BE49-F238E27FC236}">
                  <a16:creationId xmlns:a16="http://schemas.microsoft.com/office/drawing/2014/main" id="{AD1E358A-EE65-486C-829B-FB978C773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9BDE11F3-7D26-4A04-92AC-44E2B932BF0C}"/>
                </a:ext>
              </a:extLst>
            </p:cNvPr>
            <p:cNvSpPr txBox="1"/>
            <p:nvPr/>
          </p:nvSpPr>
          <p:spPr>
            <a:xfrm>
              <a:off x="5752578" y="1898848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623F97FD-1F73-4F99-A9F5-4F828397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73517"/>
              </p:ext>
            </p:extLst>
          </p:nvPr>
        </p:nvGraphicFramePr>
        <p:xfrm>
          <a:off x="288179" y="23964283"/>
          <a:ext cx="17831119" cy="14539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4316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4998493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2543852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421999656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690195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005541607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049234798"/>
                    </a:ext>
                  </a:extLst>
                </a:gridCol>
                <a:gridCol w="2147778">
                  <a:extLst>
                    <a:ext uri="{9D8B030D-6E8A-4147-A177-3AD203B41FA5}">
                      <a16:colId xmlns:a16="http://schemas.microsoft.com/office/drawing/2014/main" val="3907579341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Base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Moteur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Stéréo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Double 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Maintenance &amp; Outils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4’’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20 cm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Watertight Enclosure Tube: 4" Locking Series, Acrylic 20 mm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BR-101052-200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BR-100665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5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5 Holes (4″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927602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10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Aluminum End Cap with 10 Holes (4″ Series)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49458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 plan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End cap acrylic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Presse étoupe 6.5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WLP-M10-6.5MM-HC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BR-100870-165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6930973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Presse étoupe 8.5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WLP-M10-8.5MM-HC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BR-100870-185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097058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femme + câble fils nus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8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COB-1281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438917"/>
                  </a:ext>
                </a:extLst>
              </a:tr>
              <a:tr h="382134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Tube 2’’ </a:t>
                      </a:r>
                      <a:r>
                        <a:rPr lang="fr-FR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Acrylic</a:t>
                      </a: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10 cm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Enclosure tube 2’’ acrylic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BR-100230-101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4744321"/>
                  </a:ext>
                </a:extLst>
              </a:tr>
              <a:tr h="443121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 2 trous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End cap 2’’  2 Holes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163220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Bride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793871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Hublot plan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End cap </a:t>
                      </a:r>
                      <a:r>
                        <a:rPr lang="fr-FR" sz="2000" dirty="0" err="1"/>
                        <a:t>acrylic</a:t>
                      </a:r>
                      <a:r>
                        <a:rPr lang="fr-FR" sz="2000" dirty="0"/>
                        <a:t>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62031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 err="1"/>
                        <a:t>WetLink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Penetrator</a:t>
                      </a:r>
                      <a:r>
                        <a:rPr lang="fr-FR" sz="2000" dirty="0"/>
                        <a:t> Blank (No Hole)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BR-100434-010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876960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Lumen </a:t>
                      </a:r>
                      <a:r>
                        <a:rPr lang="fr-FR" sz="2000" dirty="0" err="1"/>
                        <a:t>Subsea</a:t>
                      </a:r>
                      <a:r>
                        <a:rPr lang="fr-FR" sz="2000" dirty="0"/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101728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152937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685333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Penetrator Plug Wrench - 18 mm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BR-100369-018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543639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9698613"/>
                  </a:ext>
                </a:extLst>
              </a:tr>
            </a:tbl>
          </a:graphicData>
        </a:graphic>
      </p:graphicFrame>
      <p:grpSp>
        <p:nvGrpSpPr>
          <p:cNvPr id="99" name="Groupe 98">
            <a:extLst>
              <a:ext uri="{FF2B5EF4-FFF2-40B4-BE49-F238E27FC236}">
                <a16:creationId xmlns:a16="http://schemas.microsoft.com/office/drawing/2014/main" id="{41426F02-E9F5-4927-BC6E-DE45C8C2EB03}"/>
              </a:ext>
            </a:extLst>
          </p:cNvPr>
          <p:cNvGrpSpPr/>
          <p:nvPr/>
        </p:nvGrpSpPr>
        <p:grpSpPr>
          <a:xfrm>
            <a:off x="18962993" y="24682866"/>
            <a:ext cx="8642041" cy="9404020"/>
            <a:chOff x="21401608" y="30332275"/>
            <a:chExt cx="8642041" cy="9404020"/>
          </a:xfrm>
        </p:grpSpPr>
        <p:grpSp>
          <p:nvGrpSpPr>
            <p:cNvPr id="100" name="Groupe 99">
              <a:extLst>
                <a:ext uri="{FF2B5EF4-FFF2-40B4-BE49-F238E27FC236}">
                  <a16:creationId xmlns:a16="http://schemas.microsoft.com/office/drawing/2014/main" id="{F496AEA9-D731-4CAD-B250-FECEAEADDC10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02" name="Groupe 101">
                <a:extLst>
                  <a:ext uri="{FF2B5EF4-FFF2-40B4-BE49-F238E27FC236}">
                    <a16:creationId xmlns:a16="http://schemas.microsoft.com/office/drawing/2014/main" id="{BFA2704C-AF19-4123-B20F-6C410331AC58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05" name="Groupe 104">
                  <a:extLst>
                    <a:ext uri="{FF2B5EF4-FFF2-40B4-BE49-F238E27FC236}">
                      <a16:creationId xmlns:a16="http://schemas.microsoft.com/office/drawing/2014/main" id="{23149E10-377F-4F64-8A22-A0241F27B2B7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19" name="ZoneTexte 118">
                    <a:extLst>
                      <a:ext uri="{FF2B5EF4-FFF2-40B4-BE49-F238E27FC236}">
                        <a16:creationId xmlns:a16="http://schemas.microsoft.com/office/drawing/2014/main" id="{538FDC35-181C-4A7C-B4CF-C48E8F3569CC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22" name="Groupe 121">
                    <a:extLst>
                      <a:ext uri="{FF2B5EF4-FFF2-40B4-BE49-F238E27FC236}">
                        <a16:creationId xmlns:a16="http://schemas.microsoft.com/office/drawing/2014/main" id="{DDB7ED88-A94C-4E2A-BBD2-6EAF68B4B727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24" name="Image 123">
                      <a:extLst>
                        <a:ext uri="{FF2B5EF4-FFF2-40B4-BE49-F238E27FC236}">
                          <a16:creationId xmlns:a16="http://schemas.microsoft.com/office/drawing/2014/main" id="{706CFB01-6710-4641-932C-08D100FE4A1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4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5" name="Rectangle 124">
                      <a:extLst>
                        <a:ext uri="{FF2B5EF4-FFF2-40B4-BE49-F238E27FC236}">
                          <a16:creationId xmlns:a16="http://schemas.microsoft.com/office/drawing/2014/main" id="{75C09A76-11AB-435F-ABEE-9EEF5A29F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23" name="Rectangle : coins arrondis 122">
                    <a:extLst>
                      <a:ext uri="{FF2B5EF4-FFF2-40B4-BE49-F238E27FC236}">
                        <a16:creationId xmlns:a16="http://schemas.microsoft.com/office/drawing/2014/main" id="{DFF7C943-708E-46BB-A2F9-C48984C99FFE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06" name="ZoneTexte 105">
                  <a:extLst>
                    <a:ext uri="{FF2B5EF4-FFF2-40B4-BE49-F238E27FC236}">
                      <a16:creationId xmlns:a16="http://schemas.microsoft.com/office/drawing/2014/main" id="{0C134516-FB87-47F8-8D13-41556ABF65D1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13" name="Groupe 112">
                  <a:extLst>
                    <a:ext uri="{FF2B5EF4-FFF2-40B4-BE49-F238E27FC236}">
                      <a16:creationId xmlns:a16="http://schemas.microsoft.com/office/drawing/2014/main" id="{B4C014A4-8988-4770-9300-5DDD05F08F3B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17" name="Image 116">
                    <a:extLst>
                      <a:ext uri="{FF2B5EF4-FFF2-40B4-BE49-F238E27FC236}">
                        <a16:creationId xmlns:a16="http://schemas.microsoft.com/office/drawing/2014/main" id="{A330A8DF-078B-46F3-9C74-59056DBBE7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5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89BB691E-51B2-4210-9062-63DB60B198A7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03" name="Image 102">
                <a:extLst>
                  <a:ext uri="{FF2B5EF4-FFF2-40B4-BE49-F238E27FC236}">
                    <a16:creationId xmlns:a16="http://schemas.microsoft.com/office/drawing/2014/main" id="{1FBCD431-11BA-42A5-B28E-A2671A30E1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91316DC5-DEA8-48C9-94B9-638CE9678F06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01" name="Image 100">
              <a:extLst>
                <a:ext uri="{FF2B5EF4-FFF2-40B4-BE49-F238E27FC236}">
                  <a16:creationId xmlns:a16="http://schemas.microsoft.com/office/drawing/2014/main" id="{26F444C4-DEB9-4819-ACB6-DC699008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984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9328323" y="18525421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8882197" y="21777109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339262" y="22172717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19920237" y="22167706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882246" y="11487605"/>
            <a:ext cx="5308440" cy="8751753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852601" y="13421436"/>
            <a:ext cx="3817095" cy="4823873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7174738" y="13423625"/>
            <a:ext cx="3817095" cy="4823873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76770" y="1199421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BR-102649-150</a:t>
            </a:r>
          </a:p>
          <a:p>
            <a:r>
              <a:rPr lang="fr-FR" sz="2000" dirty="0"/>
              <a:t>3’’     15cm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6" name="ZoneTexte 265">
            <a:extLst>
              <a:ext uri="{FF2B5EF4-FFF2-40B4-BE49-F238E27FC236}">
                <a16:creationId xmlns:a16="http://schemas.microsoft.com/office/drawing/2014/main" id="{C3735E67-27B3-446A-A3D0-B33F47C24923}"/>
              </a:ext>
            </a:extLst>
          </p:cNvPr>
          <p:cNvSpPr txBox="1"/>
          <p:nvPr/>
        </p:nvSpPr>
        <p:spPr>
          <a:xfrm>
            <a:off x="23839670" y="1259348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BR-100949-004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4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267" name="ZoneTexte 266">
            <a:extLst>
              <a:ext uri="{FF2B5EF4-FFF2-40B4-BE49-F238E27FC236}">
                <a16:creationId xmlns:a16="http://schemas.microsoft.com/office/drawing/2014/main" id="{43A117C3-E4A9-4B74-8C99-86827A416965}"/>
              </a:ext>
            </a:extLst>
          </p:cNvPr>
          <p:cNvSpPr txBox="1"/>
          <p:nvPr/>
        </p:nvSpPr>
        <p:spPr>
          <a:xfrm>
            <a:off x="19890431" y="13012285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314288" y="12780426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69" name="Rectangle : coins arrondis 268">
            <a:extLst>
              <a:ext uri="{FF2B5EF4-FFF2-40B4-BE49-F238E27FC236}">
                <a16:creationId xmlns:a16="http://schemas.microsoft.com/office/drawing/2014/main" id="{D599B0B9-6FB6-4235-A8F4-172C80AD58F2}"/>
              </a:ext>
            </a:extLst>
          </p:cNvPr>
          <p:cNvSpPr/>
          <p:nvPr/>
        </p:nvSpPr>
        <p:spPr>
          <a:xfrm>
            <a:off x="137160" y="11985613"/>
            <a:ext cx="29687520" cy="9370734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ZoneTexte 269">
            <a:extLst>
              <a:ext uri="{FF2B5EF4-FFF2-40B4-BE49-F238E27FC236}">
                <a16:creationId xmlns:a16="http://schemas.microsoft.com/office/drawing/2014/main" id="{8680426A-B91A-4971-9BB5-3247182E9E08}"/>
              </a:ext>
            </a:extLst>
          </p:cNvPr>
          <p:cNvSpPr txBox="1"/>
          <p:nvPr/>
        </p:nvSpPr>
        <p:spPr>
          <a:xfrm>
            <a:off x="24229942" y="20141388"/>
            <a:ext cx="39426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batterie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F3A9B659-2085-40C3-8487-88BAFA398F1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99156" y="13366228"/>
            <a:ext cx="4713032" cy="43484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E4E6BF8-40FF-4865-9429-0D0AE0CE4F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1521601" y="-429557"/>
            <a:ext cx="5308440" cy="875175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ABE5F94-58FB-4FF9-8657-534F48C9D7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8660712" y="1623334"/>
            <a:ext cx="3817095" cy="48238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AE151F9-09F2-43B0-A342-3A748177CCF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20455" y="1365697"/>
            <a:ext cx="3817095" cy="4823873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2181728" y="9439403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sp>
        <p:nvSpPr>
          <p:cNvPr id="93" name="ZoneTexte 92">
            <a:extLst>
              <a:ext uri="{FF2B5EF4-FFF2-40B4-BE49-F238E27FC236}">
                <a16:creationId xmlns:a16="http://schemas.microsoft.com/office/drawing/2014/main" id="{DD99287E-3B80-4031-B7C5-4CF86CB88FEA}"/>
              </a:ext>
            </a:extLst>
          </p:cNvPr>
          <p:cNvSpPr txBox="1"/>
          <p:nvPr/>
        </p:nvSpPr>
        <p:spPr>
          <a:xfrm>
            <a:off x="13084881" y="224983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BR-102649-150</a:t>
            </a:r>
          </a:p>
          <a:p>
            <a:r>
              <a:rPr lang="fr-FR" sz="2000" dirty="0"/>
              <a:t>3’’     15cm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F8B6ABC-E2B2-44B3-AFA9-12818DC41DCA}"/>
              </a:ext>
            </a:extLst>
          </p:cNvPr>
          <p:cNvGrpSpPr/>
          <p:nvPr/>
        </p:nvGrpSpPr>
        <p:grpSpPr>
          <a:xfrm>
            <a:off x="1448022" y="6785738"/>
            <a:ext cx="3055678" cy="1964127"/>
            <a:chOff x="1582734" y="6944117"/>
            <a:chExt cx="3055678" cy="1964127"/>
          </a:xfrm>
        </p:grpSpPr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6A76A416-36D4-47AE-88E9-E52FB13C8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B9B2AB85-DB50-4A57-8D0D-0260A951AD37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sp>
        <p:nvSpPr>
          <p:cNvPr id="99" name="ZoneTexte 98">
            <a:extLst>
              <a:ext uri="{FF2B5EF4-FFF2-40B4-BE49-F238E27FC236}">
                <a16:creationId xmlns:a16="http://schemas.microsoft.com/office/drawing/2014/main" id="{724142CB-A955-4811-9F78-A5D96A171C92}"/>
              </a:ext>
            </a:extLst>
          </p:cNvPr>
          <p:cNvSpPr txBox="1"/>
          <p:nvPr/>
        </p:nvSpPr>
        <p:spPr>
          <a:xfrm>
            <a:off x="1148650" y="906407"/>
            <a:ext cx="2313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Dome</a:t>
            </a:r>
            <a:r>
              <a:rPr lang="fr-FR" sz="2000" dirty="0"/>
              <a:t> </a:t>
            </a:r>
            <a:r>
              <a:rPr lang="fr-FR" sz="2000" dirty="0" err="1"/>
              <a:t>optically</a:t>
            </a:r>
            <a:r>
              <a:rPr lang="fr-FR" sz="2000" dirty="0"/>
              <a:t> </a:t>
            </a:r>
            <a:r>
              <a:rPr lang="fr-FR" sz="2000" dirty="0" err="1"/>
              <a:t>clear</a:t>
            </a:r>
            <a:endParaRPr lang="fr-FR" sz="2000" dirty="0"/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BR-101059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47C59E15-34A6-45F7-96A7-92C789F73284}"/>
              </a:ext>
            </a:extLst>
          </p:cNvPr>
          <p:cNvSpPr txBox="1"/>
          <p:nvPr/>
        </p:nvSpPr>
        <p:spPr>
          <a:xfrm>
            <a:off x="18698542" y="1214183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B56B5DEA-9265-46B0-BAF5-08CB4E212708}"/>
              </a:ext>
            </a:extLst>
          </p:cNvPr>
          <p:cNvSpPr txBox="1"/>
          <p:nvPr/>
        </p:nvSpPr>
        <p:spPr>
          <a:xfrm>
            <a:off x="6122399" y="421884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4E238C01-B202-4F54-964E-317C53E03A06}"/>
              </a:ext>
            </a:extLst>
          </p:cNvPr>
          <p:cNvSpPr/>
          <p:nvPr/>
        </p:nvSpPr>
        <p:spPr>
          <a:xfrm>
            <a:off x="759294" y="187511"/>
            <a:ext cx="27975008" cy="11483318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587442CF-E41F-4EDA-B2C5-347524029F3B}"/>
              </a:ext>
            </a:extLst>
          </p:cNvPr>
          <p:cNvSpPr txBox="1"/>
          <p:nvPr/>
        </p:nvSpPr>
        <p:spPr>
          <a:xfrm>
            <a:off x="24437365" y="10093168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vidéo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6238841" y="8743127"/>
            <a:ext cx="2286502" cy="2394542"/>
            <a:chOff x="10147986" y="7389414"/>
            <a:chExt cx="2286502" cy="2394542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85832" y="7389414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4731950" y="7330523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373809" y="24345317"/>
            <a:ext cx="4578686" cy="2316977"/>
            <a:chOff x="17296968" y="8114799"/>
            <a:chExt cx="4578686" cy="2316977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296968" y="8114799"/>
              <a:ext cx="15758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Vers batterie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3813705" y="22344536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DBAB34F3-DF1F-43AA-92FB-553A67FC0837}"/>
              </a:ext>
            </a:extLst>
          </p:cNvPr>
          <p:cNvGrpSpPr/>
          <p:nvPr/>
        </p:nvGrpSpPr>
        <p:grpSpPr>
          <a:xfrm>
            <a:off x="13216224" y="18094613"/>
            <a:ext cx="3484737" cy="3136812"/>
            <a:chOff x="10564913" y="7385135"/>
            <a:chExt cx="3484737" cy="3136812"/>
          </a:xfrm>
        </p:grpSpPr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FE144DB3-A206-4803-9341-45BDD3181764}"/>
                </a:ext>
              </a:extLst>
            </p:cNvPr>
            <p:cNvGrpSpPr/>
            <p:nvPr/>
          </p:nvGrpSpPr>
          <p:grpSpPr>
            <a:xfrm>
              <a:off x="11415529" y="8687134"/>
              <a:ext cx="2634121" cy="1834813"/>
              <a:chOff x="20451669" y="6081235"/>
              <a:chExt cx="2634121" cy="1834813"/>
            </a:xfrm>
          </p:grpSpPr>
          <p:pic>
            <p:nvPicPr>
              <p:cNvPr id="125" name="Image 124">
                <a:extLst>
                  <a:ext uri="{FF2B5EF4-FFF2-40B4-BE49-F238E27FC236}">
                    <a16:creationId xmlns:a16="http://schemas.microsoft.com/office/drawing/2014/main" id="{4756056E-6F5D-4DA6-8490-2D2A9FB2C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51669" y="6081235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5F84F2DE-B150-4E73-BA6C-8183F5216885}"/>
                  </a:ext>
                </a:extLst>
              </p:cNvPr>
              <p:cNvSpPr txBox="1"/>
              <p:nvPr/>
            </p:nvSpPr>
            <p:spPr>
              <a:xfrm>
                <a:off x="21404496" y="7208162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289893C3-85DF-4085-ACCD-2E9B9EF31254}"/>
                </a:ext>
              </a:extLst>
            </p:cNvPr>
            <p:cNvGrpSpPr/>
            <p:nvPr/>
          </p:nvGrpSpPr>
          <p:grpSpPr>
            <a:xfrm>
              <a:off x="10564913" y="7385135"/>
              <a:ext cx="2683770" cy="1383175"/>
              <a:chOff x="13238576" y="7026154"/>
              <a:chExt cx="2683770" cy="1383175"/>
            </a:xfrm>
          </p:grpSpPr>
          <p:pic>
            <p:nvPicPr>
              <p:cNvPr id="123" name="Image 122">
                <a:extLst>
                  <a:ext uri="{FF2B5EF4-FFF2-40B4-BE49-F238E27FC236}">
                    <a16:creationId xmlns:a16="http://schemas.microsoft.com/office/drawing/2014/main" id="{D3D00D75-8B8F-4EDA-B0E7-37FE64BCE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CFB2EDBC-B406-4FB3-B133-809648FDD3DE}"/>
                  </a:ext>
                </a:extLst>
              </p:cNvPr>
              <p:cNvSpPr txBox="1"/>
              <p:nvPr/>
            </p:nvSpPr>
            <p:spPr>
              <a:xfrm>
                <a:off x="14419947" y="769552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6575202" y="27042154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5FB96C5-F717-412C-B77B-36537A603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00371"/>
              </p:ext>
            </p:extLst>
          </p:nvPr>
        </p:nvGraphicFramePr>
        <p:xfrm>
          <a:off x="1471520" y="29448738"/>
          <a:ext cx="14428474" cy="1187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4554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5532735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1850503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1031688">
                  <a:extLst>
                    <a:ext uri="{9D8B030D-6E8A-4147-A177-3AD203B41FA5}">
                      <a16:colId xmlns:a16="http://schemas.microsoft.com/office/drawing/2014/main" val="4219996565"/>
                    </a:ext>
                  </a:extLst>
                </a:gridCol>
                <a:gridCol w="1388994">
                  <a:extLst>
                    <a:ext uri="{9D8B030D-6E8A-4147-A177-3AD203B41FA5}">
                      <a16:colId xmlns:a16="http://schemas.microsoft.com/office/drawing/2014/main" val="3907579341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KOSMOS mono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Maintenance &amp; Outils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3’’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15 cm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Watertight Enclosure Tube: 3" Locking Series, Acrylic 150mm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BR-102649-150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3’’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O-Ring Flange 3 inches (sealable)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BR-100647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7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7 Holes (3″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BR-100949-007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927602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4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4 Holes (3″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BR-100949-004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2360037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0 trou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Aluminum End Cap (3″ Series)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BR-100949-999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2249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 optically clear acrylic 3’’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BR-101059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M10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WetLink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Penetrator Blank (No Hole)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BR-100434-010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Presse étoupe 6.5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WLP-M10-6.5MM-HC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BR-100870-165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6930973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Presse étoupe 8.5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WLP-M10-8.5MM-HC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BR-100870-185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097058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femme + câble fils nus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8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COB-1281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43891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152937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Penetrator Plug Wrench - 18 mm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BR-100369-018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092387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685333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9698613"/>
                  </a:ext>
                </a:extLst>
              </a:tr>
            </a:tbl>
          </a:graphicData>
        </a:graphic>
      </p:graphicFrame>
      <p:pic>
        <p:nvPicPr>
          <p:cNvPr id="103" name="Image 102">
            <a:extLst>
              <a:ext uri="{FF2B5EF4-FFF2-40B4-BE49-F238E27FC236}">
                <a16:creationId xmlns:a16="http://schemas.microsoft.com/office/drawing/2014/main" id="{6917E0E5-5434-4B9C-92D8-2DB56A8CB3E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441085" y="2254229"/>
            <a:ext cx="5257811" cy="2505106"/>
          </a:xfrm>
          <a:prstGeom prst="rect">
            <a:avLst/>
          </a:prstGeom>
        </p:spPr>
      </p:pic>
      <p:sp>
        <p:nvSpPr>
          <p:cNvPr id="105" name="ZoneTexte 104">
            <a:extLst>
              <a:ext uri="{FF2B5EF4-FFF2-40B4-BE49-F238E27FC236}">
                <a16:creationId xmlns:a16="http://schemas.microsoft.com/office/drawing/2014/main" id="{60469004-AA9D-42EF-A78A-B7062CDCCB8B}"/>
              </a:ext>
            </a:extLst>
          </p:cNvPr>
          <p:cNvSpPr txBox="1"/>
          <p:nvPr/>
        </p:nvSpPr>
        <p:spPr>
          <a:xfrm>
            <a:off x="23638622" y="42571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BR-100949-007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7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pic>
        <p:nvPicPr>
          <p:cNvPr id="106" name="Image 105">
            <a:extLst>
              <a:ext uri="{FF2B5EF4-FFF2-40B4-BE49-F238E27FC236}">
                <a16:creationId xmlns:a16="http://schemas.microsoft.com/office/drawing/2014/main" id="{9F240892-0317-41D5-9A1A-7598CCCC25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43986" y="1678137"/>
            <a:ext cx="5304858" cy="47005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50315" y="27146840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5184348" y="6591961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0CCBE60-C4C7-43AE-A8FB-1A86D254A226}"/>
              </a:ext>
            </a:extLst>
          </p:cNvPr>
          <p:cNvSpPr/>
          <p:nvPr/>
        </p:nvSpPr>
        <p:spPr>
          <a:xfrm>
            <a:off x="10135587" y="7735931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F89D86AF-E71B-4E72-A9C4-9D76E6A4EE18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53130" y="7452617"/>
            <a:ext cx="3093444" cy="1790401"/>
          </a:xfrm>
          <a:prstGeom prst="rect">
            <a:avLst/>
          </a:prstGeom>
        </p:spPr>
      </p:pic>
      <p:sp>
        <p:nvSpPr>
          <p:cNvPr id="135" name="ZoneTexte 134">
            <a:extLst>
              <a:ext uri="{FF2B5EF4-FFF2-40B4-BE49-F238E27FC236}">
                <a16:creationId xmlns:a16="http://schemas.microsoft.com/office/drawing/2014/main" id="{C453DFD4-1C04-4633-97E1-15F7BCFAF050}"/>
              </a:ext>
            </a:extLst>
          </p:cNvPr>
          <p:cNvSpPr txBox="1"/>
          <p:nvPr/>
        </p:nvSpPr>
        <p:spPr>
          <a:xfrm>
            <a:off x="12699110" y="8079283"/>
            <a:ext cx="1356680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E2A10B30-8AC2-4F72-85AC-5011CCC02BDA}"/>
              </a:ext>
            </a:extLst>
          </p:cNvPr>
          <p:cNvSpPr txBox="1"/>
          <p:nvPr/>
        </p:nvSpPr>
        <p:spPr>
          <a:xfrm>
            <a:off x="16145774" y="8561854"/>
            <a:ext cx="117532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x2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DF54ABA-2E3D-4774-BA9E-EF908C761FD5}"/>
              </a:ext>
            </a:extLst>
          </p:cNvPr>
          <p:cNvGrpSpPr/>
          <p:nvPr/>
        </p:nvGrpSpPr>
        <p:grpSpPr>
          <a:xfrm>
            <a:off x="817151" y="21713352"/>
            <a:ext cx="3983718" cy="3406015"/>
            <a:chOff x="1195011" y="22590458"/>
            <a:chExt cx="3983718" cy="3406015"/>
          </a:xfrm>
        </p:grpSpPr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F461A9C1-B48A-468C-93EB-FF37B5F4C267}"/>
                </a:ext>
              </a:extLst>
            </p:cNvPr>
            <p:cNvGrpSpPr/>
            <p:nvPr/>
          </p:nvGrpSpPr>
          <p:grpSpPr>
            <a:xfrm>
              <a:off x="1195011" y="22590458"/>
              <a:ext cx="3947124" cy="3406015"/>
              <a:chOff x="23841303" y="14816101"/>
              <a:chExt cx="3947124" cy="3406015"/>
            </a:xfrm>
          </p:grpSpPr>
          <p:grpSp>
            <p:nvGrpSpPr>
              <p:cNvPr id="189" name="Groupe 188">
                <a:extLst>
                  <a:ext uri="{FF2B5EF4-FFF2-40B4-BE49-F238E27FC236}">
                    <a16:creationId xmlns:a16="http://schemas.microsoft.com/office/drawing/2014/main" id="{A6A6E8C8-3027-440A-BDB5-AA9D5BE2D33D}"/>
                  </a:ext>
                </a:extLst>
              </p:cNvPr>
              <p:cNvGrpSpPr/>
              <p:nvPr/>
            </p:nvGrpSpPr>
            <p:grpSpPr>
              <a:xfrm>
                <a:off x="23841303" y="14816101"/>
                <a:ext cx="3947124" cy="2762732"/>
                <a:chOff x="23841303" y="14816101"/>
                <a:chExt cx="3947124" cy="2762732"/>
              </a:xfrm>
            </p:grpSpPr>
            <p:sp>
              <p:nvSpPr>
                <p:cNvPr id="191" name="ZoneTexte 190">
                  <a:extLst>
                    <a:ext uri="{FF2B5EF4-FFF2-40B4-BE49-F238E27FC236}">
                      <a16:creationId xmlns:a16="http://schemas.microsoft.com/office/drawing/2014/main" id="{648917DD-DDBB-4422-8566-E6D457618BD2}"/>
                    </a:ext>
                  </a:extLst>
                </p:cNvPr>
                <p:cNvSpPr txBox="1"/>
                <p:nvPr/>
              </p:nvSpPr>
              <p:spPr>
                <a:xfrm>
                  <a:off x="24196421" y="15388243"/>
                  <a:ext cx="2246647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/>
                    <a:t>COB-1281</a:t>
                  </a:r>
                </a:p>
                <a:p>
                  <a:r>
                    <a:rPr lang="fr-FR" sz="2000" dirty="0"/>
                    <a:t>8 pin</a:t>
                  </a:r>
                </a:p>
              </p:txBody>
            </p:sp>
            <p:sp>
              <p:nvSpPr>
                <p:cNvPr id="192" name="Rectangle : coins arrondis 191">
                  <a:extLst>
                    <a:ext uri="{FF2B5EF4-FFF2-40B4-BE49-F238E27FC236}">
                      <a16:creationId xmlns:a16="http://schemas.microsoft.com/office/drawing/2014/main" id="{2CF055B2-097A-4B53-934B-7AB8DEC4C61C}"/>
                    </a:ext>
                  </a:extLst>
                </p:cNvPr>
                <p:cNvSpPr/>
                <p:nvPr/>
              </p:nvSpPr>
              <p:spPr>
                <a:xfrm>
                  <a:off x="23841303" y="14816101"/>
                  <a:ext cx="3947124" cy="2762732"/>
                </a:xfrm>
                <a:prstGeom prst="roundRect">
                  <a:avLst/>
                </a:prstGeom>
                <a:noFill/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90" name="ZoneTexte 189">
                <a:extLst>
                  <a:ext uri="{FF2B5EF4-FFF2-40B4-BE49-F238E27FC236}">
                    <a16:creationId xmlns:a16="http://schemas.microsoft.com/office/drawing/2014/main" id="{0BEAC8ED-0090-4A60-A964-DC8CC28D0AA4}"/>
                  </a:ext>
                </a:extLst>
              </p:cNvPr>
              <p:cNvSpPr txBox="1"/>
              <p:nvPr/>
            </p:nvSpPr>
            <p:spPr>
              <a:xfrm>
                <a:off x="23932970" y="17637341"/>
                <a:ext cx="27438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dirty="0"/>
                  <a:t>Cable Ethernet</a:t>
                </a:r>
              </a:p>
            </p:txBody>
          </p:sp>
        </p:grpSp>
        <p:pic>
          <p:nvPicPr>
            <p:cNvPr id="137" name="Image 136">
              <a:extLst>
                <a:ext uri="{FF2B5EF4-FFF2-40B4-BE49-F238E27FC236}">
                  <a16:creationId xmlns:a16="http://schemas.microsoft.com/office/drawing/2014/main" id="{053B826F-59BD-4759-B629-A0F2DB43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86678" y="22597502"/>
              <a:ext cx="3352115" cy="2388774"/>
            </a:xfrm>
            <a:prstGeom prst="rect">
              <a:avLst/>
            </a:prstGeom>
          </p:spPr>
        </p:pic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575EEAF9-7F03-46A7-9F39-992CE27C497D}"/>
                </a:ext>
              </a:extLst>
            </p:cNvPr>
            <p:cNvGrpSpPr/>
            <p:nvPr/>
          </p:nvGrpSpPr>
          <p:grpSpPr>
            <a:xfrm>
              <a:off x="3696993" y="23443900"/>
              <a:ext cx="1481736" cy="1909289"/>
              <a:chOff x="22012543" y="20406217"/>
              <a:chExt cx="1481736" cy="1909289"/>
            </a:xfrm>
          </p:grpSpPr>
          <p:pic>
            <p:nvPicPr>
              <p:cNvPr id="127" name="Image 126">
                <a:extLst>
                  <a:ext uri="{FF2B5EF4-FFF2-40B4-BE49-F238E27FC236}">
                    <a16:creationId xmlns:a16="http://schemas.microsoft.com/office/drawing/2014/main" id="{1BD8FF75-6C8C-497B-9EAA-0613792DF8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200656" y="21228344"/>
                <a:ext cx="1293623" cy="1087162"/>
              </a:xfrm>
              <a:prstGeom prst="rect">
                <a:avLst/>
              </a:prstGeom>
            </p:spPr>
          </p:pic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B69E492-70D3-43F9-AE17-DB85644D34C7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</p:grpSp>
      <p:pic>
        <p:nvPicPr>
          <p:cNvPr id="150" name="Image 149">
            <a:extLst>
              <a:ext uri="{FF2B5EF4-FFF2-40B4-BE49-F238E27FC236}">
                <a16:creationId xmlns:a16="http://schemas.microsoft.com/office/drawing/2014/main" id="{CB9AD409-3086-4A36-A53C-B17D5C9D2F8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666" b="25718"/>
          <a:stretch/>
        </p:blipFill>
        <p:spPr>
          <a:xfrm flipH="1">
            <a:off x="3049671" y="18271085"/>
            <a:ext cx="2078514" cy="2134526"/>
          </a:xfrm>
          <a:prstGeom prst="rect">
            <a:avLst/>
          </a:prstGeom>
        </p:spPr>
      </p:pic>
      <p:sp>
        <p:nvSpPr>
          <p:cNvPr id="151" name="ZoneTexte 150">
            <a:extLst>
              <a:ext uri="{FF2B5EF4-FFF2-40B4-BE49-F238E27FC236}">
                <a16:creationId xmlns:a16="http://schemas.microsoft.com/office/drawing/2014/main" id="{6089C44B-7B22-4FEF-9EFD-83DCBBD7E14F}"/>
              </a:ext>
            </a:extLst>
          </p:cNvPr>
          <p:cNvSpPr txBox="1"/>
          <p:nvPr/>
        </p:nvSpPr>
        <p:spPr>
          <a:xfrm>
            <a:off x="2205113" y="1916451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Shunt </a:t>
            </a:r>
          </a:p>
          <a:p>
            <a:r>
              <a:rPr lang="fr-FR" sz="2000" dirty="0"/>
              <a:t>COB-1140 </a:t>
            </a:r>
          </a:p>
        </p:txBody>
      </p:sp>
      <p:pic>
        <p:nvPicPr>
          <p:cNvPr id="152" name="Image 151">
            <a:extLst>
              <a:ext uri="{FF2B5EF4-FFF2-40B4-BE49-F238E27FC236}">
                <a16:creationId xmlns:a16="http://schemas.microsoft.com/office/drawing/2014/main" id="{FEE73E31-E2AD-4545-B7B4-98E1C1673B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5853341" y="18943582"/>
            <a:ext cx="2749826" cy="1757060"/>
          </a:xfrm>
          <a:prstGeom prst="rect">
            <a:avLst/>
          </a:prstGeom>
        </p:spPr>
      </p:pic>
      <p:sp>
        <p:nvSpPr>
          <p:cNvPr id="153" name="ZoneTexte 152">
            <a:extLst>
              <a:ext uri="{FF2B5EF4-FFF2-40B4-BE49-F238E27FC236}">
                <a16:creationId xmlns:a16="http://schemas.microsoft.com/office/drawing/2014/main" id="{D5B92259-0C3F-4A0C-9BEC-DF32328C3720}"/>
              </a:ext>
            </a:extLst>
          </p:cNvPr>
          <p:cNvSpPr txBox="1"/>
          <p:nvPr/>
        </p:nvSpPr>
        <p:spPr>
          <a:xfrm>
            <a:off x="5735113" y="18367537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1D7F66B-FCE2-412A-B7AE-19CBBB1193D0}"/>
              </a:ext>
            </a:extLst>
          </p:cNvPr>
          <p:cNvSpPr txBox="1"/>
          <p:nvPr/>
        </p:nvSpPr>
        <p:spPr>
          <a:xfrm>
            <a:off x="15578656" y="18796113"/>
            <a:ext cx="117532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x3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6871606" y="22299128"/>
            <a:ext cx="12458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8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16493894" y="32419605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10390804" y="21956846"/>
            <a:ext cx="5608615" cy="6364817"/>
            <a:chOff x="5738933" y="22452110"/>
            <a:chExt cx="5608615" cy="6364817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0"/>
              <a:ext cx="5210534" cy="5274321"/>
              <a:chOff x="23375478" y="14816100"/>
              <a:chExt cx="5210534" cy="5274321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553847"/>
                <a:ext cx="224664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0"/>
                <a:ext cx="5210534" cy="5274321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38933" y="27739709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CA85B843-58E4-40AD-A947-0EC8655634A9}"/>
                </a:ext>
              </a:extLst>
            </p:cNvPr>
            <p:cNvGrpSpPr/>
            <p:nvPr/>
          </p:nvGrpSpPr>
          <p:grpSpPr>
            <a:xfrm>
              <a:off x="9297010" y="24306321"/>
              <a:ext cx="1449499" cy="1723444"/>
              <a:chOff x="22409026" y="19702414"/>
              <a:chExt cx="1449499" cy="1723444"/>
            </a:xfrm>
          </p:grpSpPr>
          <p:pic>
            <p:nvPicPr>
              <p:cNvPr id="131" name="Image 130">
                <a:extLst>
                  <a:ext uri="{FF2B5EF4-FFF2-40B4-BE49-F238E27FC236}">
                    <a16:creationId xmlns:a16="http://schemas.microsoft.com/office/drawing/2014/main" id="{2B0307CA-34AE-4515-8249-79FA58080A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C079F989-DDCA-4B8E-9EDD-164FB5254D3D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F06A136F-3AD5-46C8-A4DF-6648690FA333}"/>
                </a:ext>
              </a:extLst>
            </p:cNvPr>
            <p:cNvSpPr txBox="1"/>
            <p:nvPr/>
          </p:nvSpPr>
          <p:spPr>
            <a:xfrm>
              <a:off x="9919793" y="257278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4896528" y="24364531"/>
            <a:ext cx="4983130" cy="3920958"/>
            <a:chOff x="14130643" y="21724531"/>
            <a:chExt cx="4983130" cy="392095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036672" y="21767063"/>
              <a:ext cx="3875146" cy="33085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525987"/>
              <a:ext cx="3338480" cy="1575835"/>
              <a:chOff x="22012543" y="19057950"/>
              <a:chExt cx="3338480" cy="1575835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75924" y="19057950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19667541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4130643" y="25060714"/>
              <a:ext cx="48583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442538" y="24550728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19527165" y="24244218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Vers vidéo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19524274" y="26642090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0084C4B6-728E-4FB9-9852-5A8706E8A32E}"/>
              </a:ext>
            </a:extLst>
          </p:cNvPr>
          <p:cNvGrpSpPr/>
          <p:nvPr/>
        </p:nvGrpSpPr>
        <p:grpSpPr>
          <a:xfrm>
            <a:off x="21467434" y="29857550"/>
            <a:ext cx="8642041" cy="9404020"/>
            <a:chOff x="21401608" y="30332275"/>
            <a:chExt cx="8642041" cy="9404020"/>
          </a:xfrm>
        </p:grpSpPr>
        <p:grpSp>
          <p:nvGrpSpPr>
            <p:cNvPr id="149" name="Groupe 148">
              <a:extLst>
                <a:ext uri="{FF2B5EF4-FFF2-40B4-BE49-F238E27FC236}">
                  <a16:creationId xmlns:a16="http://schemas.microsoft.com/office/drawing/2014/main" id="{2598495B-7FA9-43C2-B091-58D462FF6EF1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57" name="Groupe 156">
                <a:extLst>
                  <a:ext uri="{FF2B5EF4-FFF2-40B4-BE49-F238E27FC236}">
                    <a16:creationId xmlns:a16="http://schemas.microsoft.com/office/drawing/2014/main" id="{9B4C58F1-7188-4B72-80BE-4F8C01011143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62" name="Groupe 161">
                  <a:extLst>
                    <a:ext uri="{FF2B5EF4-FFF2-40B4-BE49-F238E27FC236}">
                      <a16:creationId xmlns:a16="http://schemas.microsoft.com/office/drawing/2014/main" id="{9686D9FD-5D73-4255-96B0-10D7A980508E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71" name="ZoneTexte 170">
                    <a:extLst>
                      <a:ext uri="{FF2B5EF4-FFF2-40B4-BE49-F238E27FC236}">
                        <a16:creationId xmlns:a16="http://schemas.microsoft.com/office/drawing/2014/main" id="{E7DC446E-526F-4513-B9EA-26340EB0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77" name="Groupe 176">
                    <a:extLst>
                      <a:ext uri="{FF2B5EF4-FFF2-40B4-BE49-F238E27FC236}">
                        <a16:creationId xmlns:a16="http://schemas.microsoft.com/office/drawing/2014/main" id="{66884D60-2A17-4E81-B5D3-AE8D5703B431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79" name="Image 178">
                      <a:extLst>
                        <a:ext uri="{FF2B5EF4-FFF2-40B4-BE49-F238E27FC236}">
                          <a16:creationId xmlns:a16="http://schemas.microsoft.com/office/drawing/2014/main" id="{6ABFE1A0-C19E-45CE-82D2-436CAF1C9D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4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CE5315CF-B654-45AD-A7D9-695F7FAD9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B9632CA0-42D8-445E-B66A-464938C90577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63" name="ZoneTexte 162">
                  <a:extLst>
                    <a:ext uri="{FF2B5EF4-FFF2-40B4-BE49-F238E27FC236}">
                      <a16:creationId xmlns:a16="http://schemas.microsoft.com/office/drawing/2014/main" id="{E9FBD61C-6ECD-415F-9552-FE896B3DB65B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66" name="Groupe 165">
                  <a:extLst>
                    <a:ext uri="{FF2B5EF4-FFF2-40B4-BE49-F238E27FC236}">
                      <a16:creationId xmlns:a16="http://schemas.microsoft.com/office/drawing/2014/main" id="{65D7EA64-809D-45F3-9EFE-7EF684476A93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69" name="Image 168">
                    <a:extLst>
                      <a:ext uri="{FF2B5EF4-FFF2-40B4-BE49-F238E27FC236}">
                        <a16:creationId xmlns:a16="http://schemas.microsoft.com/office/drawing/2014/main" id="{5CD2ECFD-1C80-4512-A657-3C41EAAD7C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5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6D8C13B2-ED9A-479B-93D3-49AA089FDF8D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59" name="Image 158">
                <a:extLst>
                  <a:ext uri="{FF2B5EF4-FFF2-40B4-BE49-F238E27FC236}">
                    <a16:creationId xmlns:a16="http://schemas.microsoft.com/office/drawing/2014/main" id="{0CDF6089-0CA8-4E78-84A5-919DB18F4A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60" name="ZoneTexte 159">
                <a:extLst>
                  <a:ext uri="{FF2B5EF4-FFF2-40B4-BE49-F238E27FC236}">
                    <a16:creationId xmlns:a16="http://schemas.microsoft.com/office/drawing/2014/main" id="{E6CDB00B-068B-4F93-8435-396DB13BAC5F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56" name="Image 155">
              <a:extLst>
                <a:ext uri="{FF2B5EF4-FFF2-40B4-BE49-F238E27FC236}">
                  <a16:creationId xmlns:a16="http://schemas.microsoft.com/office/drawing/2014/main" id="{721AAD42-7654-4583-BA69-FBC37ED5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B3B86E28-6FB6-4E1D-979A-A08C1BCD922C}"/>
              </a:ext>
            </a:extLst>
          </p:cNvPr>
          <p:cNvSpPr txBox="1"/>
          <p:nvPr/>
        </p:nvSpPr>
        <p:spPr>
          <a:xfrm>
            <a:off x="19793229" y="9226253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83" name="Image 182">
            <a:extLst>
              <a:ext uri="{FF2B5EF4-FFF2-40B4-BE49-F238E27FC236}">
                <a16:creationId xmlns:a16="http://schemas.microsoft.com/office/drawing/2014/main" id="{24031902-4044-47BF-8C3B-D0499BF9F9B4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83981" y="9239595"/>
            <a:ext cx="3461492" cy="1635979"/>
          </a:xfrm>
          <a:prstGeom prst="rect">
            <a:avLst/>
          </a:prstGeom>
        </p:spPr>
      </p:pic>
      <p:grpSp>
        <p:nvGrpSpPr>
          <p:cNvPr id="184" name="Groupe 183">
            <a:extLst>
              <a:ext uri="{FF2B5EF4-FFF2-40B4-BE49-F238E27FC236}">
                <a16:creationId xmlns:a16="http://schemas.microsoft.com/office/drawing/2014/main" id="{179D8F75-E864-4D37-B0B4-7DC1FBA15A04}"/>
              </a:ext>
            </a:extLst>
          </p:cNvPr>
          <p:cNvGrpSpPr/>
          <p:nvPr/>
        </p:nvGrpSpPr>
        <p:grpSpPr>
          <a:xfrm>
            <a:off x="18150619" y="7298833"/>
            <a:ext cx="5074491" cy="2005055"/>
            <a:chOff x="16801163" y="8426721"/>
            <a:chExt cx="5074491" cy="2005055"/>
          </a:xfrm>
        </p:grpSpPr>
        <p:sp>
          <p:nvSpPr>
            <p:cNvPr id="186" name="ZoneTexte 185">
              <a:extLst>
                <a:ext uri="{FF2B5EF4-FFF2-40B4-BE49-F238E27FC236}">
                  <a16:creationId xmlns:a16="http://schemas.microsoft.com/office/drawing/2014/main" id="{53623915-E70E-4458-8302-E2956EC21956}"/>
                </a:ext>
              </a:extLst>
            </p:cNvPr>
            <p:cNvSpPr txBox="1"/>
            <p:nvPr/>
          </p:nvSpPr>
          <p:spPr>
            <a:xfrm>
              <a:off x="16801163" y="8499529"/>
              <a:ext cx="15758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Vers batterie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87" name="Image 186">
              <a:extLst>
                <a:ext uri="{FF2B5EF4-FFF2-40B4-BE49-F238E27FC236}">
                  <a16:creationId xmlns:a16="http://schemas.microsoft.com/office/drawing/2014/main" id="{AB2D3A2F-DDA6-4BB9-8FE2-5D25E5C64D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CCBD8FB1-4DDA-4C61-A1E0-29BFFF7A43A8}"/>
              </a:ext>
            </a:extLst>
          </p:cNvPr>
          <p:cNvGrpSpPr/>
          <p:nvPr/>
        </p:nvGrpSpPr>
        <p:grpSpPr>
          <a:xfrm>
            <a:off x="21868519" y="9025989"/>
            <a:ext cx="1875099" cy="2106479"/>
            <a:chOff x="20888973" y="19163929"/>
            <a:chExt cx="1875099" cy="2106479"/>
          </a:xfrm>
        </p:grpSpPr>
        <p:pic>
          <p:nvPicPr>
            <p:cNvPr id="197" name="Image 196">
              <a:extLst>
                <a:ext uri="{FF2B5EF4-FFF2-40B4-BE49-F238E27FC236}">
                  <a16:creationId xmlns:a16="http://schemas.microsoft.com/office/drawing/2014/main" id="{69FA9F89-48DE-4A78-AA91-AF352DF50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888973" y="19163929"/>
              <a:ext cx="1875099" cy="1575835"/>
            </a:xfrm>
            <a:prstGeom prst="rect">
              <a:avLst/>
            </a:prstGeom>
          </p:spPr>
        </p:pic>
        <p:sp>
          <p:nvSpPr>
            <p:cNvPr id="198" name="ZoneTexte 197">
              <a:extLst>
                <a:ext uri="{FF2B5EF4-FFF2-40B4-BE49-F238E27FC236}">
                  <a16:creationId xmlns:a16="http://schemas.microsoft.com/office/drawing/2014/main" id="{F826F7B7-B127-404F-B9FE-7A31FBF1FC3F}"/>
                </a:ext>
              </a:extLst>
            </p:cNvPr>
            <p:cNvSpPr txBox="1"/>
            <p:nvPr/>
          </p:nvSpPr>
          <p:spPr>
            <a:xfrm>
              <a:off x="21193594" y="20562522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DF8B6295-3A89-4B2A-8C84-E87ADCFD0257}"/>
              </a:ext>
            </a:extLst>
          </p:cNvPr>
          <p:cNvGrpSpPr/>
          <p:nvPr/>
        </p:nvGrpSpPr>
        <p:grpSpPr>
          <a:xfrm>
            <a:off x="18352868" y="18617598"/>
            <a:ext cx="2137506" cy="2225760"/>
            <a:chOff x="20874673" y="6470531"/>
            <a:chExt cx="2137506" cy="1779706"/>
          </a:xfrm>
        </p:grpSpPr>
        <p:sp>
          <p:nvSpPr>
            <p:cNvPr id="214" name="ZoneTexte 213">
              <a:extLst>
                <a:ext uri="{FF2B5EF4-FFF2-40B4-BE49-F238E27FC236}">
                  <a16:creationId xmlns:a16="http://schemas.microsoft.com/office/drawing/2014/main" id="{274C2655-3D03-46A6-8322-8E7D9F58FE13}"/>
                </a:ext>
              </a:extLst>
            </p:cNvPr>
            <p:cNvSpPr txBox="1"/>
            <p:nvPr/>
          </p:nvSpPr>
          <p:spPr>
            <a:xfrm>
              <a:off x="20996729" y="6470531"/>
              <a:ext cx="1971565" cy="566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</a:t>
              </a:r>
              <a:r>
                <a:rPr lang="fr-FR" sz="2000" dirty="0" err="1"/>
                <a:t>video</a:t>
              </a:r>
              <a:endParaRPr lang="fr-FR" sz="2000" dirty="0"/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215" name="Image 214">
              <a:extLst>
                <a:ext uri="{FF2B5EF4-FFF2-40B4-BE49-F238E27FC236}">
                  <a16:creationId xmlns:a16="http://schemas.microsoft.com/office/drawing/2014/main" id="{DC53A01D-7995-44C7-B314-A0D75F0AF3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874673" y="6989508"/>
              <a:ext cx="2137506" cy="1260729"/>
            </a:xfrm>
            <a:prstGeom prst="rect">
              <a:avLst/>
            </a:prstGeom>
          </p:spPr>
        </p:pic>
      </p:grpSp>
      <p:sp>
        <p:nvSpPr>
          <p:cNvPr id="175" name="ZoneTexte 174">
            <a:extLst>
              <a:ext uri="{FF2B5EF4-FFF2-40B4-BE49-F238E27FC236}">
                <a16:creationId xmlns:a16="http://schemas.microsoft.com/office/drawing/2014/main" id="{A9F19352-F829-434F-A16D-61D6C3C460ED}"/>
              </a:ext>
            </a:extLst>
          </p:cNvPr>
          <p:cNvSpPr txBox="1"/>
          <p:nvPr/>
        </p:nvSpPr>
        <p:spPr>
          <a:xfrm>
            <a:off x="2243146" y="12516372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BR-100949-999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Aluminium</a:t>
            </a:r>
          </a:p>
        </p:txBody>
      </p:sp>
      <p:pic>
        <p:nvPicPr>
          <p:cNvPr id="203" name="Image 202">
            <a:extLst>
              <a:ext uri="{FF2B5EF4-FFF2-40B4-BE49-F238E27FC236}">
                <a16:creationId xmlns:a16="http://schemas.microsoft.com/office/drawing/2014/main" id="{3C7E7B14-CE95-47B8-BD1A-2806E3EEE362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7438" y="13182707"/>
            <a:ext cx="5164965" cy="5137491"/>
          </a:xfrm>
          <a:prstGeom prst="rect">
            <a:avLst/>
          </a:prstGeom>
        </p:spPr>
      </p:pic>
      <p:sp>
        <p:nvSpPr>
          <p:cNvPr id="23" name="AutoShape 2" descr="Lumen Subsea Light for ROV/AUV">
            <a:extLst>
              <a:ext uri="{FF2B5EF4-FFF2-40B4-BE49-F238E27FC236}">
                <a16:creationId xmlns:a16="http://schemas.microsoft.com/office/drawing/2014/main" id="{DFABB229-6AA0-4E25-8F78-785CECBE6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41" name="Image 240">
            <a:extLst>
              <a:ext uri="{FF2B5EF4-FFF2-40B4-BE49-F238E27FC236}">
                <a16:creationId xmlns:a16="http://schemas.microsoft.com/office/drawing/2014/main" id="{F4B4FD25-42B4-4EC1-96BA-F6F0A61C87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42131" y="24796594"/>
            <a:ext cx="3318387" cy="1802825"/>
          </a:xfrm>
          <a:prstGeom prst="rect">
            <a:avLst/>
          </a:prstGeom>
        </p:spPr>
      </p:pic>
      <p:sp>
        <p:nvSpPr>
          <p:cNvPr id="245" name="ZoneTexte 244">
            <a:extLst>
              <a:ext uri="{FF2B5EF4-FFF2-40B4-BE49-F238E27FC236}">
                <a16:creationId xmlns:a16="http://schemas.microsoft.com/office/drawing/2014/main" id="{2B4CAB01-9975-4E77-B10E-114BBD2E6F37}"/>
              </a:ext>
            </a:extLst>
          </p:cNvPr>
          <p:cNvSpPr txBox="1"/>
          <p:nvPr/>
        </p:nvSpPr>
        <p:spPr>
          <a:xfrm>
            <a:off x="10686654" y="2440417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EA05684-CFA6-41B3-AD18-D3176F50FA4A}"/>
              </a:ext>
            </a:extLst>
          </p:cNvPr>
          <p:cNvSpPr txBox="1"/>
          <p:nvPr/>
        </p:nvSpPr>
        <p:spPr>
          <a:xfrm>
            <a:off x="16753978" y="39562516"/>
            <a:ext cx="580479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500" b="1" dirty="0"/>
              <a:t>v5 Mono</a:t>
            </a:r>
          </a:p>
        </p:txBody>
      </p:sp>
    </p:spTree>
    <p:extLst>
      <p:ext uri="{BB962C8B-B14F-4D97-AF65-F5344CB8AC3E}">
        <p14:creationId xmlns:p14="http://schemas.microsoft.com/office/powerpoint/2010/main" val="26403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3069229" y="11309836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F461A9C1-B48A-468C-93EB-FF37B5F4C267}"/>
              </a:ext>
            </a:extLst>
          </p:cNvPr>
          <p:cNvGrpSpPr/>
          <p:nvPr/>
        </p:nvGrpSpPr>
        <p:grpSpPr>
          <a:xfrm>
            <a:off x="14548880" y="24292005"/>
            <a:ext cx="3947124" cy="4614991"/>
            <a:chOff x="23841303" y="14816100"/>
            <a:chExt cx="3947124" cy="4614991"/>
          </a:xfrm>
        </p:grpSpPr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A6A6E8C8-3027-440A-BDB5-AA9D5BE2D33D}"/>
                </a:ext>
              </a:extLst>
            </p:cNvPr>
            <p:cNvGrpSpPr/>
            <p:nvPr/>
          </p:nvGrpSpPr>
          <p:grpSpPr>
            <a:xfrm>
              <a:off x="23841303" y="14816100"/>
              <a:ext cx="3947124" cy="4017045"/>
              <a:chOff x="23841303" y="14816100"/>
              <a:chExt cx="3947124" cy="4017045"/>
            </a:xfrm>
          </p:grpSpPr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648917DD-DDBB-4422-8566-E6D457618BD2}"/>
                  </a:ext>
                </a:extLst>
              </p:cNvPr>
              <p:cNvSpPr txBox="1"/>
              <p:nvPr/>
            </p:nvSpPr>
            <p:spPr>
              <a:xfrm>
                <a:off x="23846837" y="17453566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COB-1281</a:t>
                </a:r>
              </a:p>
              <a:p>
                <a:r>
                  <a:rPr lang="fr-FR" sz="2000" dirty="0"/>
                  <a:t>8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92" name="Rectangle : coins arrondis 191">
                <a:extLst>
                  <a:ext uri="{FF2B5EF4-FFF2-40B4-BE49-F238E27FC236}">
                    <a16:creationId xmlns:a16="http://schemas.microsoft.com/office/drawing/2014/main" id="{2CF055B2-097A-4B53-934B-7AB8DEC4C61C}"/>
                  </a:ext>
                </a:extLst>
              </p:cNvPr>
              <p:cNvSpPr/>
              <p:nvPr/>
            </p:nvSpPr>
            <p:spPr>
              <a:xfrm>
                <a:off x="23841303" y="14816100"/>
                <a:ext cx="3947124" cy="4017045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0BEAC8ED-0090-4A60-A964-DC8CC28D0AA4}"/>
                </a:ext>
              </a:extLst>
            </p:cNvPr>
            <p:cNvSpPr txBox="1"/>
            <p:nvPr/>
          </p:nvSpPr>
          <p:spPr>
            <a:xfrm>
              <a:off x="24541187" y="18846316"/>
              <a:ext cx="2743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Ethernet</a:t>
              </a:r>
            </a:p>
          </p:txBody>
        </p:sp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9337677" y="15434987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794742" y="15830595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20375717" y="15825584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200040" y="506802"/>
            <a:ext cx="5794730" cy="9553475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782560" y="2397783"/>
            <a:ext cx="4434555" cy="5604191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55866" y="2441344"/>
            <a:ext cx="4434617" cy="5604269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87677" y="1167225"/>
            <a:ext cx="1943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BR-101052-200</a:t>
            </a:r>
          </a:p>
          <a:p>
            <a:r>
              <a:rPr lang="fr-FR" sz="2000" dirty="0"/>
              <a:t>4’’     20 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824653" y="1095083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15588778" y="11783256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5099539" y="8456630"/>
            <a:ext cx="2215729" cy="2488469"/>
            <a:chOff x="10147986" y="7295487"/>
            <a:chExt cx="2215729" cy="2488469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0573749" y="9257703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697864" y="18249229"/>
            <a:ext cx="4710111" cy="2070943"/>
            <a:chOff x="17165543" y="8360833"/>
            <a:chExt cx="4710111" cy="2070943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165543" y="8360833"/>
              <a:ext cx="14915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Alim moteur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4269185" y="16002414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7030682" y="20700032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05795" y="20804718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1436076" y="8722903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137" name="Image 136">
            <a:extLst>
              <a:ext uri="{FF2B5EF4-FFF2-40B4-BE49-F238E27FC236}">
                <a16:creationId xmlns:a16="http://schemas.microsoft.com/office/drawing/2014/main" id="{053B826F-59BD-4759-B629-A0F2DB4308DF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40547" y="24505529"/>
            <a:ext cx="3352115" cy="2388774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75EEAF9-7F03-46A7-9F39-992CE27C497D}"/>
              </a:ext>
            </a:extLst>
          </p:cNvPr>
          <p:cNvGrpSpPr/>
          <p:nvPr/>
        </p:nvGrpSpPr>
        <p:grpSpPr>
          <a:xfrm>
            <a:off x="16785389" y="25823874"/>
            <a:ext cx="1481736" cy="1909289"/>
            <a:chOff x="22012543" y="20406217"/>
            <a:chExt cx="1481736" cy="1909289"/>
          </a:xfrm>
        </p:grpSpPr>
        <p:pic>
          <p:nvPicPr>
            <p:cNvPr id="127" name="Image 126">
              <a:extLst>
                <a:ext uri="{FF2B5EF4-FFF2-40B4-BE49-F238E27FC236}">
                  <a16:creationId xmlns:a16="http://schemas.microsoft.com/office/drawing/2014/main" id="{1BD8FF75-6C8C-497B-9EAA-0613792DF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2200656" y="21228344"/>
              <a:ext cx="1293623" cy="1087162"/>
            </a:xfrm>
            <a:prstGeom prst="rect">
              <a:avLst/>
            </a:prstGeom>
          </p:spPr>
        </p:pic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4B69E492-70D3-43F9-AE17-DB85644D34C7}"/>
                </a:ext>
              </a:extLst>
            </p:cNvPr>
            <p:cNvSpPr txBox="1"/>
            <p:nvPr/>
          </p:nvSpPr>
          <p:spPr>
            <a:xfrm>
              <a:off x="22012543" y="20406217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0B014F1-B465-4D88-BCFF-9823BED93C07}"/>
              </a:ext>
            </a:extLst>
          </p:cNvPr>
          <p:cNvGrpSpPr/>
          <p:nvPr/>
        </p:nvGrpSpPr>
        <p:grpSpPr>
          <a:xfrm>
            <a:off x="6449761" y="11560148"/>
            <a:ext cx="2525148" cy="2134526"/>
            <a:chOff x="11440119" y="12515409"/>
            <a:chExt cx="2525148" cy="2134526"/>
          </a:xfrm>
        </p:grpSpPr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CB9AD409-3086-4A36-A53C-B17D5C9D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089C44B-7B22-4FEF-9EFD-83DCBBD7E14F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7238595" y="15957006"/>
            <a:ext cx="713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8126344" y="27082056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7550837" y="19276896"/>
            <a:ext cx="5608615" cy="5723711"/>
            <a:chOff x="5711424" y="22452111"/>
            <a:chExt cx="5608615" cy="5723711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1"/>
              <a:ext cx="5210534" cy="4515070"/>
              <a:chOff x="23375478" y="14816101"/>
              <a:chExt cx="5210534" cy="4515070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413171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1"/>
                <a:ext cx="5210534" cy="4515070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11424" y="27098604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CA85B843-58E4-40AD-A947-0EC8655634A9}"/>
                </a:ext>
              </a:extLst>
            </p:cNvPr>
            <p:cNvGrpSpPr/>
            <p:nvPr/>
          </p:nvGrpSpPr>
          <p:grpSpPr>
            <a:xfrm>
              <a:off x="9297010" y="24306321"/>
              <a:ext cx="1449499" cy="1723444"/>
              <a:chOff x="22409026" y="19702414"/>
              <a:chExt cx="1449499" cy="1723444"/>
            </a:xfrm>
          </p:grpSpPr>
          <p:pic>
            <p:nvPicPr>
              <p:cNvPr id="131" name="Image 130">
                <a:extLst>
                  <a:ext uri="{FF2B5EF4-FFF2-40B4-BE49-F238E27FC236}">
                    <a16:creationId xmlns:a16="http://schemas.microsoft.com/office/drawing/2014/main" id="{2B0307CA-34AE-4515-8249-79FA58080A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C079F989-DDCA-4B8E-9EDD-164FB5254D3D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F06A136F-3AD5-46C8-A4DF-6648690FA333}"/>
                </a:ext>
              </a:extLst>
            </p:cNvPr>
            <p:cNvSpPr txBox="1"/>
            <p:nvPr/>
          </p:nvSpPr>
          <p:spPr>
            <a:xfrm>
              <a:off x="9919793" y="257278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14598658" y="19448437"/>
            <a:ext cx="4632606" cy="4611598"/>
            <a:chOff x="15154929" y="21651325"/>
            <a:chExt cx="4632606" cy="461159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98018" y="18208606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20516445" y="18039677"/>
            <a:ext cx="1634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Signal moteur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19979754" y="20299968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0084C4B6-728E-4FB9-9852-5A8706E8A32E}"/>
              </a:ext>
            </a:extLst>
          </p:cNvPr>
          <p:cNvGrpSpPr/>
          <p:nvPr/>
        </p:nvGrpSpPr>
        <p:grpSpPr>
          <a:xfrm>
            <a:off x="20406590" y="23457324"/>
            <a:ext cx="8642041" cy="9404020"/>
            <a:chOff x="21401608" y="30332275"/>
            <a:chExt cx="8642041" cy="9404020"/>
          </a:xfrm>
        </p:grpSpPr>
        <p:grpSp>
          <p:nvGrpSpPr>
            <p:cNvPr id="149" name="Groupe 148">
              <a:extLst>
                <a:ext uri="{FF2B5EF4-FFF2-40B4-BE49-F238E27FC236}">
                  <a16:creationId xmlns:a16="http://schemas.microsoft.com/office/drawing/2014/main" id="{2598495B-7FA9-43C2-B091-58D462FF6EF1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57" name="Groupe 156">
                <a:extLst>
                  <a:ext uri="{FF2B5EF4-FFF2-40B4-BE49-F238E27FC236}">
                    <a16:creationId xmlns:a16="http://schemas.microsoft.com/office/drawing/2014/main" id="{9B4C58F1-7188-4B72-80BE-4F8C01011143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62" name="Groupe 161">
                  <a:extLst>
                    <a:ext uri="{FF2B5EF4-FFF2-40B4-BE49-F238E27FC236}">
                      <a16:creationId xmlns:a16="http://schemas.microsoft.com/office/drawing/2014/main" id="{9686D9FD-5D73-4255-96B0-10D7A980508E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71" name="ZoneTexte 170">
                    <a:extLst>
                      <a:ext uri="{FF2B5EF4-FFF2-40B4-BE49-F238E27FC236}">
                        <a16:creationId xmlns:a16="http://schemas.microsoft.com/office/drawing/2014/main" id="{E7DC446E-526F-4513-B9EA-26340EB0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77" name="Groupe 176">
                    <a:extLst>
                      <a:ext uri="{FF2B5EF4-FFF2-40B4-BE49-F238E27FC236}">
                        <a16:creationId xmlns:a16="http://schemas.microsoft.com/office/drawing/2014/main" id="{66884D60-2A17-4E81-B5D3-AE8D5703B431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79" name="Image 178">
                      <a:extLst>
                        <a:ext uri="{FF2B5EF4-FFF2-40B4-BE49-F238E27FC236}">
                          <a16:creationId xmlns:a16="http://schemas.microsoft.com/office/drawing/2014/main" id="{6ABFE1A0-C19E-45CE-82D2-436CAF1C9D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CE5315CF-B654-45AD-A7D9-695F7FAD9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B9632CA0-42D8-445E-B66A-464938C90577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63" name="ZoneTexte 162">
                  <a:extLst>
                    <a:ext uri="{FF2B5EF4-FFF2-40B4-BE49-F238E27FC236}">
                      <a16:creationId xmlns:a16="http://schemas.microsoft.com/office/drawing/2014/main" id="{E9FBD61C-6ECD-415F-9552-FE896B3DB65B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66" name="Groupe 165">
                  <a:extLst>
                    <a:ext uri="{FF2B5EF4-FFF2-40B4-BE49-F238E27FC236}">
                      <a16:creationId xmlns:a16="http://schemas.microsoft.com/office/drawing/2014/main" id="{65D7EA64-809D-45F3-9EFE-7EF684476A93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69" name="Image 168">
                    <a:extLst>
                      <a:ext uri="{FF2B5EF4-FFF2-40B4-BE49-F238E27FC236}">
                        <a16:creationId xmlns:a16="http://schemas.microsoft.com/office/drawing/2014/main" id="{5CD2ECFD-1C80-4512-A657-3C41EAAD7C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1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6D8C13B2-ED9A-479B-93D3-49AA089FDF8D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59" name="Image 158">
                <a:extLst>
                  <a:ext uri="{FF2B5EF4-FFF2-40B4-BE49-F238E27FC236}">
                    <a16:creationId xmlns:a16="http://schemas.microsoft.com/office/drawing/2014/main" id="{0CDF6089-0CA8-4E78-84A5-919DB18F4A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60" name="ZoneTexte 159">
                <a:extLst>
                  <a:ext uri="{FF2B5EF4-FFF2-40B4-BE49-F238E27FC236}">
                    <a16:creationId xmlns:a16="http://schemas.microsoft.com/office/drawing/2014/main" id="{E6CDB00B-068B-4F93-8435-396DB13BAC5F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56" name="Image 155">
              <a:extLst>
                <a:ext uri="{FF2B5EF4-FFF2-40B4-BE49-F238E27FC236}">
                  <a16:creationId xmlns:a16="http://schemas.microsoft.com/office/drawing/2014/main" id="{721AAD42-7654-4583-BA69-FBC37ED5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8A4E8E52-F4D1-4DCC-A663-FB0CB397DEA6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99916" y="2643734"/>
            <a:ext cx="5881947" cy="5279613"/>
          </a:xfrm>
          <a:prstGeom prst="rect">
            <a:avLst/>
          </a:prstGeom>
        </p:spPr>
      </p:pic>
      <p:sp>
        <p:nvSpPr>
          <p:cNvPr id="237" name="ZoneTexte 236">
            <a:extLst>
              <a:ext uri="{FF2B5EF4-FFF2-40B4-BE49-F238E27FC236}">
                <a16:creationId xmlns:a16="http://schemas.microsoft.com/office/drawing/2014/main" id="{4087B970-6A08-426E-A7FE-79B71FF4790A}"/>
              </a:ext>
            </a:extLst>
          </p:cNvPr>
          <p:cNvSpPr txBox="1"/>
          <p:nvPr/>
        </p:nvSpPr>
        <p:spPr>
          <a:xfrm>
            <a:off x="703795" y="1877754"/>
            <a:ext cx="1943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BR-102993-998</a:t>
            </a:r>
            <a:endParaRPr lang="fr-FR" sz="2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8" name="ZoneTexte 237">
            <a:extLst>
              <a:ext uri="{FF2B5EF4-FFF2-40B4-BE49-F238E27FC236}">
                <a16:creationId xmlns:a16="http://schemas.microsoft.com/office/drawing/2014/main" id="{57A94DB6-93E9-4727-839D-778AC0E6B8AE}"/>
              </a:ext>
            </a:extLst>
          </p:cNvPr>
          <p:cNvSpPr txBox="1"/>
          <p:nvPr/>
        </p:nvSpPr>
        <p:spPr>
          <a:xfrm>
            <a:off x="25272194" y="1475001"/>
            <a:ext cx="25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10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BR-102993-002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9" name="ZoneTexte 238">
            <a:extLst>
              <a:ext uri="{FF2B5EF4-FFF2-40B4-BE49-F238E27FC236}">
                <a16:creationId xmlns:a16="http://schemas.microsoft.com/office/drawing/2014/main" id="{6C32C6C4-06D0-4CC9-A3FB-923883182569}"/>
              </a:ext>
            </a:extLst>
          </p:cNvPr>
          <p:cNvSpPr txBox="1"/>
          <p:nvPr/>
        </p:nvSpPr>
        <p:spPr>
          <a:xfrm>
            <a:off x="20214051" y="1475001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A4E65806-927C-4212-9F3B-D45FFAE56625}"/>
              </a:ext>
            </a:extLst>
          </p:cNvPr>
          <p:cNvSpPr txBox="1"/>
          <p:nvPr/>
        </p:nvSpPr>
        <p:spPr>
          <a:xfrm>
            <a:off x="12183728" y="10712784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DA450FEA-3C87-4FC3-88C0-20913D1FCD57}"/>
              </a:ext>
            </a:extLst>
          </p:cNvPr>
          <p:cNvSpPr/>
          <p:nvPr/>
        </p:nvSpPr>
        <p:spPr>
          <a:xfrm>
            <a:off x="170314" y="839981"/>
            <a:ext cx="29945839" cy="1351997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3769F0DB-E2FF-4B4D-B53A-90F658FD1906}"/>
              </a:ext>
            </a:extLst>
          </p:cNvPr>
          <p:cNvSpPr txBox="1"/>
          <p:nvPr/>
        </p:nvSpPr>
        <p:spPr>
          <a:xfrm>
            <a:off x="23337100" y="13395106"/>
            <a:ext cx="591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Caisson </a:t>
            </a:r>
            <a:r>
              <a:rPr lang="fr-FR" sz="4400" b="1" dirty="0" err="1"/>
              <a:t>Rpi</a:t>
            </a:r>
            <a:r>
              <a:rPr lang="fr-FR" sz="4400" b="1" dirty="0"/>
              <a:t>/batterie</a:t>
            </a:r>
          </a:p>
        </p:txBody>
      </p:sp>
      <p:pic>
        <p:nvPicPr>
          <p:cNvPr id="107" name="Image 106">
            <a:extLst>
              <a:ext uri="{FF2B5EF4-FFF2-40B4-BE49-F238E27FC236}">
                <a16:creationId xmlns:a16="http://schemas.microsoft.com/office/drawing/2014/main" id="{6567D8D8-FDE0-4EE2-B5F0-2AA044658B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09256" y="21787028"/>
            <a:ext cx="3318387" cy="1802825"/>
          </a:xfrm>
          <a:prstGeom prst="rect">
            <a:avLst/>
          </a:prstGeom>
        </p:spPr>
      </p:pic>
      <p:sp>
        <p:nvSpPr>
          <p:cNvPr id="108" name="ZoneTexte 107">
            <a:extLst>
              <a:ext uri="{FF2B5EF4-FFF2-40B4-BE49-F238E27FC236}">
                <a16:creationId xmlns:a16="http://schemas.microsoft.com/office/drawing/2014/main" id="{B878685D-7E0E-4834-B592-804B099FFFA9}"/>
              </a:ext>
            </a:extLst>
          </p:cNvPr>
          <p:cNvSpPr txBox="1"/>
          <p:nvPr/>
        </p:nvSpPr>
        <p:spPr>
          <a:xfrm>
            <a:off x="8190871" y="2114132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654B63-6D6D-4935-918D-834856D171A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102663" y="2513476"/>
            <a:ext cx="5552576" cy="5083851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65DC5184-E45B-43A3-A2E5-2DFF700AC2CB}"/>
              </a:ext>
            </a:extLst>
          </p:cNvPr>
          <p:cNvSpPr txBox="1"/>
          <p:nvPr/>
        </p:nvSpPr>
        <p:spPr>
          <a:xfrm>
            <a:off x="24813061" y="10927309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C9D2578B-71E2-43E1-8E2C-371B1E0F8F5B}"/>
              </a:ext>
            </a:extLst>
          </p:cNvPr>
          <p:cNvGrpSpPr/>
          <p:nvPr/>
        </p:nvGrpSpPr>
        <p:grpSpPr>
          <a:xfrm>
            <a:off x="20640734" y="10590716"/>
            <a:ext cx="4394426" cy="1847945"/>
            <a:chOff x="17046099" y="7402268"/>
            <a:chExt cx="4394426" cy="1847945"/>
          </a:xfrm>
        </p:grpSpPr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2BBA61B9-4B92-4147-AFCA-6E32F86A3DEC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12" name="Image 111">
              <a:extLst>
                <a:ext uri="{FF2B5EF4-FFF2-40B4-BE49-F238E27FC236}">
                  <a16:creationId xmlns:a16="http://schemas.microsoft.com/office/drawing/2014/main" id="{25CE5811-5CDB-4310-8AA5-7519D46AE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E9432B9D-B1E5-4A94-92D7-1A53F8385916}"/>
              </a:ext>
            </a:extLst>
          </p:cNvPr>
          <p:cNvGrpSpPr/>
          <p:nvPr/>
        </p:nvGrpSpPr>
        <p:grpSpPr>
          <a:xfrm>
            <a:off x="1438305" y="27266706"/>
            <a:ext cx="4394426" cy="1847945"/>
            <a:chOff x="17046099" y="7402268"/>
            <a:chExt cx="4394426" cy="1847945"/>
          </a:xfrm>
        </p:grpSpPr>
        <p:sp>
          <p:nvSpPr>
            <p:cNvPr id="118" name="ZoneTexte 117">
              <a:extLst>
                <a:ext uri="{FF2B5EF4-FFF2-40B4-BE49-F238E27FC236}">
                  <a16:creationId xmlns:a16="http://schemas.microsoft.com/office/drawing/2014/main" id="{31B028FA-0045-4047-AF64-ED0CFC85CF74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C50911B7-4ED1-416B-9C8A-845DFFA62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pic>
        <p:nvPicPr>
          <p:cNvPr id="122" name="Image 121">
            <a:extLst>
              <a:ext uri="{FF2B5EF4-FFF2-40B4-BE49-F238E27FC236}">
                <a16:creationId xmlns:a16="http://schemas.microsoft.com/office/drawing/2014/main" id="{9C7A897D-3AFF-4BA1-88F5-6DDF7725DD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93118" y="24533039"/>
            <a:ext cx="2536384" cy="2447165"/>
          </a:xfrm>
          <a:prstGeom prst="rect">
            <a:avLst/>
          </a:prstGeom>
        </p:spPr>
      </p:pic>
      <p:sp>
        <p:nvSpPr>
          <p:cNvPr id="123" name="ZoneTexte 122">
            <a:extLst>
              <a:ext uri="{FF2B5EF4-FFF2-40B4-BE49-F238E27FC236}">
                <a16:creationId xmlns:a16="http://schemas.microsoft.com/office/drawing/2014/main" id="{47BAF471-85B1-425A-A893-FED40C6A378D}"/>
              </a:ext>
            </a:extLst>
          </p:cNvPr>
          <p:cNvSpPr txBox="1"/>
          <p:nvPr/>
        </p:nvSpPr>
        <p:spPr>
          <a:xfrm>
            <a:off x="3582923" y="24546928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BR-100276-002</a:t>
            </a:r>
          </a:p>
          <a:p>
            <a:r>
              <a:rPr lang="fr-FR" sz="2000" dirty="0"/>
              <a:t>2’’  2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pic>
        <p:nvPicPr>
          <p:cNvPr id="124" name="Image 123">
            <a:extLst>
              <a:ext uri="{FF2B5EF4-FFF2-40B4-BE49-F238E27FC236}">
                <a16:creationId xmlns:a16="http://schemas.microsoft.com/office/drawing/2014/main" id="{93624AE0-2354-4728-B99D-D6C395913BAB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9557" y="17737536"/>
            <a:ext cx="2930873" cy="2567644"/>
          </a:xfrm>
          <a:prstGeom prst="rect">
            <a:avLst/>
          </a:prstGeom>
        </p:spPr>
      </p:pic>
      <p:sp>
        <p:nvSpPr>
          <p:cNvPr id="125" name="ZoneTexte 124">
            <a:extLst>
              <a:ext uri="{FF2B5EF4-FFF2-40B4-BE49-F238E27FC236}">
                <a16:creationId xmlns:a16="http://schemas.microsoft.com/office/drawing/2014/main" id="{019D80A8-05A0-4018-A19F-9F59812127DA}"/>
              </a:ext>
            </a:extLst>
          </p:cNvPr>
          <p:cNvSpPr txBox="1"/>
          <p:nvPr/>
        </p:nvSpPr>
        <p:spPr>
          <a:xfrm>
            <a:off x="4015969" y="17885788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BR-100276-998</a:t>
            </a:r>
          </a:p>
          <a:p>
            <a:r>
              <a:rPr lang="fr-FR" sz="2000" dirty="0"/>
              <a:t>2’’</a:t>
            </a:r>
          </a:p>
        </p:txBody>
      </p:sp>
      <p:pic>
        <p:nvPicPr>
          <p:cNvPr id="126" name="Image 125">
            <a:extLst>
              <a:ext uri="{FF2B5EF4-FFF2-40B4-BE49-F238E27FC236}">
                <a16:creationId xmlns:a16="http://schemas.microsoft.com/office/drawing/2014/main" id="{A967AEA8-DA7C-46F4-996C-E998D2E451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307690" y="29778322"/>
            <a:ext cx="2749826" cy="1757060"/>
          </a:xfrm>
          <a:prstGeom prst="rect">
            <a:avLst/>
          </a:prstGeom>
        </p:spPr>
      </p:pic>
      <p:sp>
        <p:nvSpPr>
          <p:cNvPr id="133" name="ZoneTexte 132">
            <a:extLst>
              <a:ext uri="{FF2B5EF4-FFF2-40B4-BE49-F238E27FC236}">
                <a16:creationId xmlns:a16="http://schemas.microsoft.com/office/drawing/2014/main" id="{8723709C-B6B2-4F6D-A2B4-1BED20C2EC3D}"/>
              </a:ext>
            </a:extLst>
          </p:cNvPr>
          <p:cNvSpPr txBox="1"/>
          <p:nvPr/>
        </p:nvSpPr>
        <p:spPr>
          <a:xfrm>
            <a:off x="2019937" y="29650878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3EB6D9CC-F9E3-4383-9A0C-31F4E2DF912D}"/>
              </a:ext>
            </a:extLst>
          </p:cNvPr>
          <p:cNvSpPr txBox="1"/>
          <p:nvPr/>
        </p:nvSpPr>
        <p:spPr>
          <a:xfrm>
            <a:off x="1433364" y="31916295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vidéo</a:t>
            </a:r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6CB5E489-F7C8-47CA-97C7-51AE550974A9}"/>
              </a:ext>
            </a:extLst>
          </p:cNvPr>
          <p:cNvSpPr/>
          <p:nvPr/>
        </p:nvSpPr>
        <p:spPr>
          <a:xfrm>
            <a:off x="1015191" y="15527398"/>
            <a:ext cx="5259964" cy="17234725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6" name="Image 135">
            <a:extLst>
              <a:ext uri="{FF2B5EF4-FFF2-40B4-BE49-F238E27FC236}">
                <a16:creationId xmlns:a16="http://schemas.microsoft.com/office/drawing/2014/main" id="{DBF21266-477E-4557-A6F5-FF2F59B155F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38305" y="20201633"/>
            <a:ext cx="2370025" cy="4198984"/>
          </a:xfrm>
          <a:prstGeom prst="rect">
            <a:avLst/>
          </a:prstGeom>
        </p:spPr>
      </p:pic>
      <p:sp>
        <p:nvSpPr>
          <p:cNvPr id="139" name="ZoneTexte 138">
            <a:extLst>
              <a:ext uri="{FF2B5EF4-FFF2-40B4-BE49-F238E27FC236}">
                <a16:creationId xmlns:a16="http://schemas.microsoft.com/office/drawing/2014/main" id="{48A94541-F9AC-45F8-BE4E-64DEBEB7FC19}"/>
              </a:ext>
            </a:extLst>
          </p:cNvPr>
          <p:cNvSpPr txBox="1"/>
          <p:nvPr/>
        </p:nvSpPr>
        <p:spPr>
          <a:xfrm>
            <a:off x="3847247" y="21155856"/>
            <a:ext cx="20550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BR-100230-101</a:t>
            </a:r>
          </a:p>
          <a:p>
            <a:r>
              <a:rPr lang="fr-FR" sz="2000" dirty="0"/>
              <a:t>2’’     10cm </a:t>
            </a:r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86A2E7F3-5071-4253-92DA-648E33B264A7}"/>
              </a:ext>
            </a:extLst>
          </p:cNvPr>
          <p:cNvSpPr txBox="1"/>
          <p:nvPr/>
        </p:nvSpPr>
        <p:spPr>
          <a:xfrm>
            <a:off x="4801146" y="31468955"/>
            <a:ext cx="1730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 dirty="0"/>
              <a:t>x2</a:t>
            </a:r>
            <a:endParaRPr lang="fr-FR" sz="8800" b="1" dirty="0">
              <a:solidFill>
                <a:srgbClr val="7030A0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C88CBD6-64AA-41D2-8959-77C4CD9A7BD3}"/>
              </a:ext>
            </a:extLst>
          </p:cNvPr>
          <p:cNvSpPr/>
          <p:nvPr/>
        </p:nvSpPr>
        <p:spPr>
          <a:xfrm>
            <a:off x="21953900" y="8674402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153" name="Image 152">
            <a:extLst>
              <a:ext uri="{FF2B5EF4-FFF2-40B4-BE49-F238E27FC236}">
                <a16:creationId xmlns:a16="http://schemas.microsoft.com/office/drawing/2014/main" id="{8DBA5E37-EE1D-4960-92B1-2A0D64BD0BB0}"/>
              </a:ext>
            </a:extLst>
          </p:cNvPr>
          <p:cNvPicPr>
            <a:picLocks noChangeAspect="1"/>
          </p:cNvPicPr>
          <p:nvPr/>
        </p:nvPicPr>
        <p:blipFill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71443" y="8391088"/>
            <a:ext cx="3093444" cy="1790401"/>
          </a:xfrm>
          <a:prstGeom prst="rect">
            <a:avLst/>
          </a:prstGeom>
        </p:spPr>
      </p:pic>
      <p:sp>
        <p:nvSpPr>
          <p:cNvPr id="158" name="ZoneTexte 157">
            <a:extLst>
              <a:ext uri="{FF2B5EF4-FFF2-40B4-BE49-F238E27FC236}">
                <a16:creationId xmlns:a16="http://schemas.microsoft.com/office/drawing/2014/main" id="{412FBD22-D494-42E2-B2B7-A0079207761D}"/>
              </a:ext>
            </a:extLst>
          </p:cNvPr>
          <p:cNvSpPr txBox="1"/>
          <p:nvPr/>
        </p:nvSpPr>
        <p:spPr>
          <a:xfrm>
            <a:off x="24176886" y="8971668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CC933D41-85AC-4E29-801B-BAD9B65C88D1}"/>
              </a:ext>
            </a:extLst>
          </p:cNvPr>
          <p:cNvSpPr txBox="1"/>
          <p:nvPr/>
        </p:nvSpPr>
        <p:spPr>
          <a:xfrm>
            <a:off x="8858091" y="33829400"/>
            <a:ext cx="1014040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v6 Stéréo</a:t>
            </a: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2A7335C0-3E74-4D69-821A-61EC9AD76AA4}"/>
              </a:ext>
            </a:extLst>
          </p:cNvPr>
          <p:cNvSpPr txBox="1"/>
          <p:nvPr/>
        </p:nvSpPr>
        <p:spPr>
          <a:xfrm>
            <a:off x="3855148" y="15690930"/>
            <a:ext cx="172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dirty="0"/>
              <a:t>2’’</a:t>
            </a:r>
          </a:p>
          <a:p>
            <a:endParaRPr lang="fr-FR" sz="2000" dirty="0"/>
          </a:p>
        </p:txBody>
      </p:sp>
      <p:grpSp>
        <p:nvGrpSpPr>
          <p:cNvPr id="183" name="Groupe 182">
            <a:extLst>
              <a:ext uri="{FF2B5EF4-FFF2-40B4-BE49-F238E27FC236}">
                <a16:creationId xmlns:a16="http://schemas.microsoft.com/office/drawing/2014/main" id="{9FE5350F-9D9A-4B26-98D7-1274A9A02EAE}"/>
              </a:ext>
            </a:extLst>
          </p:cNvPr>
          <p:cNvGrpSpPr/>
          <p:nvPr/>
        </p:nvGrpSpPr>
        <p:grpSpPr>
          <a:xfrm>
            <a:off x="15259257" y="8842975"/>
            <a:ext cx="3512065" cy="1714505"/>
            <a:chOff x="4963677" y="19488493"/>
            <a:chExt cx="3512065" cy="1714505"/>
          </a:xfrm>
        </p:grpSpPr>
        <p:pic>
          <p:nvPicPr>
            <p:cNvPr id="184" name="Image 183">
              <a:extLst>
                <a:ext uri="{FF2B5EF4-FFF2-40B4-BE49-F238E27FC236}">
                  <a16:creationId xmlns:a16="http://schemas.microsoft.com/office/drawing/2014/main" id="{887B088F-C589-4E1A-8802-74EAD48DE6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186" name="ZoneTexte 185">
              <a:extLst>
                <a:ext uri="{FF2B5EF4-FFF2-40B4-BE49-F238E27FC236}">
                  <a16:creationId xmlns:a16="http://schemas.microsoft.com/office/drawing/2014/main" id="{99C10356-6E84-4D8A-843C-115F73033BB1}"/>
                </a:ext>
              </a:extLst>
            </p:cNvPr>
            <p:cNvSpPr txBox="1"/>
            <p:nvPr/>
          </p:nvSpPr>
          <p:spPr>
            <a:xfrm>
              <a:off x="4963677" y="19488493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pic>
        <p:nvPicPr>
          <p:cNvPr id="194" name="Image 193">
            <a:extLst>
              <a:ext uri="{FF2B5EF4-FFF2-40B4-BE49-F238E27FC236}">
                <a16:creationId xmlns:a16="http://schemas.microsoft.com/office/drawing/2014/main" id="{BC49CCC3-FF4E-4FD4-9915-116AC8F10035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1495229" y="15689506"/>
            <a:ext cx="2277202" cy="204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8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9A28F2-6F3B-46A9-940B-68E58724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16/09/2026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772FF5-F829-4ACF-970E-C82CE31C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4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748C23F-9B58-48E2-9228-2255500ED808}"/>
              </a:ext>
            </a:extLst>
          </p:cNvPr>
          <p:cNvGrpSpPr/>
          <p:nvPr/>
        </p:nvGrpSpPr>
        <p:grpSpPr>
          <a:xfrm>
            <a:off x="7566313" y="10005455"/>
            <a:ext cx="2543059" cy="2447785"/>
            <a:chOff x="20662739" y="6470531"/>
            <a:chExt cx="2543059" cy="244778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CF2D1772-CAAA-41DA-8E29-8FFFAE1EB441}"/>
                </a:ext>
              </a:extLst>
            </p:cNvPr>
            <p:cNvSpPr txBox="1"/>
            <p:nvPr/>
          </p:nvSpPr>
          <p:spPr>
            <a:xfrm>
              <a:off x="20996729" y="647053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Recharge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A35B4ABA-834E-49B8-9EB6-0FE481683B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EA05436F-AAEB-4D06-8F3C-124E94350F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4030339" y="-852660"/>
            <a:ext cx="5308440" cy="108171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D918BA-3619-4556-9C59-7964B00D58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>
            <a:off x="21765455" y="2232934"/>
            <a:ext cx="3817095" cy="48238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0262E87-8BF9-47DA-A7E7-99CFB44937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 flipH="1">
            <a:off x="7842456" y="2235123"/>
            <a:ext cx="3817095" cy="48238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A45E1FF-B66F-4AB5-884F-22767A3025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27" t="15297" r="23013" b="15814"/>
          <a:stretch/>
        </p:blipFill>
        <p:spPr>
          <a:xfrm>
            <a:off x="2729719" y="2050053"/>
            <a:ext cx="5112737" cy="482387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03FF51D-B6A6-4721-8A0B-BCA0897E0A55}"/>
              </a:ext>
            </a:extLst>
          </p:cNvPr>
          <p:cNvSpPr txBox="1"/>
          <p:nvPr/>
        </p:nvSpPr>
        <p:spPr>
          <a:xfrm>
            <a:off x="15294681" y="80570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BR-102649-240</a:t>
            </a:r>
          </a:p>
          <a:p>
            <a:r>
              <a:rPr lang="fr-FR" sz="2000" dirty="0"/>
              <a:t>3’’     24cm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58CC8E8-0142-4ECB-ACC1-19163DF672BA}"/>
              </a:ext>
            </a:extLst>
          </p:cNvPr>
          <p:cNvGrpSpPr/>
          <p:nvPr/>
        </p:nvGrpSpPr>
        <p:grpSpPr>
          <a:xfrm>
            <a:off x="1467611" y="8501011"/>
            <a:ext cx="3055678" cy="1964127"/>
            <a:chOff x="1582734" y="6944117"/>
            <a:chExt cx="3055678" cy="1964127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33BBFF6E-15E1-4A23-A8EF-195E530E0F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154DC448-2335-4D71-99F1-4A873638EC89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8B5EBC24-35DC-489C-AA76-CE29A802F44A}"/>
              </a:ext>
            </a:extLst>
          </p:cNvPr>
          <p:cNvSpPr txBox="1"/>
          <p:nvPr/>
        </p:nvSpPr>
        <p:spPr>
          <a:xfrm>
            <a:off x="3008257" y="1516007"/>
            <a:ext cx="13211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BR-100630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FCC2B87-5F7F-42BF-A9FA-E111237EEC7B}"/>
              </a:ext>
            </a:extLst>
          </p:cNvPr>
          <p:cNvSpPr txBox="1"/>
          <p:nvPr/>
        </p:nvSpPr>
        <p:spPr>
          <a:xfrm>
            <a:off x="20539361" y="816850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BR-100949-004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4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5F396CE-3102-4889-886E-9E4D3BB720E7}"/>
              </a:ext>
            </a:extLst>
          </p:cNvPr>
          <p:cNvSpPr txBox="1"/>
          <p:nvPr/>
        </p:nvSpPr>
        <p:spPr>
          <a:xfrm>
            <a:off x="21803285" y="1823783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A234EEF-836D-4883-849A-C532F843673D}"/>
              </a:ext>
            </a:extLst>
          </p:cNvPr>
          <p:cNvSpPr txBox="1"/>
          <p:nvPr/>
        </p:nvSpPr>
        <p:spPr>
          <a:xfrm>
            <a:off x="7982006" y="1591924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9B06D2C-12B3-4A1B-A39C-1C01C0AE48E8}"/>
              </a:ext>
            </a:extLst>
          </p:cNvPr>
          <p:cNvSpPr/>
          <p:nvPr/>
        </p:nvSpPr>
        <p:spPr>
          <a:xfrm>
            <a:off x="759294" y="797110"/>
            <a:ext cx="27975008" cy="14246245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B5774BB-B861-4E93-BC25-226C6DF8CE03}"/>
              </a:ext>
            </a:extLst>
          </p:cNvPr>
          <p:cNvGrpSpPr/>
          <p:nvPr/>
        </p:nvGrpSpPr>
        <p:grpSpPr>
          <a:xfrm>
            <a:off x="2709546" y="10920261"/>
            <a:ext cx="2715709" cy="3779225"/>
            <a:chOff x="10564913" y="7385135"/>
            <a:chExt cx="2715709" cy="3779225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4CB93329-31D7-4D7D-A7BC-5EA3952E132A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25" name="Image 24">
                <a:extLst>
                  <a:ext uri="{FF2B5EF4-FFF2-40B4-BE49-F238E27FC236}">
                    <a16:creationId xmlns:a16="http://schemas.microsoft.com/office/drawing/2014/main" id="{3FB639D9-D349-4686-B50D-9B48D30B0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A6A872DC-2AC3-4AA2-BD8D-1E4953E12CCF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501796C4-D56F-48D8-AF92-C70C72267864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23" name="Image 22">
                <a:extLst>
                  <a:ext uri="{FF2B5EF4-FFF2-40B4-BE49-F238E27FC236}">
                    <a16:creationId xmlns:a16="http://schemas.microsoft.com/office/drawing/2014/main" id="{78BC24D0-5AAE-4CF4-BAF4-E4515AC40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24A15D6-C7E4-4DC1-BC5E-7528110F4619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pic>
        <p:nvPicPr>
          <p:cNvPr id="27" name="Image 26">
            <a:extLst>
              <a:ext uri="{FF2B5EF4-FFF2-40B4-BE49-F238E27FC236}">
                <a16:creationId xmlns:a16="http://schemas.microsoft.com/office/drawing/2014/main" id="{A7DFA88B-F7AA-41EA-B5B2-43509C4C581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20029" y="8104686"/>
            <a:ext cx="5403287" cy="4985353"/>
          </a:xfrm>
          <a:prstGeom prst="rect">
            <a:avLst/>
          </a:prstGeom>
        </p:spPr>
      </p:pic>
      <p:graphicFrame>
        <p:nvGraphicFramePr>
          <p:cNvPr id="32" name="Tableau 31">
            <a:extLst>
              <a:ext uri="{FF2B5EF4-FFF2-40B4-BE49-F238E27FC236}">
                <a16:creationId xmlns:a16="http://schemas.microsoft.com/office/drawing/2014/main" id="{3CB5FF47-FEBD-4831-A290-8FB0F785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100830"/>
              </p:ext>
            </p:extLst>
          </p:nvPr>
        </p:nvGraphicFramePr>
        <p:xfrm>
          <a:off x="609171" y="21910476"/>
          <a:ext cx="19424062" cy="1368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3600">
                  <a:extLst>
                    <a:ext uri="{9D8B030D-6E8A-4147-A177-3AD203B41FA5}">
                      <a16:colId xmlns:a16="http://schemas.microsoft.com/office/drawing/2014/main" val="3355680704"/>
                    </a:ext>
                  </a:extLst>
                </a:gridCol>
                <a:gridCol w="8421237">
                  <a:extLst>
                    <a:ext uri="{9D8B030D-6E8A-4147-A177-3AD203B41FA5}">
                      <a16:colId xmlns:a16="http://schemas.microsoft.com/office/drawing/2014/main" val="3579943219"/>
                    </a:ext>
                  </a:extLst>
                </a:gridCol>
                <a:gridCol w="3245685">
                  <a:extLst>
                    <a:ext uri="{9D8B030D-6E8A-4147-A177-3AD203B41FA5}">
                      <a16:colId xmlns:a16="http://schemas.microsoft.com/office/drawing/2014/main" val="4054760956"/>
                    </a:ext>
                  </a:extLst>
                </a:gridCol>
                <a:gridCol w="1403540">
                  <a:extLst>
                    <a:ext uri="{9D8B030D-6E8A-4147-A177-3AD203B41FA5}">
                      <a16:colId xmlns:a16="http://schemas.microsoft.com/office/drawing/2014/main" val="1793435017"/>
                    </a:ext>
                  </a:extLst>
                </a:gridCol>
              </a:tblGrid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Dénomination 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Nomenclature </a:t>
                      </a:r>
                      <a:r>
                        <a:rPr lang="fr-FR" sz="2800" b="1" u="none" strike="noStrike" dirty="0" err="1">
                          <a:effectLst/>
                        </a:rPr>
                        <a:t>Rov</a:t>
                      </a:r>
                      <a:r>
                        <a:rPr lang="fr-FR" sz="2800" b="1" u="none" strike="noStrike" dirty="0">
                          <a:effectLst/>
                        </a:rPr>
                        <a:t> Expert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>
                          <a:effectLst/>
                        </a:rPr>
                        <a:t>Référence constructeur</a:t>
                      </a:r>
                      <a:endParaRPr lang="fr-FR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Quantité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99026098"/>
                  </a:ext>
                </a:extLst>
              </a:tr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Tube 3’’ Acrylic 24 cm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Watertight Enclosure Tube: 3" Locking Series, Acrylic 240mm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BR-102649-240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41514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Bride 3’’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O-Ring Flange 3 inches (sealable)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BR-100647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75794459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Bouchon bride 4 trous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</a:rPr>
                        <a:t>Aluminum End Cap with 4 Holes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BR-100949-007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fr-FR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   1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1930176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bride 4 trous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Aluminum End Cap with 4 Holes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BR-100949-004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   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90760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Hublot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Clear Acrylic End Cap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BR-100630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3737484"/>
                  </a:ext>
                </a:extLst>
              </a:tr>
              <a:tr h="520044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Vent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M10 Enclosure Vent and Plug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BR-100783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8024461"/>
                  </a:ext>
                </a:extLst>
              </a:tr>
              <a:tr h="65649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1)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Cobalt </a:t>
                      </a:r>
                      <a:r>
                        <a:rPr lang="fr-FR" sz="2800" u="none" strike="noStrike" dirty="0" err="1">
                          <a:effectLst/>
                        </a:rPr>
                        <a:t>Series</a:t>
                      </a:r>
                      <a:r>
                        <a:rPr lang="fr-FR" sz="2800" u="none" strike="noStrike" dirty="0">
                          <a:effectLst/>
                        </a:rPr>
                        <a:t> </a:t>
                      </a:r>
                      <a:r>
                        <a:rPr lang="fr-FR" sz="2800" u="none" strike="noStrike" dirty="0" err="1">
                          <a:effectLst/>
                        </a:rPr>
                        <a:t>Dummy</a:t>
                      </a:r>
                      <a:r>
                        <a:rPr lang="fr-FR" sz="2800" u="none" strike="noStrike" dirty="0">
                          <a:effectLst/>
                        </a:rPr>
                        <a:t> Plug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662682"/>
                  </a:ext>
                </a:extLst>
              </a:tr>
              <a:tr h="72683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2)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Cobalt Series Locking Sleeve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797288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Bouchon pour connecteur femelle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Cobalt Series Dummy Cap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COB-1003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7327791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Cobalt 3 pin Bulkhead Connector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COB-1130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3673655"/>
                  </a:ext>
                </a:extLst>
              </a:tr>
              <a:tr h="53307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femelle + câble fils nus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Single ended Cable 3 pin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COB-1231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6325792"/>
                  </a:ext>
                </a:extLst>
              </a:tr>
              <a:tr h="56270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M10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WetLink Penetrator Blank (No Hole)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BR-100434-010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fr-FR" sz="2800" b="0" u="none" strike="noStrike" dirty="0">
                          <a:effectLst/>
                        </a:rPr>
                        <a:t>   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9320179"/>
                  </a:ext>
                </a:extLst>
              </a:tr>
              <a:tr h="64839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Connecteur mâle 8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</a:rPr>
                        <a:t>Cobalt 8 pin Bulkhead Connector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COB-1180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0971840"/>
                  </a:ext>
                </a:extLst>
              </a:tr>
              <a:tr h="648390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4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Cobalt 4 pin Bulkhead Connector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COB-1140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0298364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Lumière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Lumen </a:t>
                      </a:r>
                      <a:r>
                        <a:rPr lang="fr-FR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Subsea</a:t>
                      </a:r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BR-100857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   2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03042767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Connecteur à sertir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4058721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8316350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Penetrator Plug Wrench - 18 mm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BR-100369-018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08348297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3341255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4923521"/>
                  </a:ext>
                </a:extLst>
              </a:tr>
            </a:tbl>
          </a:graphicData>
        </a:graphic>
      </p:graphicFrame>
      <p:grpSp>
        <p:nvGrpSpPr>
          <p:cNvPr id="33" name="Groupe 32">
            <a:extLst>
              <a:ext uri="{FF2B5EF4-FFF2-40B4-BE49-F238E27FC236}">
                <a16:creationId xmlns:a16="http://schemas.microsoft.com/office/drawing/2014/main" id="{73A3E013-05DE-495F-8847-A8EB18DDF6B3}"/>
              </a:ext>
            </a:extLst>
          </p:cNvPr>
          <p:cNvGrpSpPr/>
          <p:nvPr/>
        </p:nvGrpSpPr>
        <p:grpSpPr>
          <a:xfrm>
            <a:off x="4860756" y="15992855"/>
            <a:ext cx="7311439" cy="4699000"/>
            <a:chOff x="759294" y="12827000"/>
            <a:chExt cx="7311439" cy="4699000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BD68A449-DE9A-4898-8F52-EA146D3DA093}"/>
                </a:ext>
              </a:extLst>
            </p:cNvPr>
            <p:cNvSpPr txBox="1"/>
            <p:nvPr/>
          </p:nvSpPr>
          <p:spPr>
            <a:xfrm>
              <a:off x="1102043" y="15386083"/>
              <a:ext cx="22466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COB-1231</a:t>
              </a:r>
            </a:p>
            <a:p>
              <a:r>
                <a:rPr lang="fr-FR" sz="2000" dirty="0"/>
                <a:t>3 pin</a:t>
              </a:r>
            </a:p>
            <a:p>
              <a:r>
                <a:rPr lang="fr-FR" sz="2000" dirty="0"/>
                <a:t>1 m de longueur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9E58CE12-C7E9-4663-BFC9-6EA2CC4FC56C}"/>
                </a:ext>
              </a:extLst>
            </p:cNvPr>
            <p:cNvSpPr txBox="1"/>
            <p:nvPr/>
          </p:nvSpPr>
          <p:spPr>
            <a:xfrm>
              <a:off x="3279544" y="15279245"/>
              <a:ext cx="22466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</a:t>
              </a:r>
            </a:p>
            <a:p>
              <a:r>
                <a:rPr lang="fr-FR" sz="3200" dirty="0"/>
                <a:t>de batterie</a:t>
              </a:r>
            </a:p>
          </p:txBody>
        </p:sp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F2ECCDDD-B4AD-4404-B4E5-25FDA07209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2112386" y="13295142"/>
              <a:ext cx="4182619" cy="2005055"/>
            </a:xfrm>
            <a:prstGeom prst="roundRect">
              <a:avLst/>
            </a:prstGeom>
          </p:spPr>
        </p:pic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CA181BF0-D017-421A-9BFF-7A8C196F1132}"/>
                </a:ext>
              </a:extLst>
            </p:cNvPr>
            <p:cNvGrpSpPr/>
            <p:nvPr/>
          </p:nvGrpSpPr>
          <p:grpSpPr>
            <a:xfrm>
              <a:off x="6368652" y="14438475"/>
              <a:ext cx="1449499" cy="1723444"/>
              <a:chOff x="22409026" y="19702414"/>
              <a:chExt cx="1449499" cy="1723444"/>
            </a:xfrm>
          </p:grpSpPr>
          <p:pic>
            <p:nvPicPr>
              <p:cNvPr id="39" name="Image 38">
                <a:extLst>
                  <a:ext uri="{FF2B5EF4-FFF2-40B4-BE49-F238E27FC236}">
                    <a16:creationId xmlns:a16="http://schemas.microsoft.com/office/drawing/2014/main" id="{75EBBD1E-3670-4561-A690-6B7E8752F4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1BBB6438-F4FB-4CC2-9BC6-F9F904B679A2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6021C0A9-E8CE-4263-9314-D4BA54566900}"/>
                </a:ext>
              </a:extLst>
            </p:cNvPr>
            <p:cNvSpPr/>
            <p:nvPr/>
          </p:nvSpPr>
          <p:spPr>
            <a:xfrm>
              <a:off x="759294" y="12827000"/>
              <a:ext cx="7311439" cy="4699000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8D4CC9CB-D1C3-46FC-BB14-365F525FE7EE}"/>
              </a:ext>
            </a:extLst>
          </p:cNvPr>
          <p:cNvGrpSpPr/>
          <p:nvPr/>
        </p:nvGrpSpPr>
        <p:grpSpPr>
          <a:xfrm>
            <a:off x="17926040" y="15950760"/>
            <a:ext cx="8159820" cy="4874445"/>
            <a:chOff x="9544252" y="20883001"/>
            <a:chExt cx="8159820" cy="4874445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EDF5ACBF-DC10-4C7B-AFDE-3C430C3291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4871" t="29206" r="26308" b="27645"/>
            <a:stretch/>
          </p:blipFill>
          <p:spPr>
            <a:xfrm>
              <a:off x="11087977" y="21018858"/>
              <a:ext cx="3451614" cy="2531947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97CE118F-43F3-43A8-9CE7-365141CFB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6045" t="9967" r="12580" b="10605"/>
            <a:stretch/>
          </p:blipFill>
          <p:spPr>
            <a:xfrm rot="5400000">
              <a:off x="14641421" y="21455251"/>
              <a:ext cx="2708642" cy="3014257"/>
            </a:xfrm>
            <a:prstGeom prst="rect">
              <a:avLst/>
            </a:prstGeom>
          </p:spPr>
        </p:pic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5602EF45-D636-4D54-BF25-56E18EB16FEA}"/>
                </a:ext>
              </a:extLst>
            </p:cNvPr>
            <p:cNvSpPr/>
            <p:nvPr/>
          </p:nvSpPr>
          <p:spPr>
            <a:xfrm>
              <a:off x="9544252" y="20883001"/>
              <a:ext cx="8159820" cy="4874445"/>
            </a:xfrm>
            <a:prstGeom prst="roundRect">
              <a:avLst/>
            </a:prstGeom>
            <a:noFill/>
            <a:ln w="28575">
              <a:solidFill>
                <a:srgbClr val="13E3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00B050"/>
                </a:solidFill>
              </a:endParaRP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9709175C-0C2D-488F-AC7D-01FB86316E73}"/>
              </a:ext>
            </a:extLst>
          </p:cNvPr>
          <p:cNvGrpSpPr/>
          <p:nvPr/>
        </p:nvGrpSpPr>
        <p:grpSpPr>
          <a:xfrm>
            <a:off x="5408976" y="8013588"/>
            <a:ext cx="2078514" cy="2148016"/>
            <a:chOff x="10147986" y="7635940"/>
            <a:chExt cx="2078514" cy="2148016"/>
          </a:xfrm>
        </p:grpSpPr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C712DAAC-0886-4AFC-AFE1-2348BB43AF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03C546E4-E338-4529-8FC3-42BB156B8379}"/>
                </a:ext>
              </a:extLst>
            </p:cNvPr>
            <p:cNvSpPr txBox="1"/>
            <p:nvPr/>
          </p:nvSpPr>
          <p:spPr>
            <a:xfrm>
              <a:off x="10739066" y="7635940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Clé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3BDA1204-15A0-44E4-9C92-B90019487E59}"/>
              </a:ext>
            </a:extLst>
          </p:cNvPr>
          <p:cNvSpPr txBox="1"/>
          <p:nvPr/>
        </p:nvSpPr>
        <p:spPr>
          <a:xfrm>
            <a:off x="1906966" y="12089098"/>
            <a:ext cx="1319209" cy="135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x3</a:t>
            </a:r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D50B8178-3B69-4E6E-9436-8DDF444E6778}"/>
              </a:ext>
            </a:extLst>
          </p:cNvPr>
          <p:cNvGrpSpPr/>
          <p:nvPr/>
        </p:nvGrpSpPr>
        <p:grpSpPr>
          <a:xfrm>
            <a:off x="13131884" y="16302897"/>
            <a:ext cx="4632606" cy="4611598"/>
            <a:chOff x="15154929" y="21651325"/>
            <a:chExt cx="4632606" cy="4611598"/>
          </a:xfrm>
        </p:grpSpPr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1BC1687D-15E2-4CC0-A9FA-2A726602E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499C166D-97DA-4396-9718-F9826F334FF7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56" name="Rectangle : coins arrondis 55">
              <a:extLst>
                <a:ext uri="{FF2B5EF4-FFF2-40B4-BE49-F238E27FC236}">
                  <a16:creationId xmlns:a16="http://schemas.microsoft.com/office/drawing/2014/main" id="{552AFED4-E31D-4C17-A0E4-104647AFE453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4BD07DE-F35F-4908-BABD-26C3B15739B6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59" name="Image 58">
                <a:extLst>
                  <a:ext uri="{FF2B5EF4-FFF2-40B4-BE49-F238E27FC236}">
                    <a16:creationId xmlns:a16="http://schemas.microsoft.com/office/drawing/2014/main" id="{1EC43FBF-0229-449F-86F6-195B61196D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839F8F1-A24E-4C94-8EDC-6D2FB9A26B93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0F7F9910-A025-4E4A-8A02-4F62C91A3319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00365B86-5937-4224-828A-C3D8F64C6D9E}"/>
              </a:ext>
            </a:extLst>
          </p:cNvPr>
          <p:cNvGrpSpPr/>
          <p:nvPr/>
        </p:nvGrpSpPr>
        <p:grpSpPr>
          <a:xfrm>
            <a:off x="6457314" y="12371644"/>
            <a:ext cx="2259247" cy="2190325"/>
            <a:chOff x="7245191" y="7249305"/>
            <a:chExt cx="2259247" cy="2190325"/>
          </a:xfrm>
        </p:grpSpPr>
        <p:pic>
          <p:nvPicPr>
            <p:cNvPr id="64" name="Image 63">
              <a:extLst>
                <a:ext uri="{FF2B5EF4-FFF2-40B4-BE49-F238E27FC236}">
                  <a16:creationId xmlns:a16="http://schemas.microsoft.com/office/drawing/2014/main" id="{DA7F0C96-F124-4D32-9363-D3BA7E218E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FD536C75-1778-4608-BDFB-0D3E2FBCF772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7BAE9211-C34E-4A26-B1C3-03CCE9C524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64906" y="8155264"/>
            <a:ext cx="5304858" cy="4700508"/>
          </a:xfrm>
          <a:prstGeom prst="rect">
            <a:avLst/>
          </a:prstGeom>
        </p:spPr>
      </p:pic>
      <p:grpSp>
        <p:nvGrpSpPr>
          <p:cNvPr id="28" name="Groupe 27">
            <a:extLst>
              <a:ext uri="{FF2B5EF4-FFF2-40B4-BE49-F238E27FC236}">
                <a16:creationId xmlns:a16="http://schemas.microsoft.com/office/drawing/2014/main" id="{B58E0D6B-AB25-497D-9548-7B625AB32F38}"/>
              </a:ext>
            </a:extLst>
          </p:cNvPr>
          <p:cNvGrpSpPr/>
          <p:nvPr/>
        </p:nvGrpSpPr>
        <p:grpSpPr>
          <a:xfrm>
            <a:off x="12510343" y="10669695"/>
            <a:ext cx="1946946" cy="1928299"/>
            <a:chOff x="20366631" y="8887486"/>
            <a:chExt cx="1946946" cy="1928299"/>
          </a:xfrm>
        </p:grpSpPr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0ECC30A-2B45-48D5-8242-1D1A6C3A1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2083" t="31957" r="21549" b="27657"/>
            <a:stretch/>
          </p:blipFill>
          <p:spPr>
            <a:xfrm>
              <a:off x="20762246" y="9704278"/>
              <a:ext cx="1551331" cy="1111507"/>
            </a:xfrm>
            <a:prstGeom prst="rect">
              <a:avLst/>
            </a:prstGeom>
          </p:spPr>
        </p:pic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A87537E2-38B4-4F8C-B9C7-FC5E2A314790}"/>
                </a:ext>
              </a:extLst>
            </p:cNvPr>
            <p:cNvSpPr txBox="1"/>
            <p:nvPr/>
          </p:nvSpPr>
          <p:spPr>
            <a:xfrm>
              <a:off x="20366631" y="8887486"/>
              <a:ext cx="18469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Bouchon</a:t>
              </a:r>
            </a:p>
            <a:p>
              <a:r>
                <a:rPr lang="fr-FR" sz="2000" dirty="0"/>
                <a:t>BR-100434-010 </a:t>
              </a:r>
            </a:p>
          </p:txBody>
        </p:sp>
      </p:grp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12B17B99-3D2F-4021-B785-E3904DF8F1A6}"/>
              </a:ext>
            </a:extLst>
          </p:cNvPr>
          <p:cNvSpPr/>
          <p:nvPr/>
        </p:nvSpPr>
        <p:spPr>
          <a:xfrm>
            <a:off x="12510343" y="7571917"/>
            <a:ext cx="6801824" cy="5283855"/>
          </a:xfrm>
          <a:prstGeom prst="roundRect">
            <a:avLst/>
          </a:prstGeom>
          <a:noFill/>
          <a:ln w="28575">
            <a:solidFill>
              <a:srgbClr val="13E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932C9173-32D9-43A7-AF28-D0CB53009E5F}"/>
              </a:ext>
            </a:extLst>
          </p:cNvPr>
          <p:cNvSpPr/>
          <p:nvPr/>
        </p:nvSpPr>
        <p:spPr>
          <a:xfrm>
            <a:off x="20364400" y="7835682"/>
            <a:ext cx="5565156" cy="51123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022CC796-F8A7-4464-9657-4F259484D2E5}"/>
              </a:ext>
            </a:extLst>
          </p:cNvPr>
          <p:cNvSpPr txBox="1"/>
          <p:nvPr/>
        </p:nvSpPr>
        <p:spPr>
          <a:xfrm>
            <a:off x="13270270" y="836256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BR-100949-007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7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D26FDC4-91B9-4EC4-A00F-1E6C53BD335B}"/>
              </a:ext>
            </a:extLst>
          </p:cNvPr>
          <p:cNvSpPr txBox="1"/>
          <p:nvPr/>
        </p:nvSpPr>
        <p:spPr>
          <a:xfrm>
            <a:off x="16096149" y="12879475"/>
            <a:ext cx="32816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Double spot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05A11A55-CC56-497C-A6C5-98D167CBAA25}"/>
              </a:ext>
            </a:extLst>
          </p:cNvPr>
          <p:cNvSpPr txBox="1"/>
          <p:nvPr/>
        </p:nvSpPr>
        <p:spPr>
          <a:xfrm>
            <a:off x="23365804" y="12908841"/>
            <a:ext cx="2614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Sans spot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02BB1669-72A3-440C-B9CC-34BD5382AB9F}"/>
              </a:ext>
            </a:extLst>
          </p:cNvPr>
          <p:cNvSpPr txBox="1"/>
          <p:nvPr/>
        </p:nvSpPr>
        <p:spPr>
          <a:xfrm>
            <a:off x="5861138" y="36798377"/>
            <a:ext cx="8215711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3900" b="1" dirty="0" err="1"/>
              <a:t>MagPi</a:t>
            </a:r>
            <a:endParaRPr lang="fr-FR" sz="23900" b="1" dirty="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8EC5C2DC-E1EB-41B5-9FF1-AAC40EF7A915}"/>
              </a:ext>
            </a:extLst>
          </p:cNvPr>
          <p:cNvSpPr txBox="1"/>
          <p:nvPr/>
        </p:nvSpPr>
        <p:spPr>
          <a:xfrm>
            <a:off x="23691997" y="19625576"/>
            <a:ext cx="2246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BR-100857</a:t>
            </a:r>
          </a:p>
          <a:p>
            <a:r>
              <a:rPr lang="fr-FR" sz="2000" dirty="0"/>
              <a:t>Lumen </a:t>
            </a:r>
            <a:r>
              <a:rPr lang="fr-FR" sz="2000" dirty="0" err="1"/>
              <a:t>Subsea</a:t>
            </a:r>
            <a:r>
              <a:rPr lang="fr-FR" sz="2000" dirty="0"/>
              <a:t> 1500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DA63FDA-E216-4090-81BC-5CFF7C9A3316}"/>
              </a:ext>
            </a:extLst>
          </p:cNvPr>
          <p:cNvSpPr txBox="1"/>
          <p:nvPr/>
        </p:nvSpPr>
        <p:spPr>
          <a:xfrm>
            <a:off x="18202996" y="18717426"/>
            <a:ext cx="494398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x2 </a:t>
            </a:r>
            <a:r>
              <a:rPr lang="fr-FR" sz="4400" b="1" dirty="0"/>
              <a:t>si double spots</a:t>
            </a:r>
            <a:endParaRPr lang="fr-FR" b="1" dirty="0"/>
          </a:p>
        </p:txBody>
      </p: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D355D473-0391-4A50-A6C5-F9A68D5D966F}"/>
              </a:ext>
            </a:extLst>
          </p:cNvPr>
          <p:cNvGrpSpPr/>
          <p:nvPr/>
        </p:nvGrpSpPr>
        <p:grpSpPr>
          <a:xfrm>
            <a:off x="20767247" y="21284745"/>
            <a:ext cx="8642041" cy="9404020"/>
            <a:chOff x="21401608" y="30332275"/>
            <a:chExt cx="8642041" cy="9404020"/>
          </a:xfrm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2C9A00E8-F3A3-4EF5-9702-F8FCEB325F93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3FF95D74-5FE0-4907-B43C-F55CC69311AC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83" name="Groupe 82">
                  <a:extLst>
                    <a:ext uri="{FF2B5EF4-FFF2-40B4-BE49-F238E27FC236}">
                      <a16:creationId xmlns:a16="http://schemas.microsoft.com/office/drawing/2014/main" id="{E00E2F5B-AAC5-4327-AFA7-3B22EC4C24E0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88" name="ZoneTexte 87">
                    <a:extLst>
                      <a:ext uri="{FF2B5EF4-FFF2-40B4-BE49-F238E27FC236}">
                        <a16:creationId xmlns:a16="http://schemas.microsoft.com/office/drawing/2014/main" id="{D80AAD49-41C0-437B-971A-BD17CB395B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89" name="Groupe 88">
                    <a:extLst>
                      <a:ext uri="{FF2B5EF4-FFF2-40B4-BE49-F238E27FC236}">
                        <a16:creationId xmlns:a16="http://schemas.microsoft.com/office/drawing/2014/main" id="{CB1AF27B-6867-4D5D-B778-A26134BA16AE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91" name="Image 90">
                      <a:extLst>
                        <a:ext uri="{FF2B5EF4-FFF2-40B4-BE49-F238E27FC236}">
                          <a16:creationId xmlns:a16="http://schemas.microsoft.com/office/drawing/2014/main" id="{79D8A8D9-79C1-4E43-A4F9-5E0EB45033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241888CF-FACF-4B37-A566-F34901B0C0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90" name="Rectangle : coins arrondis 89">
                    <a:extLst>
                      <a:ext uri="{FF2B5EF4-FFF2-40B4-BE49-F238E27FC236}">
                        <a16:creationId xmlns:a16="http://schemas.microsoft.com/office/drawing/2014/main" id="{025CFE4D-5071-41CC-A386-6ED284755FCD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84" name="ZoneTexte 83">
                  <a:extLst>
                    <a:ext uri="{FF2B5EF4-FFF2-40B4-BE49-F238E27FC236}">
                      <a16:creationId xmlns:a16="http://schemas.microsoft.com/office/drawing/2014/main" id="{ED6E66A4-FCCF-4E28-BDB6-B668DCE9EA8A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85" name="Groupe 84">
                  <a:extLst>
                    <a:ext uri="{FF2B5EF4-FFF2-40B4-BE49-F238E27FC236}">
                      <a16:creationId xmlns:a16="http://schemas.microsoft.com/office/drawing/2014/main" id="{255148AB-09D2-4167-AFCD-72CBD3C2F08A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86" name="Image 85">
                    <a:extLst>
                      <a:ext uri="{FF2B5EF4-FFF2-40B4-BE49-F238E27FC236}">
                        <a16:creationId xmlns:a16="http://schemas.microsoft.com/office/drawing/2014/main" id="{1AA989C0-CC0E-4E42-B240-7A9B8CF826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1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4068B9B6-0C58-4878-8EDF-F2B3490B9723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81" name="Image 80">
                <a:extLst>
                  <a:ext uri="{FF2B5EF4-FFF2-40B4-BE49-F238E27FC236}">
                    <a16:creationId xmlns:a16="http://schemas.microsoft.com/office/drawing/2014/main" id="{1A8089E4-7BFC-4AD1-B165-5A7E76C9CC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0BEE9F9D-399E-4D37-A095-7BB807F73AEC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79" name="Image 78">
              <a:extLst>
                <a:ext uri="{FF2B5EF4-FFF2-40B4-BE49-F238E27FC236}">
                  <a16:creationId xmlns:a16="http://schemas.microsoft.com/office/drawing/2014/main" id="{18CEE4EE-0CBD-4B72-93E0-471DC32FA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sp>
        <p:nvSpPr>
          <p:cNvPr id="93" name="ZoneTexte 92">
            <a:extLst>
              <a:ext uri="{FF2B5EF4-FFF2-40B4-BE49-F238E27FC236}">
                <a16:creationId xmlns:a16="http://schemas.microsoft.com/office/drawing/2014/main" id="{73A4ACC5-83D7-447A-A5DC-CA829E7A819D}"/>
              </a:ext>
            </a:extLst>
          </p:cNvPr>
          <p:cNvSpPr txBox="1"/>
          <p:nvPr/>
        </p:nvSpPr>
        <p:spPr>
          <a:xfrm>
            <a:off x="22328633" y="31122346"/>
            <a:ext cx="477660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</a:t>
            </a:r>
            <a:r>
              <a:rPr lang="fr-FR" sz="3200" dirty="0" err="1"/>
              <a:t>MagPi</a:t>
            </a:r>
            <a:endParaRPr lang="fr-FR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0000"/>
                </a:solidFill>
              </a:rPr>
              <a:t>Rouge</a:t>
            </a:r>
            <a:r>
              <a:rPr lang="fr-FR" sz="3200" dirty="0"/>
              <a:t> : Eléments spécifiques </a:t>
            </a:r>
            <a:r>
              <a:rPr lang="fr-FR" sz="3200" dirty="0" err="1"/>
              <a:t>MagPi</a:t>
            </a:r>
            <a:r>
              <a:rPr lang="fr-FR" sz="3200" dirty="0"/>
              <a:t> sans lumière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B050"/>
                </a:solidFill>
              </a:rPr>
              <a:t>Vert</a:t>
            </a:r>
            <a:r>
              <a:rPr lang="fr-FR" sz="3200" dirty="0"/>
              <a:t> : Eléments spécifiques </a:t>
            </a:r>
            <a:r>
              <a:rPr lang="fr-FR" sz="3200" dirty="0" err="1"/>
              <a:t>MagPi</a:t>
            </a:r>
            <a:r>
              <a:rPr lang="fr-FR" sz="3200" dirty="0"/>
              <a:t> avec 2 lumières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</p:spTree>
    <p:extLst>
      <p:ext uri="{BB962C8B-B14F-4D97-AF65-F5344CB8AC3E}">
        <p14:creationId xmlns:p14="http://schemas.microsoft.com/office/powerpoint/2010/main" val="284958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9727773" y="4799888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128368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</a:t>
              </a:r>
            </a:p>
            <a:p>
              <a:endParaRPr lang="fr-FR" sz="2000" dirty="0"/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15246551" y="5435766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20146649" y="2786678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7842287" y="2219581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0B014F1-B465-4D88-BCFF-9823BED93C07}"/>
              </a:ext>
            </a:extLst>
          </p:cNvPr>
          <p:cNvGrpSpPr/>
          <p:nvPr/>
        </p:nvGrpSpPr>
        <p:grpSpPr>
          <a:xfrm>
            <a:off x="11554230" y="1992795"/>
            <a:ext cx="2525148" cy="2134526"/>
            <a:chOff x="11440119" y="12515409"/>
            <a:chExt cx="2525148" cy="2134526"/>
          </a:xfrm>
        </p:grpSpPr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CB9AD409-3086-4A36-A53C-B17D5C9D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089C44B-7B22-4FEF-9EFD-83DCBBD7E14F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pic>
        <p:nvPicPr>
          <p:cNvPr id="23" name="Image 22">
            <a:extLst>
              <a:ext uri="{FF2B5EF4-FFF2-40B4-BE49-F238E27FC236}">
                <a16:creationId xmlns:a16="http://schemas.microsoft.com/office/drawing/2014/main" id="{4C20FEB8-3FDC-44D9-9026-E67FC9E9509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770"/>
          <a:stretch/>
        </p:blipFill>
        <p:spPr>
          <a:xfrm>
            <a:off x="778932" y="1878690"/>
            <a:ext cx="5586813" cy="5410669"/>
          </a:xfrm>
          <a:prstGeom prst="rect">
            <a:avLst/>
          </a:prstGeom>
        </p:spPr>
      </p:pic>
      <p:sp>
        <p:nvSpPr>
          <p:cNvPr id="238" name="ZoneTexte 237">
            <a:extLst>
              <a:ext uri="{FF2B5EF4-FFF2-40B4-BE49-F238E27FC236}">
                <a16:creationId xmlns:a16="http://schemas.microsoft.com/office/drawing/2014/main" id="{57A94DB6-93E9-4727-839D-778AC0E6B8AE}"/>
              </a:ext>
            </a:extLst>
          </p:cNvPr>
          <p:cNvSpPr txBox="1"/>
          <p:nvPr/>
        </p:nvSpPr>
        <p:spPr>
          <a:xfrm>
            <a:off x="5378325" y="1100128"/>
            <a:ext cx="2409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5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BR-102993-005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A4E65806-927C-4212-9F3B-D45FFAE56625}"/>
              </a:ext>
            </a:extLst>
          </p:cNvPr>
          <p:cNvSpPr txBox="1"/>
          <p:nvPr/>
        </p:nvSpPr>
        <p:spPr>
          <a:xfrm>
            <a:off x="21691035" y="4208106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x3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ED9B008-799C-493F-8625-8366634152C5}"/>
              </a:ext>
            </a:extLst>
          </p:cNvPr>
          <p:cNvSpPr txBox="1"/>
          <p:nvPr/>
        </p:nvSpPr>
        <p:spPr>
          <a:xfrm>
            <a:off x="6412039" y="13502881"/>
            <a:ext cx="3829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Percer un trou supplémentaire  en M10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DA450FEA-3C87-4FC3-88C0-20913D1FCD57}"/>
              </a:ext>
            </a:extLst>
          </p:cNvPr>
          <p:cNvSpPr/>
          <p:nvPr/>
        </p:nvSpPr>
        <p:spPr>
          <a:xfrm>
            <a:off x="135576" y="651638"/>
            <a:ext cx="29945839" cy="736460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3769F0DB-E2FF-4B4D-B53A-90F658FD1906}"/>
              </a:ext>
            </a:extLst>
          </p:cNvPr>
          <p:cNvSpPr txBox="1"/>
          <p:nvPr/>
        </p:nvSpPr>
        <p:spPr>
          <a:xfrm>
            <a:off x="24906273" y="3342643"/>
            <a:ext cx="59134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  <a:br>
              <a:rPr lang="fr-FR" sz="4400" b="1" dirty="0"/>
            </a:br>
            <a:r>
              <a:rPr lang="fr-FR" sz="4400" b="1" dirty="0"/>
              <a:t>KOSMOS minimal</a:t>
            </a:r>
          </a:p>
        </p:txBody>
      </p: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D4ACFAD2-47DA-41B2-9D7A-A698BB755C82}"/>
              </a:ext>
            </a:extLst>
          </p:cNvPr>
          <p:cNvGrpSpPr/>
          <p:nvPr/>
        </p:nvGrpSpPr>
        <p:grpSpPr>
          <a:xfrm>
            <a:off x="14933093" y="2275521"/>
            <a:ext cx="2723164" cy="2214511"/>
            <a:chOff x="5752578" y="18988487"/>
            <a:chExt cx="2723164" cy="2214511"/>
          </a:xfrm>
        </p:grpSpPr>
        <p:pic>
          <p:nvPicPr>
            <p:cNvPr id="111" name="Image 110">
              <a:extLst>
                <a:ext uri="{FF2B5EF4-FFF2-40B4-BE49-F238E27FC236}">
                  <a16:creationId xmlns:a16="http://schemas.microsoft.com/office/drawing/2014/main" id="{AD1E358A-EE65-486C-829B-FB978C773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9BDE11F3-7D26-4A04-92AC-44E2B932BF0C}"/>
                </a:ext>
              </a:extLst>
            </p:cNvPr>
            <p:cNvSpPr txBox="1"/>
            <p:nvPr/>
          </p:nvSpPr>
          <p:spPr>
            <a:xfrm>
              <a:off x="5752578" y="1898848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ED7B0054-0A5E-4FDC-9CC5-75655BE793B8}"/>
              </a:ext>
            </a:extLst>
          </p:cNvPr>
          <p:cNvGrpSpPr/>
          <p:nvPr/>
        </p:nvGrpSpPr>
        <p:grpSpPr>
          <a:xfrm>
            <a:off x="10363257" y="12708126"/>
            <a:ext cx="2658153" cy="2477766"/>
            <a:chOff x="20996729" y="6470531"/>
            <a:chExt cx="2658153" cy="2477766"/>
          </a:xfrm>
        </p:grpSpPr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1C5F61D6-5BA2-469C-845A-D6DB5E7F4D9B}"/>
                </a:ext>
              </a:extLst>
            </p:cNvPr>
            <p:cNvSpPr txBox="1"/>
            <p:nvPr/>
          </p:nvSpPr>
          <p:spPr>
            <a:xfrm>
              <a:off x="20996729" y="6470531"/>
              <a:ext cx="133472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29" name="Image 128">
              <a:extLst>
                <a:ext uri="{FF2B5EF4-FFF2-40B4-BE49-F238E27FC236}">
                  <a16:creationId xmlns:a16="http://schemas.microsoft.com/office/drawing/2014/main" id="{5CC4647E-FF0B-4D67-9D7A-5505234B33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1111823" y="7136390"/>
              <a:ext cx="2543059" cy="1811907"/>
            </a:xfrm>
            <a:prstGeom prst="rect">
              <a:avLst/>
            </a:prstGeom>
          </p:spPr>
        </p:pic>
      </p:grpSp>
      <p:grpSp>
        <p:nvGrpSpPr>
          <p:cNvPr id="130" name="Groupe 129">
            <a:extLst>
              <a:ext uri="{FF2B5EF4-FFF2-40B4-BE49-F238E27FC236}">
                <a16:creationId xmlns:a16="http://schemas.microsoft.com/office/drawing/2014/main" id="{469C1CDC-ABE0-4DAE-8CCB-7C94E3102E14}"/>
              </a:ext>
            </a:extLst>
          </p:cNvPr>
          <p:cNvGrpSpPr/>
          <p:nvPr/>
        </p:nvGrpSpPr>
        <p:grpSpPr>
          <a:xfrm>
            <a:off x="16073570" y="13277699"/>
            <a:ext cx="2980881" cy="1688310"/>
            <a:chOff x="11497162" y="6854323"/>
            <a:chExt cx="2980881" cy="1688310"/>
          </a:xfrm>
        </p:grpSpPr>
        <p:pic>
          <p:nvPicPr>
            <p:cNvPr id="131" name="Image 130">
              <a:extLst>
                <a:ext uri="{FF2B5EF4-FFF2-40B4-BE49-F238E27FC236}">
                  <a16:creationId xmlns:a16="http://schemas.microsoft.com/office/drawing/2014/main" id="{BCA8122D-113E-4441-A6F2-00865D543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F5C37594-E45F-4391-AC25-A81522E6FF40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10D51906-EDB9-428A-BF05-54F7F5E395E1}"/>
              </a:ext>
            </a:extLst>
          </p:cNvPr>
          <p:cNvGrpSpPr/>
          <p:nvPr/>
        </p:nvGrpSpPr>
        <p:grpSpPr>
          <a:xfrm>
            <a:off x="19951207" y="10320321"/>
            <a:ext cx="2715709" cy="3779225"/>
            <a:chOff x="10564913" y="7385135"/>
            <a:chExt cx="2715709" cy="3779225"/>
          </a:xfrm>
        </p:grpSpPr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16571D92-7FF0-40E0-915E-26CFBCFFED2E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41" name="Image 140">
                <a:extLst>
                  <a:ext uri="{FF2B5EF4-FFF2-40B4-BE49-F238E27FC236}">
                    <a16:creationId xmlns:a16="http://schemas.microsoft.com/office/drawing/2014/main" id="{F2B4A958-8452-4301-827B-927D6ED82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52D630BC-5711-4165-8E54-80683F8E471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7C57DD7C-43FD-4C39-8235-72B1EFB86836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38" name="Image 137">
                <a:extLst>
                  <a:ext uri="{FF2B5EF4-FFF2-40B4-BE49-F238E27FC236}">
                    <a16:creationId xmlns:a16="http://schemas.microsoft.com/office/drawing/2014/main" id="{92D73637-2A02-429F-A309-169F37F5E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39" name="ZoneTexte 138">
                <a:extLst>
                  <a:ext uri="{FF2B5EF4-FFF2-40B4-BE49-F238E27FC236}">
                    <a16:creationId xmlns:a16="http://schemas.microsoft.com/office/drawing/2014/main" id="{1336B1A7-D412-4043-A248-C5AFEC7835C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49" name="Groupe 148">
            <a:extLst>
              <a:ext uri="{FF2B5EF4-FFF2-40B4-BE49-F238E27FC236}">
                <a16:creationId xmlns:a16="http://schemas.microsoft.com/office/drawing/2014/main" id="{583F984A-AD70-41AD-8D34-4DC69C9E1FBF}"/>
              </a:ext>
            </a:extLst>
          </p:cNvPr>
          <p:cNvGrpSpPr/>
          <p:nvPr/>
        </p:nvGrpSpPr>
        <p:grpSpPr>
          <a:xfrm>
            <a:off x="7810437" y="9939483"/>
            <a:ext cx="2259247" cy="2190325"/>
            <a:chOff x="7245191" y="7249305"/>
            <a:chExt cx="2259247" cy="2190325"/>
          </a:xfrm>
        </p:grpSpPr>
        <p:pic>
          <p:nvPicPr>
            <p:cNvPr id="152" name="Image 151">
              <a:extLst>
                <a:ext uri="{FF2B5EF4-FFF2-40B4-BE49-F238E27FC236}">
                  <a16:creationId xmlns:a16="http://schemas.microsoft.com/office/drawing/2014/main" id="{635A6499-99C9-4470-8377-F628493E57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012F3D55-351B-42FA-859F-0803320519AB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9498F07E-9B06-4F3B-9DBB-5AE52B0577EE}"/>
              </a:ext>
            </a:extLst>
          </p:cNvPr>
          <p:cNvGrpSpPr/>
          <p:nvPr/>
        </p:nvGrpSpPr>
        <p:grpSpPr>
          <a:xfrm>
            <a:off x="11522380" y="9712697"/>
            <a:ext cx="2525148" cy="2134526"/>
            <a:chOff x="11440119" y="12515409"/>
            <a:chExt cx="2525148" cy="2134526"/>
          </a:xfrm>
        </p:grpSpPr>
        <p:pic>
          <p:nvPicPr>
            <p:cNvPr id="157" name="Image 156">
              <a:extLst>
                <a:ext uri="{FF2B5EF4-FFF2-40B4-BE49-F238E27FC236}">
                  <a16:creationId xmlns:a16="http://schemas.microsoft.com/office/drawing/2014/main" id="{C1357E7D-4B1E-4EC0-AF2A-18149A0A74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8" name="ZoneTexte 157">
              <a:extLst>
                <a:ext uri="{FF2B5EF4-FFF2-40B4-BE49-F238E27FC236}">
                  <a16:creationId xmlns:a16="http://schemas.microsoft.com/office/drawing/2014/main" id="{22392E83-205C-46D5-9AA8-2B8DB1C16D23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pic>
        <p:nvPicPr>
          <p:cNvPr id="159" name="Image 158">
            <a:extLst>
              <a:ext uri="{FF2B5EF4-FFF2-40B4-BE49-F238E27FC236}">
                <a16:creationId xmlns:a16="http://schemas.microsoft.com/office/drawing/2014/main" id="{FF4EAB55-3117-4E94-83BF-CAB8BE64ED0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770"/>
          <a:stretch/>
        </p:blipFill>
        <p:spPr>
          <a:xfrm>
            <a:off x="747082" y="9598592"/>
            <a:ext cx="5586813" cy="5410669"/>
          </a:xfrm>
          <a:prstGeom prst="rect">
            <a:avLst/>
          </a:prstGeom>
        </p:spPr>
      </p:pic>
      <p:sp>
        <p:nvSpPr>
          <p:cNvPr id="160" name="ZoneTexte 159">
            <a:extLst>
              <a:ext uri="{FF2B5EF4-FFF2-40B4-BE49-F238E27FC236}">
                <a16:creationId xmlns:a16="http://schemas.microsoft.com/office/drawing/2014/main" id="{43A9B5FA-1A11-466B-8733-2A1D013C8AD9}"/>
              </a:ext>
            </a:extLst>
          </p:cNvPr>
          <p:cNvSpPr txBox="1"/>
          <p:nvPr/>
        </p:nvSpPr>
        <p:spPr>
          <a:xfrm>
            <a:off x="5346475" y="8820030"/>
            <a:ext cx="2409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5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BR-102993-005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14285C59-4628-4EB7-9C4C-745F42038818}"/>
              </a:ext>
            </a:extLst>
          </p:cNvPr>
          <p:cNvSpPr txBox="1"/>
          <p:nvPr/>
        </p:nvSpPr>
        <p:spPr>
          <a:xfrm>
            <a:off x="21326288" y="11612171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sp>
        <p:nvSpPr>
          <p:cNvPr id="162" name="Rectangle : coins arrondis 161">
            <a:extLst>
              <a:ext uri="{FF2B5EF4-FFF2-40B4-BE49-F238E27FC236}">
                <a16:creationId xmlns:a16="http://schemas.microsoft.com/office/drawing/2014/main" id="{CEC043CF-5AD4-48A9-8043-9C5D776B0E7A}"/>
              </a:ext>
            </a:extLst>
          </p:cNvPr>
          <p:cNvSpPr/>
          <p:nvPr/>
        </p:nvSpPr>
        <p:spPr>
          <a:xfrm>
            <a:off x="103726" y="8371540"/>
            <a:ext cx="29945839" cy="736460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63" name="Groupe 162">
            <a:extLst>
              <a:ext uri="{FF2B5EF4-FFF2-40B4-BE49-F238E27FC236}">
                <a16:creationId xmlns:a16="http://schemas.microsoft.com/office/drawing/2014/main" id="{00D16068-A112-4FFE-911B-951476469A15}"/>
              </a:ext>
            </a:extLst>
          </p:cNvPr>
          <p:cNvGrpSpPr/>
          <p:nvPr/>
        </p:nvGrpSpPr>
        <p:grpSpPr>
          <a:xfrm>
            <a:off x="14901243" y="9995423"/>
            <a:ext cx="2723164" cy="2214511"/>
            <a:chOff x="5752578" y="18988487"/>
            <a:chExt cx="2723164" cy="2214511"/>
          </a:xfrm>
        </p:grpSpPr>
        <p:pic>
          <p:nvPicPr>
            <p:cNvPr id="166" name="Image 165">
              <a:extLst>
                <a:ext uri="{FF2B5EF4-FFF2-40B4-BE49-F238E27FC236}">
                  <a16:creationId xmlns:a16="http://schemas.microsoft.com/office/drawing/2014/main" id="{5D290691-21DE-49AC-B0A9-69190DBB32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01E28D33-EE7C-420D-A004-E1A2720C5D01}"/>
                </a:ext>
              </a:extLst>
            </p:cNvPr>
            <p:cNvSpPr txBox="1"/>
            <p:nvPr/>
          </p:nvSpPr>
          <p:spPr>
            <a:xfrm>
              <a:off x="5752578" y="1898848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14E0661-4B39-470B-9555-B46850F708F5}"/>
              </a:ext>
            </a:extLst>
          </p:cNvPr>
          <p:cNvCxnSpPr>
            <a:cxnSpLocks/>
          </p:cNvCxnSpPr>
          <p:nvPr/>
        </p:nvCxnSpPr>
        <p:spPr>
          <a:xfrm flipH="1" flipV="1">
            <a:off x="3602817" y="12298470"/>
            <a:ext cx="3158258" cy="198733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05763A6D-2E3F-4FE3-A472-3C389F936557}"/>
              </a:ext>
            </a:extLst>
          </p:cNvPr>
          <p:cNvGrpSpPr/>
          <p:nvPr/>
        </p:nvGrpSpPr>
        <p:grpSpPr>
          <a:xfrm>
            <a:off x="13757259" y="12520792"/>
            <a:ext cx="2215729" cy="2488469"/>
            <a:chOff x="10147986" y="7295487"/>
            <a:chExt cx="2215729" cy="2488469"/>
          </a:xfrm>
        </p:grpSpPr>
        <p:pic>
          <p:nvPicPr>
            <p:cNvPr id="171" name="Image 170">
              <a:extLst>
                <a:ext uri="{FF2B5EF4-FFF2-40B4-BE49-F238E27FC236}">
                  <a16:creationId xmlns:a16="http://schemas.microsoft.com/office/drawing/2014/main" id="{7CCB902A-6388-4B7D-B9D8-C5D719CE95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75" name="ZoneTexte 174">
              <a:extLst>
                <a:ext uri="{FF2B5EF4-FFF2-40B4-BE49-F238E27FC236}">
                  <a16:creationId xmlns:a16="http://schemas.microsoft.com/office/drawing/2014/main" id="{FC6DA77B-2282-49AD-8A7B-7D7F415956B4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sp>
        <p:nvSpPr>
          <p:cNvPr id="177" name="ZoneTexte 176">
            <a:extLst>
              <a:ext uri="{FF2B5EF4-FFF2-40B4-BE49-F238E27FC236}">
                <a16:creationId xmlns:a16="http://schemas.microsoft.com/office/drawing/2014/main" id="{39957EFC-7265-4C39-B736-B1984D84985A}"/>
              </a:ext>
            </a:extLst>
          </p:cNvPr>
          <p:cNvSpPr txBox="1"/>
          <p:nvPr/>
        </p:nvSpPr>
        <p:spPr>
          <a:xfrm>
            <a:off x="24598920" y="11062545"/>
            <a:ext cx="59134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  <a:br>
              <a:rPr lang="fr-FR" sz="4400" b="1" dirty="0"/>
            </a:br>
            <a:r>
              <a:rPr lang="fr-FR" sz="4400" b="1" dirty="0"/>
              <a:t>KOSMOS minimal</a:t>
            </a:r>
          </a:p>
          <a:p>
            <a:r>
              <a:rPr lang="fr-FR" sz="4400" b="1" dirty="0"/>
              <a:t>+ moteur</a:t>
            </a:r>
          </a:p>
        </p:txBody>
      </p:sp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FE6FB4F1-F5F2-49CF-9CB2-233C46E357C3}"/>
              </a:ext>
            </a:extLst>
          </p:cNvPr>
          <p:cNvGrpSpPr/>
          <p:nvPr/>
        </p:nvGrpSpPr>
        <p:grpSpPr>
          <a:xfrm>
            <a:off x="12017689" y="20290829"/>
            <a:ext cx="2658153" cy="2477766"/>
            <a:chOff x="20996729" y="6470531"/>
            <a:chExt cx="2658153" cy="2477766"/>
          </a:xfrm>
        </p:grpSpPr>
        <p:sp>
          <p:nvSpPr>
            <p:cNvPr id="182" name="ZoneTexte 181">
              <a:extLst>
                <a:ext uri="{FF2B5EF4-FFF2-40B4-BE49-F238E27FC236}">
                  <a16:creationId xmlns:a16="http://schemas.microsoft.com/office/drawing/2014/main" id="{2E421E8A-6D9B-4DC7-BAEC-BDD437C0C213}"/>
                </a:ext>
              </a:extLst>
            </p:cNvPr>
            <p:cNvSpPr txBox="1"/>
            <p:nvPr/>
          </p:nvSpPr>
          <p:spPr>
            <a:xfrm>
              <a:off x="20996729" y="6470531"/>
              <a:ext cx="133472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83" name="Image 182">
              <a:extLst>
                <a:ext uri="{FF2B5EF4-FFF2-40B4-BE49-F238E27FC236}">
                  <a16:creationId xmlns:a16="http://schemas.microsoft.com/office/drawing/2014/main" id="{323DC809-46A1-436D-B46C-EA5A556D5A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1111823" y="7136390"/>
              <a:ext cx="2543059" cy="1811907"/>
            </a:xfrm>
            <a:prstGeom prst="rect">
              <a:avLst/>
            </a:prstGeom>
          </p:spPr>
        </p:pic>
      </p:grpSp>
      <p:grpSp>
        <p:nvGrpSpPr>
          <p:cNvPr id="184" name="Groupe 183">
            <a:extLst>
              <a:ext uri="{FF2B5EF4-FFF2-40B4-BE49-F238E27FC236}">
                <a16:creationId xmlns:a16="http://schemas.microsoft.com/office/drawing/2014/main" id="{AFF66D3B-6BC7-4A4D-B5BA-8BC7DD03ACDF}"/>
              </a:ext>
            </a:extLst>
          </p:cNvPr>
          <p:cNvGrpSpPr/>
          <p:nvPr/>
        </p:nvGrpSpPr>
        <p:grpSpPr>
          <a:xfrm>
            <a:off x="18176325" y="20978138"/>
            <a:ext cx="2980881" cy="1688310"/>
            <a:chOff x="11497162" y="6854323"/>
            <a:chExt cx="2980881" cy="1688310"/>
          </a:xfrm>
        </p:grpSpPr>
        <p:pic>
          <p:nvPicPr>
            <p:cNvPr id="186" name="Image 185">
              <a:extLst>
                <a:ext uri="{FF2B5EF4-FFF2-40B4-BE49-F238E27FC236}">
                  <a16:creationId xmlns:a16="http://schemas.microsoft.com/office/drawing/2014/main" id="{4D4FA4D5-AA90-43C5-99AE-6C1A99E243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187" name="ZoneTexte 186">
              <a:extLst>
                <a:ext uri="{FF2B5EF4-FFF2-40B4-BE49-F238E27FC236}">
                  <a16:creationId xmlns:a16="http://schemas.microsoft.com/office/drawing/2014/main" id="{69EC73A1-3090-41BB-869B-D940D994D9C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F9FFBB86-58BA-4F45-96D4-90980E6FBE34}"/>
              </a:ext>
            </a:extLst>
          </p:cNvPr>
          <p:cNvGrpSpPr/>
          <p:nvPr/>
        </p:nvGrpSpPr>
        <p:grpSpPr>
          <a:xfrm>
            <a:off x="20511445" y="16871970"/>
            <a:ext cx="2715709" cy="3779225"/>
            <a:chOff x="10564913" y="7385135"/>
            <a:chExt cx="2715709" cy="3779225"/>
          </a:xfrm>
        </p:grpSpPr>
        <p:grpSp>
          <p:nvGrpSpPr>
            <p:cNvPr id="195" name="Groupe 194">
              <a:extLst>
                <a:ext uri="{FF2B5EF4-FFF2-40B4-BE49-F238E27FC236}">
                  <a16:creationId xmlns:a16="http://schemas.microsoft.com/office/drawing/2014/main" id="{624EDC7D-595B-4DD4-9E1F-02A137FD83A3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201" name="Image 200">
                <a:extLst>
                  <a:ext uri="{FF2B5EF4-FFF2-40B4-BE49-F238E27FC236}">
                    <a16:creationId xmlns:a16="http://schemas.microsoft.com/office/drawing/2014/main" id="{89DA9CF6-552A-4AD9-9F3D-3E9124730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202" name="ZoneTexte 201">
                <a:extLst>
                  <a:ext uri="{FF2B5EF4-FFF2-40B4-BE49-F238E27FC236}">
                    <a16:creationId xmlns:a16="http://schemas.microsoft.com/office/drawing/2014/main" id="{BD2DA400-EADF-4B83-9EBC-2D3C40969E4B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196" name="Groupe 195">
              <a:extLst>
                <a:ext uri="{FF2B5EF4-FFF2-40B4-BE49-F238E27FC236}">
                  <a16:creationId xmlns:a16="http://schemas.microsoft.com/office/drawing/2014/main" id="{24B4758D-CDC3-409C-8F34-FAE1F1D5A97A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97" name="Image 196">
                <a:extLst>
                  <a:ext uri="{FF2B5EF4-FFF2-40B4-BE49-F238E27FC236}">
                    <a16:creationId xmlns:a16="http://schemas.microsoft.com/office/drawing/2014/main" id="{5F1F618A-DE8D-4362-8E0C-00F6E8F92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98" name="ZoneTexte 197">
                <a:extLst>
                  <a:ext uri="{FF2B5EF4-FFF2-40B4-BE49-F238E27FC236}">
                    <a16:creationId xmlns:a16="http://schemas.microsoft.com/office/drawing/2014/main" id="{028CF534-7A85-425D-979B-51C3C2260568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203" name="Groupe 202">
            <a:extLst>
              <a:ext uri="{FF2B5EF4-FFF2-40B4-BE49-F238E27FC236}">
                <a16:creationId xmlns:a16="http://schemas.microsoft.com/office/drawing/2014/main" id="{451A117C-60FA-44DD-9694-7776B81DA7A7}"/>
              </a:ext>
            </a:extLst>
          </p:cNvPr>
          <p:cNvGrpSpPr/>
          <p:nvPr/>
        </p:nvGrpSpPr>
        <p:grpSpPr>
          <a:xfrm>
            <a:off x="8026382" y="16415041"/>
            <a:ext cx="2259247" cy="2190325"/>
            <a:chOff x="7245191" y="7249305"/>
            <a:chExt cx="2259247" cy="2190325"/>
          </a:xfrm>
        </p:grpSpPr>
        <p:pic>
          <p:nvPicPr>
            <p:cNvPr id="204" name="Image 203">
              <a:extLst>
                <a:ext uri="{FF2B5EF4-FFF2-40B4-BE49-F238E27FC236}">
                  <a16:creationId xmlns:a16="http://schemas.microsoft.com/office/drawing/2014/main" id="{C8541F91-105D-4478-9808-10D9F5ADC1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05" name="ZoneTexte 204">
              <a:extLst>
                <a:ext uri="{FF2B5EF4-FFF2-40B4-BE49-F238E27FC236}">
                  <a16:creationId xmlns:a16="http://schemas.microsoft.com/office/drawing/2014/main" id="{6A33C896-545F-4241-8407-313341DD951F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grpSp>
        <p:nvGrpSpPr>
          <p:cNvPr id="206" name="Groupe 205">
            <a:extLst>
              <a:ext uri="{FF2B5EF4-FFF2-40B4-BE49-F238E27FC236}">
                <a16:creationId xmlns:a16="http://schemas.microsoft.com/office/drawing/2014/main" id="{77830D62-DD1D-4A2B-94A7-C6535DF704FD}"/>
              </a:ext>
            </a:extLst>
          </p:cNvPr>
          <p:cNvGrpSpPr/>
          <p:nvPr/>
        </p:nvGrpSpPr>
        <p:grpSpPr>
          <a:xfrm>
            <a:off x="11462338" y="16463277"/>
            <a:ext cx="2525148" cy="2134526"/>
            <a:chOff x="11440119" y="12515409"/>
            <a:chExt cx="2525148" cy="2134526"/>
          </a:xfrm>
        </p:grpSpPr>
        <p:pic>
          <p:nvPicPr>
            <p:cNvPr id="207" name="Image 206">
              <a:extLst>
                <a:ext uri="{FF2B5EF4-FFF2-40B4-BE49-F238E27FC236}">
                  <a16:creationId xmlns:a16="http://schemas.microsoft.com/office/drawing/2014/main" id="{D31421C9-5D9C-4292-9CB6-D2F4F1CF9B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208" name="ZoneTexte 207">
              <a:extLst>
                <a:ext uri="{FF2B5EF4-FFF2-40B4-BE49-F238E27FC236}">
                  <a16:creationId xmlns:a16="http://schemas.microsoft.com/office/drawing/2014/main" id="{C3020250-A2A3-476D-A07A-04DE89D6A358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11" name="ZoneTexte 210">
            <a:extLst>
              <a:ext uri="{FF2B5EF4-FFF2-40B4-BE49-F238E27FC236}">
                <a16:creationId xmlns:a16="http://schemas.microsoft.com/office/drawing/2014/main" id="{E520E061-F730-488D-B74B-C80E8ACC006D}"/>
              </a:ext>
            </a:extLst>
          </p:cNvPr>
          <p:cNvSpPr txBox="1"/>
          <p:nvPr/>
        </p:nvSpPr>
        <p:spPr>
          <a:xfrm>
            <a:off x="21886526" y="18163820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sp>
        <p:nvSpPr>
          <p:cNvPr id="212" name="Rectangle : coins arrondis 211">
            <a:extLst>
              <a:ext uri="{FF2B5EF4-FFF2-40B4-BE49-F238E27FC236}">
                <a16:creationId xmlns:a16="http://schemas.microsoft.com/office/drawing/2014/main" id="{8D45AC47-718C-4A8B-B763-D6D232A6D250}"/>
              </a:ext>
            </a:extLst>
          </p:cNvPr>
          <p:cNvSpPr/>
          <p:nvPr/>
        </p:nvSpPr>
        <p:spPr>
          <a:xfrm>
            <a:off x="103726" y="15963747"/>
            <a:ext cx="29945839" cy="736460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CCC1DA97-7317-4F8D-9E79-9FB9E9F113C1}"/>
              </a:ext>
            </a:extLst>
          </p:cNvPr>
          <p:cNvGrpSpPr/>
          <p:nvPr/>
        </p:nvGrpSpPr>
        <p:grpSpPr>
          <a:xfrm>
            <a:off x="15003554" y="16670553"/>
            <a:ext cx="2723164" cy="2214511"/>
            <a:chOff x="5752578" y="18988487"/>
            <a:chExt cx="2723164" cy="2214511"/>
          </a:xfrm>
        </p:grpSpPr>
        <p:pic>
          <p:nvPicPr>
            <p:cNvPr id="214" name="Image 213">
              <a:extLst>
                <a:ext uri="{FF2B5EF4-FFF2-40B4-BE49-F238E27FC236}">
                  <a16:creationId xmlns:a16="http://schemas.microsoft.com/office/drawing/2014/main" id="{D59FB6DE-83AB-448A-98C8-182F98C75A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215" name="ZoneTexte 214">
              <a:extLst>
                <a:ext uri="{FF2B5EF4-FFF2-40B4-BE49-F238E27FC236}">
                  <a16:creationId xmlns:a16="http://schemas.microsoft.com/office/drawing/2014/main" id="{35270CF3-054E-48D0-AA7F-65494887F1ED}"/>
                </a:ext>
              </a:extLst>
            </p:cNvPr>
            <p:cNvSpPr txBox="1"/>
            <p:nvPr/>
          </p:nvSpPr>
          <p:spPr>
            <a:xfrm>
              <a:off x="5752578" y="1898848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grpSp>
        <p:nvGrpSpPr>
          <p:cNvPr id="217" name="Groupe 216">
            <a:extLst>
              <a:ext uri="{FF2B5EF4-FFF2-40B4-BE49-F238E27FC236}">
                <a16:creationId xmlns:a16="http://schemas.microsoft.com/office/drawing/2014/main" id="{F2DA5D37-AB03-4C85-8809-B824A0048D5E}"/>
              </a:ext>
            </a:extLst>
          </p:cNvPr>
          <p:cNvGrpSpPr/>
          <p:nvPr/>
        </p:nvGrpSpPr>
        <p:grpSpPr>
          <a:xfrm>
            <a:off x="15167584" y="19755971"/>
            <a:ext cx="2215729" cy="2488469"/>
            <a:chOff x="10147986" y="7295487"/>
            <a:chExt cx="2215729" cy="2488469"/>
          </a:xfrm>
        </p:grpSpPr>
        <p:pic>
          <p:nvPicPr>
            <p:cNvPr id="218" name="Image 217">
              <a:extLst>
                <a:ext uri="{FF2B5EF4-FFF2-40B4-BE49-F238E27FC236}">
                  <a16:creationId xmlns:a16="http://schemas.microsoft.com/office/drawing/2014/main" id="{59106B0B-E3F4-468F-B5C0-512D9B0E9C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222" name="ZoneTexte 221">
              <a:extLst>
                <a:ext uri="{FF2B5EF4-FFF2-40B4-BE49-F238E27FC236}">
                  <a16:creationId xmlns:a16="http://schemas.microsoft.com/office/drawing/2014/main" id="{37978574-8A52-4E82-81CA-A1693131A621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sp>
        <p:nvSpPr>
          <p:cNvPr id="223" name="ZoneTexte 222">
            <a:extLst>
              <a:ext uri="{FF2B5EF4-FFF2-40B4-BE49-F238E27FC236}">
                <a16:creationId xmlns:a16="http://schemas.microsoft.com/office/drawing/2014/main" id="{575F50C9-8590-40AA-9C0E-37FD0B1FE4C8}"/>
              </a:ext>
            </a:extLst>
          </p:cNvPr>
          <p:cNvSpPr txBox="1"/>
          <p:nvPr/>
        </p:nvSpPr>
        <p:spPr>
          <a:xfrm>
            <a:off x="24598920" y="18654752"/>
            <a:ext cx="59134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  <a:br>
              <a:rPr lang="fr-FR" sz="4400" b="1" dirty="0"/>
            </a:br>
            <a:r>
              <a:rPr lang="fr-FR" sz="4400" b="1" dirty="0"/>
              <a:t>KOSMOS minimal</a:t>
            </a:r>
          </a:p>
          <a:p>
            <a:r>
              <a:rPr lang="fr-FR" sz="4400" b="1" dirty="0"/>
              <a:t>+ moteur</a:t>
            </a:r>
          </a:p>
          <a:p>
            <a:r>
              <a:rPr lang="fr-FR" sz="4400" b="1" dirty="0"/>
              <a:t>+ </a:t>
            </a:r>
            <a:r>
              <a:rPr lang="fr-FR" sz="4400" b="1" dirty="0" err="1"/>
              <a:t>stereo</a:t>
            </a:r>
            <a:endParaRPr lang="fr-FR" sz="4400" b="1" dirty="0"/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31C906E0-9366-4D46-8E95-A75AC033E0F8}"/>
              </a:ext>
            </a:extLst>
          </p:cNvPr>
          <p:cNvSpPr txBox="1"/>
          <p:nvPr/>
        </p:nvSpPr>
        <p:spPr>
          <a:xfrm>
            <a:off x="1742866" y="16463762"/>
            <a:ext cx="25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10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BR-102993-002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pic>
        <p:nvPicPr>
          <p:cNvPr id="234" name="Image 233">
            <a:extLst>
              <a:ext uri="{FF2B5EF4-FFF2-40B4-BE49-F238E27FC236}">
                <a16:creationId xmlns:a16="http://schemas.microsoft.com/office/drawing/2014/main" id="{DA6369A1-0F54-4919-B6E4-C6305B21C2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335" y="17502237"/>
            <a:ext cx="5552576" cy="5083851"/>
          </a:xfrm>
          <a:prstGeom prst="rect">
            <a:avLst/>
          </a:prstGeom>
        </p:spPr>
      </p:pic>
      <p:sp>
        <p:nvSpPr>
          <p:cNvPr id="235" name="ZoneTexte 234">
            <a:extLst>
              <a:ext uri="{FF2B5EF4-FFF2-40B4-BE49-F238E27FC236}">
                <a16:creationId xmlns:a16="http://schemas.microsoft.com/office/drawing/2014/main" id="{7202F750-5A2B-478E-B30F-D60679DE308E}"/>
              </a:ext>
            </a:extLst>
          </p:cNvPr>
          <p:cNvSpPr txBox="1"/>
          <p:nvPr/>
        </p:nvSpPr>
        <p:spPr>
          <a:xfrm>
            <a:off x="9879435" y="21594361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236" name="Groupe 235">
            <a:extLst>
              <a:ext uri="{FF2B5EF4-FFF2-40B4-BE49-F238E27FC236}">
                <a16:creationId xmlns:a16="http://schemas.microsoft.com/office/drawing/2014/main" id="{03D7DD12-C18A-4988-B653-58E121D91928}"/>
              </a:ext>
            </a:extLst>
          </p:cNvPr>
          <p:cNvGrpSpPr/>
          <p:nvPr/>
        </p:nvGrpSpPr>
        <p:grpSpPr>
          <a:xfrm>
            <a:off x="5707108" y="21257768"/>
            <a:ext cx="4394426" cy="1847945"/>
            <a:chOff x="17046099" y="7402268"/>
            <a:chExt cx="4394426" cy="1847945"/>
          </a:xfrm>
        </p:grpSpPr>
        <p:sp>
          <p:nvSpPr>
            <p:cNvPr id="241" name="ZoneTexte 240">
              <a:extLst>
                <a:ext uri="{FF2B5EF4-FFF2-40B4-BE49-F238E27FC236}">
                  <a16:creationId xmlns:a16="http://schemas.microsoft.com/office/drawing/2014/main" id="{121A60BC-1472-4D68-89EC-49276D9C6815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242" name="Image 241">
              <a:extLst>
                <a:ext uri="{FF2B5EF4-FFF2-40B4-BE49-F238E27FC236}">
                  <a16:creationId xmlns:a16="http://schemas.microsoft.com/office/drawing/2014/main" id="{6ABF8D20-4EEF-4BB0-A908-566D2D045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sp>
        <p:nvSpPr>
          <p:cNvPr id="243" name="Rectangle 242">
            <a:extLst>
              <a:ext uri="{FF2B5EF4-FFF2-40B4-BE49-F238E27FC236}">
                <a16:creationId xmlns:a16="http://schemas.microsoft.com/office/drawing/2014/main" id="{7FFECFB5-E718-467D-B3B0-7A15CD3632CE}"/>
              </a:ext>
            </a:extLst>
          </p:cNvPr>
          <p:cNvSpPr/>
          <p:nvPr/>
        </p:nvSpPr>
        <p:spPr>
          <a:xfrm>
            <a:off x="7020274" y="19341454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244" name="Image 243">
            <a:extLst>
              <a:ext uri="{FF2B5EF4-FFF2-40B4-BE49-F238E27FC236}">
                <a16:creationId xmlns:a16="http://schemas.microsoft.com/office/drawing/2014/main" id="{4652F230-6686-404D-B523-B4CC34901BE7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7817" y="19058140"/>
            <a:ext cx="3093444" cy="1790401"/>
          </a:xfrm>
          <a:prstGeom prst="rect">
            <a:avLst/>
          </a:prstGeom>
        </p:spPr>
      </p:pic>
      <p:sp>
        <p:nvSpPr>
          <p:cNvPr id="247" name="ZoneTexte 246">
            <a:extLst>
              <a:ext uri="{FF2B5EF4-FFF2-40B4-BE49-F238E27FC236}">
                <a16:creationId xmlns:a16="http://schemas.microsoft.com/office/drawing/2014/main" id="{4F6ABF61-071A-471C-A6E0-F195B30F6070}"/>
              </a:ext>
            </a:extLst>
          </p:cNvPr>
          <p:cNvSpPr txBox="1"/>
          <p:nvPr/>
        </p:nvSpPr>
        <p:spPr>
          <a:xfrm>
            <a:off x="9243260" y="19638720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248" name="Groupe 247">
            <a:extLst>
              <a:ext uri="{FF2B5EF4-FFF2-40B4-BE49-F238E27FC236}">
                <a16:creationId xmlns:a16="http://schemas.microsoft.com/office/drawing/2014/main" id="{7C43D6BA-1B0D-42F1-B649-D3DBADB60193}"/>
              </a:ext>
            </a:extLst>
          </p:cNvPr>
          <p:cNvGrpSpPr/>
          <p:nvPr/>
        </p:nvGrpSpPr>
        <p:grpSpPr>
          <a:xfrm>
            <a:off x="12017689" y="27999642"/>
            <a:ext cx="2658153" cy="2477766"/>
            <a:chOff x="20996729" y="6470531"/>
            <a:chExt cx="2658153" cy="2477766"/>
          </a:xfrm>
        </p:grpSpPr>
        <p:sp>
          <p:nvSpPr>
            <p:cNvPr id="249" name="ZoneTexte 248">
              <a:extLst>
                <a:ext uri="{FF2B5EF4-FFF2-40B4-BE49-F238E27FC236}">
                  <a16:creationId xmlns:a16="http://schemas.microsoft.com/office/drawing/2014/main" id="{B958B608-CC9D-4512-BDFE-FFBD4F4B2316}"/>
                </a:ext>
              </a:extLst>
            </p:cNvPr>
            <p:cNvSpPr txBox="1"/>
            <p:nvPr/>
          </p:nvSpPr>
          <p:spPr>
            <a:xfrm>
              <a:off x="20996729" y="6470531"/>
              <a:ext cx="133472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250" name="Image 249">
              <a:extLst>
                <a:ext uri="{FF2B5EF4-FFF2-40B4-BE49-F238E27FC236}">
                  <a16:creationId xmlns:a16="http://schemas.microsoft.com/office/drawing/2014/main" id="{6C69DDA2-A92D-4AAC-8240-ACF394893E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1111823" y="7136390"/>
              <a:ext cx="2543059" cy="1811907"/>
            </a:xfrm>
            <a:prstGeom prst="rect">
              <a:avLst/>
            </a:prstGeom>
          </p:spPr>
        </p:pic>
      </p:grpSp>
      <p:grpSp>
        <p:nvGrpSpPr>
          <p:cNvPr id="254" name="Groupe 253">
            <a:extLst>
              <a:ext uri="{FF2B5EF4-FFF2-40B4-BE49-F238E27FC236}">
                <a16:creationId xmlns:a16="http://schemas.microsoft.com/office/drawing/2014/main" id="{421F6313-E76A-4A1A-9660-DF39A2AF6C5D}"/>
              </a:ext>
            </a:extLst>
          </p:cNvPr>
          <p:cNvGrpSpPr/>
          <p:nvPr/>
        </p:nvGrpSpPr>
        <p:grpSpPr>
          <a:xfrm>
            <a:off x="18176325" y="28686951"/>
            <a:ext cx="2980881" cy="1688310"/>
            <a:chOff x="11497162" y="6854323"/>
            <a:chExt cx="2980881" cy="1688310"/>
          </a:xfrm>
        </p:grpSpPr>
        <p:pic>
          <p:nvPicPr>
            <p:cNvPr id="255" name="Image 254">
              <a:extLst>
                <a:ext uri="{FF2B5EF4-FFF2-40B4-BE49-F238E27FC236}">
                  <a16:creationId xmlns:a16="http://schemas.microsoft.com/office/drawing/2014/main" id="{D18F37B0-E989-474F-8AC4-449794D33B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256" name="ZoneTexte 255">
              <a:extLst>
                <a:ext uri="{FF2B5EF4-FFF2-40B4-BE49-F238E27FC236}">
                  <a16:creationId xmlns:a16="http://schemas.microsoft.com/office/drawing/2014/main" id="{6DBBFED2-FDCD-4337-B1A3-EC31267491F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257" name="Groupe 256">
            <a:extLst>
              <a:ext uri="{FF2B5EF4-FFF2-40B4-BE49-F238E27FC236}">
                <a16:creationId xmlns:a16="http://schemas.microsoft.com/office/drawing/2014/main" id="{4979EA15-8B99-4615-BDAD-6CE5271ADB68}"/>
              </a:ext>
            </a:extLst>
          </p:cNvPr>
          <p:cNvGrpSpPr/>
          <p:nvPr/>
        </p:nvGrpSpPr>
        <p:grpSpPr>
          <a:xfrm>
            <a:off x="20511445" y="24580783"/>
            <a:ext cx="2715709" cy="3779225"/>
            <a:chOff x="10564913" y="7385135"/>
            <a:chExt cx="2715709" cy="3779225"/>
          </a:xfrm>
        </p:grpSpPr>
        <p:grpSp>
          <p:nvGrpSpPr>
            <p:cNvPr id="258" name="Groupe 257">
              <a:extLst>
                <a:ext uri="{FF2B5EF4-FFF2-40B4-BE49-F238E27FC236}">
                  <a16:creationId xmlns:a16="http://schemas.microsoft.com/office/drawing/2014/main" id="{39578540-6A5A-4776-BEA0-698C17260BDF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263" name="Image 262">
                <a:extLst>
                  <a:ext uri="{FF2B5EF4-FFF2-40B4-BE49-F238E27FC236}">
                    <a16:creationId xmlns:a16="http://schemas.microsoft.com/office/drawing/2014/main" id="{E00C910B-155A-407E-91A2-C9F8AAA3A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264" name="ZoneTexte 263">
                <a:extLst>
                  <a:ext uri="{FF2B5EF4-FFF2-40B4-BE49-F238E27FC236}">
                    <a16:creationId xmlns:a16="http://schemas.microsoft.com/office/drawing/2014/main" id="{8F2A2079-8DBA-4DDF-9787-17B555CF083F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259" name="Groupe 258">
              <a:extLst>
                <a:ext uri="{FF2B5EF4-FFF2-40B4-BE49-F238E27FC236}">
                  <a16:creationId xmlns:a16="http://schemas.microsoft.com/office/drawing/2014/main" id="{A960AB74-FF6C-4384-832C-ABD582DBE4AC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260" name="Image 259">
                <a:extLst>
                  <a:ext uri="{FF2B5EF4-FFF2-40B4-BE49-F238E27FC236}">
                    <a16:creationId xmlns:a16="http://schemas.microsoft.com/office/drawing/2014/main" id="{ABDE4678-2CDF-4C3A-B3DD-EB72474B4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262" name="ZoneTexte 261">
                <a:extLst>
                  <a:ext uri="{FF2B5EF4-FFF2-40B4-BE49-F238E27FC236}">
                    <a16:creationId xmlns:a16="http://schemas.microsoft.com/office/drawing/2014/main" id="{B883B3E6-A6DA-4A87-A5B9-295FC35164D5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265" name="Groupe 264">
            <a:extLst>
              <a:ext uri="{FF2B5EF4-FFF2-40B4-BE49-F238E27FC236}">
                <a16:creationId xmlns:a16="http://schemas.microsoft.com/office/drawing/2014/main" id="{8DCBB4D7-CF39-44E4-BBEA-B1FD9420C43C}"/>
              </a:ext>
            </a:extLst>
          </p:cNvPr>
          <p:cNvGrpSpPr/>
          <p:nvPr/>
        </p:nvGrpSpPr>
        <p:grpSpPr>
          <a:xfrm>
            <a:off x="8026382" y="24123854"/>
            <a:ext cx="2259247" cy="2190325"/>
            <a:chOff x="7245191" y="7249305"/>
            <a:chExt cx="2259247" cy="2190325"/>
          </a:xfrm>
        </p:grpSpPr>
        <p:pic>
          <p:nvPicPr>
            <p:cNvPr id="266" name="Image 265">
              <a:extLst>
                <a:ext uri="{FF2B5EF4-FFF2-40B4-BE49-F238E27FC236}">
                  <a16:creationId xmlns:a16="http://schemas.microsoft.com/office/drawing/2014/main" id="{AE23CE90-2B87-44D3-A2A9-B795A20D35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67" name="ZoneTexte 266">
              <a:extLst>
                <a:ext uri="{FF2B5EF4-FFF2-40B4-BE49-F238E27FC236}">
                  <a16:creationId xmlns:a16="http://schemas.microsoft.com/office/drawing/2014/main" id="{58CB8F1B-94B5-4A5C-A67B-4F8DFC098CA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grpSp>
        <p:nvGrpSpPr>
          <p:cNvPr id="269" name="Groupe 268">
            <a:extLst>
              <a:ext uri="{FF2B5EF4-FFF2-40B4-BE49-F238E27FC236}">
                <a16:creationId xmlns:a16="http://schemas.microsoft.com/office/drawing/2014/main" id="{16EA1954-0B9E-4034-A164-4E75FE705419}"/>
              </a:ext>
            </a:extLst>
          </p:cNvPr>
          <p:cNvGrpSpPr/>
          <p:nvPr/>
        </p:nvGrpSpPr>
        <p:grpSpPr>
          <a:xfrm>
            <a:off x="11462338" y="24172090"/>
            <a:ext cx="2525148" cy="2134526"/>
            <a:chOff x="11440119" y="12515409"/>
            <a:chExt cx="2525148" cy="2134526"/>
          </a:xfrm>
        </p:grpSpPr>
        <p:pic>
          <p:nvPicPr>
            <p:cNvPr id="270" name="Image 269">
              <a:extLst>
                <a:ext uri="{FF2B5EF4-FFF2-40B4-BE49-F238E27FC236}">
                  <a16:creationId xmlns:a16="http://schemas.microsoft.com/office/drawing/2014/main" id="{205155DD-C5EB-424A-95E0-A551FB5F09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271" name="ZoneTexte 270">
              <a:extLst>
                <a:ext uri="{FF2B5EF4-FFF2-40B4-BE49-F238E27FC236}">
                  <a16:creationId xmlns:a16="http://schemas.microsoft.com/office/drawing/2014/main" id="{60983B82-D24E-4DC2-B2F4-AECB29085A59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72" name="ZoneTexte 271">
            <a:extLst>
              <a:ext uri="{FF2B5EF4-FFF2-40B4-BE49-F238E27FC236}">
                <a16:creationId xmlns:a16="http://schemas.microsoft.com/office/drawing/2014/main" id="{5A587A5C-CCA9-4FE9-A608-B3444DB352D7}"/>
              </a:ext>
            </a:extLst>
          </p:cNvPr>
          <p:cNvSpPr txBox="1"/>
          <p:nvPr/>
        </p:nvSpPr>
        <p:spPr>
          <a:xfrm>
            <a:off x="21886526" y="25872633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sp>
        <p:nvSpPr>
          <p:cNvPr id="273" name="Rectangle : coins arrondis 272">
            <a:extLst>
              <a:ext uri="{FF2B5EF4-FFF2-40B4-BE49-F238E27FC236}">
                <a16:creationId xmlns:a16="http://schemas.microsoft.com/office/drawing/2014/main" id="{7725CD38-75E5-433C-8B14-FC2DFA7EC780}"/>
              </a:ext>
            </a:extLst>
          </p:cNvPr>
          <p:cNvSpPr/>
          <p:nvPr/>
        </p:nvSpPr>
        <p:spPr>
          <a:xfrm>
            <a:off x="103726" y="23672560"/>
            <a:ext cx="29945839" cy="1075966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74" name="Groupe 273">
            <a:extLst>
              <a:ext uri="{FF2B5EF4-FFF2-40B4-BE49-F238E27FC236}">
                <a16:creationId xmlns:a16="http://schemas.microsoft.com/office/drawing/2014/main" id="{44CE6BC3-2E63-4DB8-84AE-C76568D0A037}"/>
              </a:ext>
            </a:extLst>
          </p:cNvPr>
          <p:cNvGrpSpPr/>
          <p:nvPr/>
        </p:nvGrpSpPr>
        <p:grpSpPr>
          <a:xfrm>
            <a:off x="15003554" y="24379366"/>
            <a:ext cx="2723164" cy="2214511"/>
            <a:chOff x="5752578" y="18988487"/>
            <a:chExt cx="2723164" cy="2214511"/>
          </a:xfrm>
        </p:grpSpPr>
        <p:pic>
          <p:nvPicPr>
            <p:cNvPr id="275" name="Image 274">
              <a:extLst>
                <a:ext uri="{FF2B5EF4-FFF2-40B4-BE49-F238E27FC236}">
                  <a16:creationId xmlns:a16="http://schemas.microsoft.com/office/drawing/2014/main" id="{1B9184A8-B6E7-4AF0-A232-62F87F9E19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3365" t="30329" r="22650" b="32229"/>
            <a:stretch/>
          </p:blipFill>
          <p:spPr>
            <a:xfrm>
              <a:off x="6116967" y="19567019"/>
              <a:ext cx="2358775" cy="1635979"/>
            </a:xfrm>
            <a:prstGeom prst="rect">
              <a:avLst/>
            </a:prstGeom>
          </p:spPr>
        </p:pic>
        <p:sp>
          <p:nvSpPr>
            <p:cNvPr id="276" name="ZoneTexte 275">
              <a:extLst>
                <a:ext uri="{FF2B5EF4-FFF2-40B4-BE49-F238E27FC236}">
                  <a16:creationId xmlns:a16="http://schemas.microsoft.com/office/drawing/2014/main" id="{B0118FB3-6579-475A-851B-80D789BBF63A}"/>
                </a:ext>
              </a:extLst>
            </p:cNvPr>
            <p:cNvSpPr txBox="1"/>
            <p:nvPr/>
          </p:nvSpPr>
          <p:spPr>
            <a:xfrm>
              <a:off x="5752578" y="1898848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Pressure relief</a:t>
              </a:r>
            </a:p>
            <a:p>
              <a:r>
                <a:rPr lang="fr-FR" sz="2000" dirty="0"/>
                <a:t>BR-100804</a:t>
              </a:r>
            </a:p>
          </p:txBody>
        </p:sp>
      </p:grpSp>
      <p:grpSp>
        <p:nvGrpSpPr>
          <p:cNvPr id="277" name="Groupe 276">
            <a:extLst>
              <a:ext uri="{FF2B5EF4-FFF2-40B4-BE49-F238E27FC236}">
                <a16:creationId xmlns:a16="http://schemas.microsoft.com/office/drawing/2014/main" id="{BC2EDEB0-DDDA-4ED6-86DB-7336A0827CF6}"/>
              </a:ext>
            </a:extLst>
          </p:cNvPr>
          <p:cNvGrpSpPr/>
          <p:nvPr/>
        </p:nvGrpSpPr>
        <p:grpSpPr>
          <a:xfrm>
            <a:off x="15167584" y="27464784"/>
            <a:ext cx="2215729" cy="2488469"/>
            <a:chOff x="10147986" y="7295487"/>
            <a:chExt cx="2215729" cy="2488469"/>
          </a:xfrm>
        </p:grpSpPr>
        <p:pic>
          <p:nvPicPr>
            <p:cNvPr id="278" name="Image 277">
              <a:extLst>
                <a:ext uri="{FF2B5EF4-FFF2-40B4-BE49-F238E27FC236}">
                  <a16:creationId xmlns:a16="http://schemas.microsoft.com/office/drawing/2014/main" id="{163D16F4-5B9E-44D9-91AF-9C17B5A888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279" name="ZoneTexte 278">
              <a:extLst>
                <a:ext uri="{FF2B5EF4-FFF2-40B4-BE49-F238E27FC236}">
                  <a16:creationId xmlns:a16="http://schemas.microsoft.com/office/drawing/2014/main" id="{4111E950-1FB8-4896-A15E-3CD894CF35BC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sp>
        <p:nvSpPr>
          <p:cNvPr id="280" name="ZoneTexte 279">
            <a:extLst>
              <a:ext uri="{FF2B5EF4-FFF2-40B4-BE49-F238E27FC236}">
                <a16:creationId xmlns:a16="http://schemas.microsoft.com/office/drawing/2014/main" id="{9E91BCED-6CF9-46C4-B2F3-5701B333D784}"/>
              </a:ext>
            </a:extLst>
          </p:cNvPr>
          <p:cNvSpPr txBox="1"/>
          <p:nvPr/>
        </p:nvSpPr>
        <p:spPr>
          <a:xfrm>
            <a:off x="24598920" y="26363565"/>
            <a:ext cx="59134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  <a:br>
              <a:rPr lang="fr-FR" sz="4400" b="1" dirty="0"/>
            </a:br>
            <a:r>
              <a:rPr lang="fr-FR" sz="4400" b="1" dirty="0"/>
              <a:t>KOSMOS minimal</a:t>
            </a:r>
          </a:p>
          <a:p>
            <a:r>
              <a:rPr lang="fr-FR" sz="4400" b="1" dirty="0"/>
              <a:t>+ moteur</a:t>
            </a:r>
          </a:p>
          <a:p>
            <a:r>
              <a:rPr lang="fr-FR" sz="4400" b="1" dirty="0"/>
              <a:t>+ double lumière</a:t>
            </a:r>
          </a:p>
        </p:txBody>
      </p:sp>
      <p:sp>
        <p:nvSpPr>
          <p:cNvPr id="281" name="ZoneTexte 280">
            <a:extLst>
              <a:ext uri="{FF2B5EF4-FFF2-40B4-BE49-F238E27FC236}">
                <a16:creationId xmlns:a16="http://schemas.microsoft.com/office/drawing/2014/main" id="{81C7DDEC-05B0-496E-BB1A-65B51C25505A}"/>
              </a:ext>
            </a:extLst>
          </p:cNvPr>
          <p:cNvSpPr txBox="1"/>
          <p:nvPr/>
        </p:nvSpPr>
        <p:spPr>
          <a:xfrm>
            <a:off x="1742866" y="24172575"/>
            <a:ext cx="25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10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BR-102993-002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pic>
        <p:nvPicPr>
          <p:cNvPr id="282" name="Image 281">
            <a:extLst>
              <a:ext uri="{FF2B5EF4-FFF2-40B4-BE49-F238E27FC236}">
                <a16:creationId xmlns:a16="http://schemas.microsoft.com/office/drawing/2014/main" id="{C06281A0-CCA8-40BE-AC5B-AF77D122AE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335" y="25211050"/>
            <a:ext cx="5552576" cy="5083851"/>
          </a:xfrm>
          <a:prstGeom prst="rect">
            <a:avLst/>
          </a:prstGeom>
        </p:spPr>
      </p:pic>
      <p:sp>
        <p:nvSpPr>
          <p:cNvPr id="283" name="ZoneTexte 282">
            <a:extLst>
              <a:ext uri="{FF2B5EF4-FFF2-40B4-BE49-F238E27FC236}">
                <a16:creationId xmlns:a16="http://schemas.microsoft.com/office/drawing/2014/main" id="{F366ABCC-C569-42C2-96F1-EA8CA1DE5DD1}"/>
              </a:ext>
            </a:extLst>
          </p:cNvPr>
          <p:cNvSpPr txBox="1"/>
          <p:nvPr/>
        </p:nvSpPr>
        <p:spPr>
          <a:xfrm>
            <a:off x="5312772" y="32863795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3997967B-D794-4D7D-BBB6-45D2E27B23A4}"/>
              </a:ext>
            </a:extLst>
          </p:cNvPr>
          <p:cNvSpPr/>
          <p:nvPr/>
        </p:nvSpPr>
        <p:spPr>
          <a:xfrm>
            <a:off x="7020274" y="27050267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288" name="Image 287">
            <a:extLst>
              <a:ext uri="{FF2B5EF4-FFF2-40B4-BE49-F238E27FC236}">
                <a16:creationId xmlns:a16="http://schemas.microsoft.com/office/drawing/2014/main" id="{F80A8753-942D-4A50-A755-821AB25CC9F8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7817" y="26766953"/>
            <a:ext cx="3093444" cy="1790401"/>
          </a:xfrm>
          <a:prstGeom prst="rect">
            <a:avLst/>
          </a:prstGeom>
        </p:spPr>
      </p:pic>
      <p:sp>
        <p:nvSpPr>
          <p:cNvPr id="289" name="ZoneTexte 288">
            <a:extLst>
              <a:ext uri="{FF2B5EF4-FFF2-40B4-BE49-F238E27FC236}">
                <a16:creationId xmlns:a16="http://schemas.microsoft.com/office/drawing/2014/main" id="{1C0D8053-ECA4-467B-B0D5-4491D20DAEC5}"/>
              </a:ext>
            </a:extLst>
          </p:cNvPr>
          <p:cNvSpPr txBox="1"/>
          <p:nvPr/>
        </p:nvSpPr>
        <p:spPr>
          <a:xfrm>
            <a:off x="9243260" y="27347533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290" name="Groupe 289">
            <a:extLst>
              <a:ext uri="{FF2B5EF4-FFF2-40B4-BE49-F238E27FC236}">
                <a16:creationId xmlns:a16="http://schemas.microsoft.com/office/drawing/2014/main" id="{7F3419B4-9B4C-48CD-8BD2-3507790FD012}"/>
              </a:ext>
            </a:extLst>
          </p:cNvPr>
          <p:cNvGrpSpPr/>
          <p:nvPr/>
        </p:nvGrpSpPr>
        <p:grpSpPr>
          <a:xfrm>
            <a:off x="4901168" y="30372304"/>
            <a:ext cx="6414893" cy="3297843"/>
            <a:chOff x="11087977" y="21018858"/>
            <a:chExt cx="6414893" cy="3297843"/>
          </a:xfrm>
        </p:grpSpPr>
        <p:pic>
          <p:nvPicPr>
            <p:cNvPr id="291" name="Image 290">
              <a:extLst>
                <a:ext uri="{FF2B5EF4-FFF2-40B4-BE49-F238E27FC236}">
                  <a16:creationId xmlns:a16="http://schemas.microsoft.com/office/drawing/2014/main" id="{7385C1AE-6A8C-48C9-97C8-548E9B8DB1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4871" t="29206" r="26308" b="27645"/>
            <a:stretch/>
          </p:blipFill>
          <p:spPr>
            <a:xfrm>
              <a:off x="11087977" y="21018858"/>
              <a:ext cx="3451614" cy="2531947"/>
            </a:xfrm>
            <a:prstGeom prst="rect">
              <a:avLst/>
            </a:prstGeom>
          </p:spPr>
        </p:pic>
        <p:pic>
          <p:nvPicPr>
            <p:cNvPr id="292" name="Image 291">
              <a:extLst>
                <a:ext uri="{FF2B5EF4-FFF2-40B4-BE49-F238E27FC236}">
                  <a16:creationId xmlns:a16="http://schemas.microsoft.com/office/drawing/2014/main" id="{584C7EE1-50B4-476B-9560-798AF715A3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16045" t="9967" r="12580" b="10605"/>
            <a:stretch/>
          </p:blipFill>
          <p:spPr>
            <a:xfrm rot="5400000">
              <a:off x="14641421" y="21455251"/>
              <a:ext cx="2708642" cy="3014257"/>
            </a:xfrm>
            <a:prstGeom prst="rect">
              <a:avLst/>
            </a:prstGeom>
          </p:spPr>
        </p:pic>
      </p:grpSp>
      <p:sp>
        <p:nvSpPr>
          <p:cNvPr id="294" name="ZoneTexte 293">
            <a:extLst>
              <a:ext uri="{FF2B5EF4-FFF2-40B4-BE49-F238E27FC236}">
                <a16:creationId xmlns:a16="http://schemas.microsoft.com/office/drawing/2014/main" id="{79316319-AFF4-4303-8DF5-33C9B6FFBB26}"/>
              </a:ext>
            </a:extLst>
          </p:cNvPr>
          <p:cNvSpPr txBox="1"/>
          <p:nvPr/>
        </p:nvSpPr>
        <p:spPr>
          <a:xfrm>
            <a:off x="6715712" y="32734850"/>
            <a:ext cx="2246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BR-100857</a:t>
            </a:r>
          </a:p>
          <a:p>
            <a:r>
              <a:rPr lang="fr-FR" sz="2000" dirty="0"/>
              <a:t>Lumen </a:t>
            </a:r>
            <a:r>
              <a:rPr lang="fr-FR" sz="2000" dirty="0" err="1"/>
              <a:t>Subsea</a:t>
            </a:r>
            <a:r>
              <a:rPr lang="fr-FR" sz="2000" dirty="0"/>
              <a:t> 1500</a:t>
            </a:r>
          </a:p>
        </p:txBody>
      </p:sp>
    </p:spTree>
    <p:extLst>
      <p:ext uri="{BB962C8B-B14F-4D97-AF65-F5344CB8AC3E}">
        <p14:creationId xmlns:p14="http://schemas.microsoft.com/office/powerpoint/2010/main" val="2311896127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5229</TotalTime>
  <Words>1948</Words>
  <Application>Microsoft Office PowerPoint</Application>
  <PresentationFormat>Personnalisé</PresentationFormat>
  <Paragraphs>842</Paragraphs>
  <Slides>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Open Sans</vt:lpstr>
      <vt:lpstr>Open Sans Light</vt:lpstr>
      <vt:lpstr>Roboto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maison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coco coco</dc:creator>
  <cp:lastModifiedBy>Olivier FAUVARQUE</cp:lastModifiedBy>
  <cp:revision>692</cp:revision>
  <cp:lastPrinted>2026-01-27T16:25:16Z</cp:lastPrinted>
  <dcterms:created xsi:type="dcterms:W3CDTF">2017-06-18T13:28:54Z</dcterms:created>
  <dcterms:modified xsi:type="dcterms:W3CDTF">2026-09-16T14:22:26Z</dcterms:modified>
</cp:coreProperties>
</file>