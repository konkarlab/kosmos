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E3FDA-0BC5-40FC-8E29-96AFC7C00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3102AA-7A23-483C-A36A-D2F1FC2C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4B643-E144-49F0-BBC1-FF45A698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3C8777-A3BF-4F32-BA63-BB13FD12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3816BC-8ACC-4F44-A1C8-67285E19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68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E7408-1975-4596-AE27-F77E2775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DBAA8D-E790-4940-A980-2A018CB5B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37150D-2CD9-4F0D-A108-D0B16805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9FE76-AF48-463B-8BB5-4C82E717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405B92-9C77-4274-98EC-6015F4C7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9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A9BD1-A417-47DE-B993-4CAEEB15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69949C-6CEF-41E8-9843-7F4F2815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0956CD-0DD6-4219-98F7-5AD7DA29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D5021D-A78C-4ACE-9CC5-D77324D2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52B640-CF59-4E59-A92D-8CE730AC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36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30AAC-B335-4556-8002-118DF01C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EFBBF0-A778-4076-9DDE-5E1696DC4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38C78-8AA3-4918-BFC9-52FF9C709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953066-EFFB-4CA7-AB70-B7536C51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E72613-50A8-4093-A876-3709E665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34EE5D-5C50-4351-8440-9EAA8C5E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19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3408D-0AD7-492A-A882-9F2FE3EE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90734B-FD24-4A35-8385-A38F1BD11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0E5AA-D1FA-45D6-B6C1-E80B400E4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088F18-BEFB-4365-B519-12C9CB4A8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8DB570-B810-4599-99D1-B5A1C364B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32E182-DCF4-4F40-B306-F16146E3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18B62D-F20F-410F-9CBB-0FA3759D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54837E-CCC1-4C6A-8036-D8EBE6FA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69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D14DD-2775-4934-96E9-1E34E82C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032A26-36FB-44B4-8942-3EE30FDD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1FD4B-F5E4-4D6A-9339-7761BFB6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D162E2-09C4-47AF-AE32-E5E2B028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737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9FD969-23CE-4772-AF3F-AD484A1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9230C3-2C3F-43EF-AAD1-D68252A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8F5AD4-E0D9-4B30-8605-5096360A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5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FD309-B259-4A5D-81A5-DFC10C3B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45C3D4-F014-458F-853A-DCAD56437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27A15D-C811-4D60-942F-C66E77D2A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8BC7FB-86C1-426D-BD65-5A606296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798A2-1E36-4DD3-B787-28FA0655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7217BB-AF84-438B-B8C8-B4011E76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08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7237C8-584D-4934-BCB3-6CCB2927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880715-4B65-4CCF-85B1-1B1B5C8C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25A191-3A95-4217-BA80-120C7FAEC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30048-D1ED-4728-937A-ABF17441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F21A97-7179-4B5A-8CFD-CBF50495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688027-844D-4E10-B852-3C4FBB86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61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E1DDC-6BCC-4EC4-8C8C-245A2D2A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47476-45F6-4E74-8BA5-9674539E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D83F60-5C0A-4C0C-96B5-798B85C8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7C544-C454-4D16-B025-C636DE16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E3C29E-4EDA-49B8-9FDC-67CBD010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0F7BEA-70B7-4537-BEE4-1A91E94C5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C74015-7F45-4775-9DA2-AC759934A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E25140-58AA-4BB4-A2AD-A6869807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4E3DB-01EE-473F-87C5-5A7F9721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75A5ED-D2BB-4B7F-9027-541CF85B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08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BEB0BF-BB9C-4E8B-93B4-3CC70AE7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B6E793-5043-4E6D-A88F-E9DF282E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7A623-3485-4654-8B17-0D21836CB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095370-996A-4775-95D0-36352231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C40DD6-01F6-40F1-A96A-B82BF4839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03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13" Type="http://schemas.openxmlformats.org/officeDocument/2006/relationships/image" Target="../media/image12.tm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11" Type="http://schemas.openxmlformats.org/officeDocument/2006/relationships/image" Target="../media/image10.png"/><Relationship Id="rId5" Type="http://schemas.openxmlformats.org/officeDocument/2006/relationships/image" Target="../media/image4.tmp"/><Relationship Id="rId10" Type="http://schemas.openxmlformats.org/officeDocument/2006/relationships/image" Target="../media/image9.tm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mp"/><Relationship Id="rId13" Type="http://schemas.openxmlformats.org/officeDocument/2006/relationships/image" Target="../media/image5.tmp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6.png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mp"/><Relationship Id="rId11" Type="http://schemas.openxmlformats.org/officeDocument/2006/relationships/image" Target="../media/image1.png"/><Relationship Id="rId5" Type="http://schemas.openxmlformats.org/officeDocument/2006/relationships/image" Target="../media/image2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2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mp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mp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12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tmp"/><Relationship Id="rId4" Type="http://schemas.openxmlformats.org/officeDocument/2006/relationships/image" Target="../media/image3.png"/><Relationship Id="rId9" Type="http://schemas.openxmlformats.org/officeDocument/2006/relationships/image" Target="../media/image1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e 167">
            <a:extLst>
              <a:ext uri="{FF2B5EF4-FFF2-40B4-BE49-F238E27FC236}">
                <a16:creationId xmlns:a16="http://schemas.microsoft.com/office/drawing/2014/main" id="{E35B7AE3-D5D2-4F49-A253-2796341C09B1}"/>
              </a:ext>
            </a:extLst>
          </p:cNvPr>
          <p:cNvGrpSpPr/>
          <p:nvPr/>
        </p:nvGrpSpPr>
        <p:grpSpPr>
          <a:xfrm>
            <a:off x="1892983" y="296731"/>
            <a:ext cx="3473431" cy="3431798"/>
            <a:chOff x="3566534" y="453743"/>
            <a:chExt cx="3473431" cy="3431798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D68D51D7-556C-4315-878A-43F81F0022B9}"/>
                </a:ext>
              </a:extLst>
            </p:cNvPr>
            <p:cNvGrpSpPr/>
            <p:nvPr/>
          </p:nvGrpSpPr>
          <p:grpSpPr>
            <a:xfrm>
              <a:off x="5425536" y="470738"/>
              <a:ext cx="1178707" cy="616982"/>
              <a:chOff x="12220759" y="7370505"/>
              <a:chExt cx="1178707" cy="616982"/>
            </a:xfrm>
          </p:grpSpPr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106D7E93-E018-41DD-A6B4-6E8EC94EEF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3476" t="27298" r="8743" b="32337"/>
              <a:stretch/>
            </p:blipFill>
            <p:spPr>
              <a:xfrm>
                <a:off x="12352554" y="7551625"/>
                <a:ext cx="731922" cy="435862"/>
              </a:xfrm>
              <a:prstGeom prst="rect">
                <a:avLst/>
              </a:prstGeom>
            </p:spPr>
          </p:pic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09ECA111-22FF-47DA-BAD7-45E9273A6E55}"/>
                  </a:ext>
                </a:extLst>
              </p:cNvPr>
              <p:cNvSpPr txBox="1"/>
              <p:nvPr/>
            </p:nvSpPr>
            <p:spPr>
              <a:xfrm>
                <a:off x="12220759" y="7370505"/>
                <a:ext cx="11787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Capteur TP</a:t>
                </a:r>
              </a:p>
            </p:txBody>
          </p:sp>
        </p:grp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864693E3-2BF1-43F2-93A9-43CD8C44CB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4383405" y="482731"/>
              <a:ext cx="824486" cy="526823"/>
            </a:xfrm>
            <a:prstGeom prst="rect">
              <a:avLst/>
            </a:prstGeom>
          </p:spPr>
        </p:pic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301DF7D3-7D1A-4A0A-AB2D-1D5BBA578FE7}"/>
                </a:ext>
              </a:extLst>
            </p:cNvPr>
            <p:cNvGrpSpPr/>
            <p:nvPr/>
          </p:nvGrpSpPr>
          <p:grpSpPr>
            <a:xfrm>
              <a:off x="4485161" y="3189677"/>
              <a:ext cx="1072170" cy="695864"/>
              <a:chOff x="9645746" y="6901398"/>
              <a:chExt cx="1072170" cy="695864"/>
            </a:xfrm>
          </p:grpSpPr>
          <p:pic>
            <p:nvPicPr>
              <p:cNvPr id="54" name="Image 53">
                <a:extLst>
                  <a:ext uri="{FF2B5EF4-FFF2-40B4-BE49-F238E27FC236}">
                    <a16:creationId xmlns:a16="http://schemas.microsoft.com/office/drawing/2014/main" id="{B682422D-17EF-4B6E-83E3-5E750ED1A6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7666" b="25718"/>
              <a:stretch/>
            </p:blipFill>
            <p:spPr>
              <a:xfrm flipH="1">
                <a:off x="10092090" y="6901398"/>
                <a:ext cx="625826" cy="642691"/>
              </a:xfrm>
              <a:prstGeom prst="rect">
                <a:avLst/>
              </a:prstGeom>
            </p:spPr>
          </p:pic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EE27FFF8-4779-473A-9CA4-E983BA827F36}"/>
                  </a:ext>
                </a:extLst>
              </p:cNvPr>
              <p:cNvSpPr txBox="1"/>
              <p:nvPr/>
            </p:nvSpPr>
            <p:spPr>
              <a:xfrm>
                <a:off x="9645746" y="7135597"/>
                <a:ext cx="6574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/>
                  <a:t>4 pin</a:t>
                </a:r>
              </a:p>
              <a:p>
                <a:pPr algn="r"/>
                <a:r>
                  <a:rPr lang="fr-FR" sz="1200" dirty="0"/>
                  <a:t>Moteur</a:t>
                </a:r>
              </a:p>
            </p:txBody>
          </p:sp>
        </p:grp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C543817F-1224-47FE-80F3-9BC804747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4427695">
              <a:off x="4197849" y="1241331"/>
              <a:ext cx="1987373" cy="1760964"/>
            </a:xfrm>
            <a:prstGeom prst="rect">
              <a:avLst/>
            </a:prstGeom>
          </p:spPr>
        </p:pic>
        <p:pic>
          <p:nvPicPr>
            <p:cNvPr id="73" name="Image 72">
              <a:extLst>
                <a:ext uri="{FF2B5EF4-FFF2-40B4-BE49-F238E27FC236}">
                  <a16:creationId xmlns:a16="http://schemas.microsoft.com/office/drawing/2014/main" id="{A45349D5-8C32-4B55-B42B-CEC1A43AE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02785" y="1331045"/>
              <a:ext cx="794576" cy="459879"/>
            </a:xfrm>
            <a:prstGeom prst="rect">
              <a:avLst/>
            </a:prstGeom>
          </p:spPr>
        </p:pic>
        <p:cxnSp>
          <p:nvCxnSpPr>
            <p:cNvPr id="3" name="Connecteur droit avec flèche 2">
              <a:extLst>
                <a:ext uri="{FF2B5EF4-FFF2-40B4-BE49-F238E27FC236}">
                  <a16:creationId xmlns:a16="http://schemas.microsoft.com/office/drawing/2014/main" id="{2C4E3D86-5B5D-4ED1-B076-EA69668DE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4448" y="1107641"/>
              <a:ext cx="502920" cy="1066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47D3B959-1E92-4C8D-A730-1F9A1B8A3124}"/>
                </a:ext>
              </a:extLst>
            </p:cNvPr>
            <p:cNvGrpSpPr/>
            <p:nvPr/>
          </p:nvGrpSpPr>
          <p:grpSpPr>
            <a:xfrm>
              <a:off x="3566534" y="2693162"/>
              <a:ext cx="1082529" cy="912895"/>
              <a:chOff x="7202256" y="8083571"/>
              <a:chExt cx="1082529" cy="912895"/>
            </a:xfrm>
          </p:grpSpPr>
          <p:pic>
            <p:nvPicPr>
              <p:cNvPr id="70" name="Image 69">
                <a:extLst>
                  <a:ext uri="{FF2B5EF4-FFF2-40B4-BE49-F238E27FC236}">
                    <a16:creationId xmlns:a16="http://schemas.microsoft.com/office/drawing/2014/main" id="{1463C00E-FF25-4FFB-8B19-E568CB331D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7666" b="25718"/>
              <a:stretch/>
            </p:blipFill>
            <p:spPr>
              <a:xfrm>
                <a:off x="7474191" y="8164028"/>
                <a:ext cx="810594" cy="83243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pic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82CBBD3A-BD39-4C95-841D-DAB42FA43288}"/>
                  </a:ext>
                </a:extLst>
              </p:cNvPr>
              <p:cNvSpPr txBox="1"/>
              <p:nvPr/>
            </p:nvSpPr>
            <p:spPr>
              <a:xfrm>
                <a:off x="7202256" y="8083571"/>
                <a:ext cx="72705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8 pin</a:t>
                </a:r>
              </a:p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Ethernet</a:t>
                </a:r>
              </a:p>
            </p:txBody>
          </p:sp>
        </p:grpSp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7C587D96-C410-4462-91E2-1E30500DB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0479" y="2301556"/>
              <a:ext cx="657198" cy="63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7A5B1FC1-FE5D-4E22-A19F-22D30F867924}"/>
                </a:ext>
              </a:extLst>
            </p:cNvPr>
            <p:cNvSpPr txBox="1"/>
            <p:nvPr/>
          </p:nvSpPr>
          <p:spPr>
            <a:xfrm>
              <a:off x="6173674" y="1283930"/>
              <a:ext cx="737702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chemeClr val="tx1"/>
                  </a:solidFill>
                </a:rPr>
                <a:t>Bouchon</a:t>
              </a:r>
            </a:p>
          </p:txBody>
        </p:sp>
        <p:cxnSp>
          <p:nvCxnSpPr>
            <p:cNvPr id="78" name="Connecteur droit avec flèche 77">
              <a:extLst>
                <a:ext uri="{FF2B5EF4-FFF2-40B4-BE49-F238E27FC236}">
                  <a16:creationId xmlns:a16="http://schemas.microsoft.com/office/drawing/2014/main" id="{A60F5573-6059-4631-92F7-ACDE302E6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513" y="1641003"/>
              <a:ext cx="500582" cy="3066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avec flèche 78">
              <a:extLst>
                <a:ext uri="{FF2B5EF4-FFF2-40B4-BE49-F238E27FC236}">
                  <a16:creationId xmlns:a16="http://schemas.microsoft.com/office/drawing/2014/main" id="{68544579-BEF3-4C0A-8B68-F2E2F179E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7891" y="2461566"/>
              <a:ext cx="7734" cy="728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04D12FF7-F272-4F85-980A-576C251C7F92}"/>
                </a:ext>
              </a:extLst>
            </p:cNvPr>
            <p:cNvSpPr txBox="1"/>
            <p:nvPr/>
          </p:nvSpPr>
          <p:spPr>
            <a:xfrm>
              <a:off x="3795666" y="1192546"/>
              <a:ext cx="737702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chemeClr val="tx1"/>
                  </a:solidFill>
                </a:rPr>
                <a:t>Bouchon</a:t>
              </a:r>
            </a:p>
          </p:txBody>
        </p: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9BD89DE3-6E88-4E6E-9EF7-4790774A1EEE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>
              <a:off x="3982998" y="1676376"/>
              <a:ext cx="914679" cy="286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E485097B-CCF1-4F07-AFB0-57E3CD583BB1}"/>
                </a:ext>
              </a:extLst>
            </p:cNvPr>
            <p:cNvSpPr txBox="1"/>
            <p:nvPr/>
          </p:nvSpPr>
          <p:spPr>
            <a:xfrm>
              <a:off x="4188746" y="453743"/>
              <a:ext cx="5741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cxnSp>
          <p:nvCxnSpPr>
            <p:cNvPr id="84" name="Connecteur droit avec flèche 83">
              <a:extLst>
                <a:ext uri="{FF2B5EF4-FFF2-40B4-BE49-F238E27FC236}">
                  <a16:creationId xmlns:a16="http://schemas.microsoft.com/office/drawing/2014/main" id="{04CFBEC8-652B-4AFF-BD0D-43029F89C9F5}"/>
                </a:ext>
              </a:extLst>
            </p:cNvPr>
            <p:cNvCxnSpPr>
              <a:cxnSpLocks/>
            </p:cNvCxnSpPr>
            <p:nvPr/>
          </p:nvCxnSpPr>
          <p:spPr>
            <a:xfrm>
              <a:off x="4909175" y="902034"/>
              <a:ext cx="292266" cy="8740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Image 91">
              <a:extLst>
                <a:ext uri="{FF2B5EF4-FFF2-40B4-BE49-F238E27FC236}">
                  <a16:creationId xmlns:a16="http://schemas.microsoft.com/office/drawing/2014/main" id="{C6FF61BB-AA60-4479-86B2-A25E92153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85710" y="1216497"/>
              <a:ext cx="794576" cy="459879"/>
            </a:xfrm>
            <a:prstGeom prst="rect">
              <a:avLst/>
            </a:prstGeom>
          </p:spPr>
        </p:pic>
        <p:pic>
          <p:nvPicPr>
            <p:cNvPr id="96" name="Image 95">
              <a:extLst>
                <a:ext uri="{FF2B5EF4-FFF2-40B4-BE49-F238E27FC236}">
                  <a16:creationId xmlns:a16="http://schemas.microsoft.com/office/drawing/2014/main" id="{A3BBD19B-5CF8-47BE-8BE7-FE101B5AD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49767" y="2640297"/>
              <a:ext cx="834123" cy="394225"/>
            </a:xfrm>
            <a:prstGeom prst="rect">
              <a:avLst/>
            </a:prstGeom>
          </p:spPr>
        </p:pic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47169E67-4E54-4BF3-A5AF-6F037CB78529}"/>
                </a:ext>
              </a:extLst>
            </p:cNvPr>
            <p:cNvSpPr txBox="1"/>
            <p:nvPr/>
          </p:nvSpPr>
          <p:spPr>
            <a:xfrm>
              <a:off x="5513137" y="2948055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6.5 HC</a:t>
              </a:r>
            </a:p>
            <a:p>
              <a:r>
                <a:rPr lang="fr-FR" sz="1200" dirty="0"/>
                <a:t>COB-1231 </a:t>
              </a:r>
            </a:p>
          </p:txBody>
        </p:sp>
        <p:pic>
          <p:nvPicPr>
            <p:cNvPr id="99" name="Image 98">
              <a:extLst>
                <a:ext uri="{FF2B5EF4-FFF2-40B4-BE49-F238E27FC236}">
                  <a16:creationId xmlns:a16="http://schemas.microsoft.com/office/drawing/2014/main" id="{56A54773-3BE4-428C-B138-739658DB05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97853" y="2518102"/>
              <a:ext cx="779598" cy="373722"/>
            </a:xfrm>
            <a:prstGeom prst="roundRect">
              <a:avLst/>
            </a:prstGeom>
          </p:spPr>
        </p:pic>
        <p:cxnSp>
          <p:nvCxnSpPr>
            <p:cNvPr id="100" name="Connecteur droit avec flèche 99">
              <a:extLst>
                <a:ext uri="{FF2B5EF4-FFF2-40B4-BE49-F238E27FC236}">
                  <a16:creationId xmlns:a16="http://schemas.microsoft.com/office/drawing/2014/main" id="{9582A109-59E5-4E05-B0EE-D3B057BD3BB1}"/>
                </a:ext>
              </a:extLst>
            </p:cNvPr>
            <p:cNvCxnSpPr>
              <a:cxnSpLocks/>
              <a:stCxn id="96" idx="1"/>
            </p:cNvCxnSpPr>
            <p:nvPr/>
          </p:nvCxnSpPr>
          <p:spPr>
            <a:xfrm flipH="1" flipV="1">
              <a:off x="5513137" y="2317854"/>
              <a:ext cx="536630" cy="5195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e 168">
            <a:extLst>
              <a:ext uri="{FF2B5EF4-FFF2-40B4-BE49-F238E27FC236}">
                <a16:creationId xmlns:a16="http://schemas.microsoft.com/office/drawing/2014/main" id="{94D428D7-B84F-4A6F-83DF-AC40B60DD168}"/>
              </a:ext>
            </a:extLst>
          </p:cNvPr>
          <p:cNvGrpSpPr/>
          <p:nvPr/>
        </p:nvGrpSpPr>
        <p:grpSpPr>
          <a:xfrm>
            <a:off x="7044807" y="523668"/>
            <a:ext cx="3047385" cy="2708690"/>
            <a:chOff x="7958253" y="887468"/>
            <a:chExt cx="3047385" cy="2708690"/>
          </a:xfrm>
        </p:grpSpPr>
        <p:pic>
          <p:nvPicPr>
            <p:cNvPr id="85" name="Image 84">
              <a:extLst>
                <a:ext uri="{FF2B5EF4-FFF2-40B4-BE49-F238E27FC236}">
                  <a16:creationId xmlns:a16="http://schemas.microsoft.com/office/drawing/2014/main" id="{FD6BD04C-B98B-4680-98EB-00BC4DBC9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7941341">
              <a:off x="8558317" y="1226854"/>
              <a:ext cx="2026333" cy="1869601"/>
            </a:xfrm>
            <a:prstGeom prst="rect">
              <a:avLst/>
            </a:prstGeom>
          </p:spPr>
        </p:pic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E1AEAE12-780B-4435-9955-A4221CE570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8700169" y="925334"/>
              <a:ext cx="824486" cy="526823"/>
            </a:xfrm>
            <a:prstGeom prst="rect">
              <a:avLst/>
            </a:prstGeom>
          </p:spPr>
        </p:pic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6B6B183E-C006-4A46-B4F1-25D5B6E22341}"/>
                </a:ext>
              </a:extLst>
            </p:cNvPr>
            <p:cNvSpPr txBox="1"/>
            <p:nvPr/>
          </p:nvSpPr>
          <p:spPr>
            <a:xfrm>
              <a:off x="8514387" y="887468"/>
              <a:ext cx="6513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EAD2421A-2D23-4948-9DF2-070C2C6E2F8E}"/>
                </a:ext>
              </a:extLst>
            </p:cNvPr>
            <p:cNvCxnSpPr>
              <a:cxnSpLocks/>
            </p:cNvCxnSpPr>
            <p:nvPr/>
          </p:nvCxnSpPr>
          <p:spPr>
            <a:xfrm>
              <a:off x="9254733" y="1349014"/>
              <a:ext cx="225372" cy="5776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e 103">
              <a:extLst>
                <a:ext uri="{FF2B5EF4-FFF2-40B4-BE49-F238E27FC236}">
                  <a16:creationId xmlns:a16="http://schemas.microsoft.com/office/drawing/2014/main" id="{8F809A2A-3D0A-4598-9570-A07CF904B3AD}"/>
                </a:ext>
              </a:extLst>
            </p:cNvPr>
            <p:cNvGrpSpPr/>
            <p:nvPr/>
          </p:nvGrpSpPr>
          <p:grpSpPr>
            <a:xfrm>
              <a:off x="10379812" y="1257337"/>
              <a:ext cx="625826" cy="877683"/>
              <a:chOff x="10092090" y="6666406"/>
              <a:chExt cx="625826" cy="877683"/>
            </a:xfrm>
          </p:grpSpPr>
          <p:pic>
            <p:nvPicPr>
              <p:cNvPr id="105" name="Image 104">
                <a:extLst>
                  <a:ext uri="{FF2B5EF4-FFF2-40B4-BE49-F238E27FC236}">
                    <a16:creationId xmlns:a16="http://schemas.microsoft.com/office/drawing/2014/main" id="{8FB323F4-3A5E-4F59-BF36-67A687EBA7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7666" b="25718"/>
              <a:stretch/>
            </p:blipFill>
            <p:spPr>
              <a:xfrm flipH="1">
                <a:off x="10092090" y="6901398"/>
                <a:ext cx="625826" cy="642691"/>
              </a:xfrm>
              <a:prstGeom prst="rect">
                <a:avLst/>
              </a:prstGeom>
            </p:spPr>
          </p:pic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31B29D31-59DF-4ADA-8EDE-01F07B41C455}"/>
                  </a:ext>
                </a:extLst>
              </p:cNvPr>
              <p:cNvSpPr txBox="1"/>
              <p:nvPr/>
            </p:nvSpPr>
            <p:spPr>
              <a:xfrm>
                <a:off x="10092090" y="6666406"/>
                <a:ext cx="4940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/>
                  <a:t>4 pin</a:t>
                </a:r>
              </a:p>
              <a:p>
                <a:pPr algn="r"/>
                <a:r>
                  <a:rPr lang="fr-FR" sz="1200" dirty="0"/>
                  <a:t>Clé</a:t>
                </a:r>
              </a:p>
            </p:txBody>
          </p:sp>
        </p:grpSp>
        <p:cxnSp>
          <p:nvCxnSpPr>
            <p:cNvPr id="86" name="Connecteur droit avec flèche 85">
              <a:extLst>
                <a:ext uri="{FF2B5EF4-FFF2-40B4-BE49-F238E27FC236}">
                  <a16:creationId xmlns:a16="http://schemas.microsoft.com/office/drawing/2014/main" id="{77FD2B02-893A-454F-896D-613854F871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1364" y="1848159"/>
              <a:ext cx="628350" cy="265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061004E8-8F18-44E0-992C-28E08FD5E0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9074312" y="3078243"/>
              <a:ext cx="726908" cy="517915"/>
            </a:xfrm>
            <a:prstGeom prst="rect">
              <a:avLst/>
            </a:prstGeom>
          </p:spPr>
        </p:pic>
        <p:sp>
          <p:nvSpPr>
            <p:cNvPr id="110" name="ZoneTexte 109">
              <a:extLst>
                <a:ext uri="{FF2B5EF4-FFF2-40B4-BE49-F238E27FC236}">
                  <a16:creationId xmlns:a16="http://schemas.microsoft.com/office/drawing/2014/main" id="{DE1C6B49-2326-4981-90EF-87BCF703A9FF}"/>
                </a:ext>
              </a:extLst>
            </p:cNvPr>
            <p:cNvSpPr txBox="1"/>
            <p:nvPr/>
          </p:nvSpPr>
          <p:spPr>
            <a:xfrm>
              <a:off x="9619928" y="2982056"/>
              <a:ext cx="6574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3 pin</a:t>
              </a:r>
            </a:p>
            <a:p>
              <a:pPr algn="r"/>
              <a:r>
                <a:rPr lang="fr-FR" sz="1200" dirty="0"/>
                <a:t>Moteur</a:t>
              </a:r>
            </a:p>
          </p:txBody>
        </p:sp>
        <p:cxnSp>
          <p:nvCxnSpPr>
            <p:cNvPr id="111" name="Connecteur droit avec flèche 110">
              <a:extLst>
                <a:ext uri="{FF2B5EF4-FFF2-40B4-BE49-F238E27FC236}">
                  <a16:creationId xmlns:a16="http://schemas.microsoft.com/office/drawing/2014/main" id="{0D5D2E83-5202-4F46-8F41-D417F1226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716" y="2458560"/>
              <a:ext cx="237666" cy="619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5" name="Image 114">
              <a:extLst>
                <a:ext uri="{FF2B5EF4-FFF2-40B4-BE49-F238E27FC236}">
                  <a16:creationId xmlns:a16="http://schemas.microsoft.com/office/drawing/2014/main" id="{604E2422-4387-466F-9D2B-3C0F8E6E99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7958253" y="2408083"/>
              <a:ext cx="726908" cy="517915"/>
            </a:xfrm>
            <a:prstGeom prst="rect">
              <a:avLst/>
            </a:prstGeom>
          </p:spPr>
        </p:pic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4927A39B-9511-49E4-83E5-E329274ED2E7}"/>
                </a:ext>
              </a:extLst>
            </p:cNvPr>
            <p:cNvSpPr txBox="1"/>
            <p:nvPr/>
          </p:nvSpPr>
          <p:spPr>
            <a:xfrm>
              <a:off x="8313651" y="2505503"/>
              <a:ext cx="5453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3 pin</a:t>
              </a:r>
            </a:p>
            <a:p>
              <a:pPr algn="r"/>
              <a:r>
                <a:rPr lang="fr-FR" sz="1200" dirty="0"/>
                <a:t>Vidéo</a:t>
              </a:r>
            </a:p>
          </p:txBody>
        </p:sp>
        <p:cxnSp>
          <p:nvCxnSpPr>
            <p:cNvPr id="117" name="Connecteur droit avec flèche 116">
              <a:extLst>
                <a:ext uri="{FF2B5EF4-FFF2-40B4-BE49-F238E27FC236}">
                  <a16:creationId xmlns:a16="http://schemas.microsoft.com/office/drawing/2014/main" id="{365B51E8-5986-4D21-813C-C776DFF3F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883" y="2269202"/>
              <a:ext cx="575995" cy="2144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e 166">
            <a:extLst>
              <a:ext uri="{FF2B5EF4-FFF2-40B4-BE49-F238E27FC236}">
                <a16:creationId xmlns:a16="http://schemas.microsoft.com/office/drawing/2014/main" id="{2B70A3DB-8A20-4040-A382-16D950B57E8A}"/>
              </a:ext>
            </a:extLst>
          </p:cNvPr>
          <p:cNvGrpSpPr/>
          <p:nvPr/>
        </p:nvGrpSpPr>
        <p:grpSpPr>
          <a:xfrm>
            <a:off x="3687287" y="4559922"/>
            <a:ext cx="4621475" cy="2000265"/>
            <a:chOff x="5352705" y="4216971"/>
            <a:chExt cx="4621475" cy="2000265"/>
          </a:xfrm>
        </p:grpSpPr>
        <p:pic>
          <p:nvPicPr>
            <p:cNvPr id="144" name="Image 143">
              <a:extLst>
                <a:ext uri="{FF2B5EF4-FFF2-40B4-BE49-F238E27FC236}">
                  <a16:creationId xmlns:a16="http://schemas.microsoft.com/office/drawing/2014/main" id="{29891EB0-E36C-4BC0-A9A1-5C33C83B6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7351109" y="5690413"/>
              <a:ext cx="824486" cy="526823"/>
            </a:xfrm>
            <a:prstGeom prst="rect">
              <a:avLst/>
            </a:prstGeom>
          </p:spPr>
        </p:pic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AA7B1A18-B5E0-480C-84F3-61D6EA0BFDBE}"/>
                </a:ext>
              </a:extLst>
            </p:cNvPr>
            <p:cNvSpPr txBox="1"/>
            <p:nvPr/>
          </p:nvSpPr>
          <p:spPr>
            <a:xfrm>
              <a:off x="7165327" y="5652547"/>
              <a:ext cx="6513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12232CD3-72D2-4FFF-AD11-74787A836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716611" y="4525348"/>
              <a:ext cx="834123" cy="394225"/>
            </a:xfrm>
            <a:prstGeom prst="rect">
              <a:avLst/>
            </a:prstGeom>
          </p:spPr>
        </p:pic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007F7E1-B1E5-48BC-A48C-02D54D430E3C}"/>
                </a:ext>
              </a:extLst>
            </p:cNvPr>
            <p:cNvSpPr txBox="1"/>
            <p:nvPr/>
          </p:nvSpPr>
          <p:spPr>
            <a:xfrm>
              <a:off x="8447352" y="4868407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6.5 HC</a:t>
              </a:r>
            </a:p>
            <a:p>
              <a:r>
                <a:rPr lang="fr-FR" sz="1200" dirty="0"/>
                <a:t>COB-1231 </a:t>
              </a:r>
            </a:p>
          </p:txBody>
        </p:sp>
        <p:pic>
          <p:nvPicPr>
            <p:cNvPr id="148" name="Image 147">
              <a:extLst>
                <a:ext uri="{FF2B5EF4-FFF2-40B4-BE49-F238E27FC236}">
                  <a16:creationId xmlns:a16="http://schemas.microsoft.com/office/drawing/2014/main" id="{FA5CF764-3BCB-4B94-936A-2A3FA36FCF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8889464" y="4356895"/>
              <a:ext cx="779598" cy="373722"/>
            </a:xfrm>
            <a:prstGeom prst="roundRect">
              <a:avLst/>
            </a:prstGeom>
          </p:spPr>
        </p:pic>
        <p:pic>
          <p:nvPicPr>
            <p:cNvPr id="149" name="Image 148">
              <a:extLst>
                <a:ext uri="{FF2B5EF4-FFF2-40B4-BE49-F238E27FC236}">
                  <a16:creationId xmlns:a16="http://schemas.microsoft.com/office/drawing/2014/main" id="{DE7242AC-35F4-4048-A518-694DAA880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43288" y="4245424"/>
              <a:ext cx="774511" cy="420779"/>
            </a:xfrm>
            <a:prstGeom prst="rect">
              <a:avLst/>
            </a:prstGeom>
          </p:spPr>
        </p:pic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AF0C29FF-EEDB-48DE-BC24-F97B93B65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28412" y="4429325"/>
              <a:ext cx="833144" cy="412607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584B342A-E78D-40DE-BFA1-89C7ADEAED0E}"/>
                </a:ext>
              </a:extLst>
            </p:cNvPr>
            <p:cNvSpPr txBox="1"/>
            <p:nvPr/>
          </p:nvSpPr>
          <p:spPr>
            <a:xfrm>
              <a:off x="5352705" y="4837713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8.5 HC</a:t>
              </a:r>
            </a:p>
            <a:p>
              <a:r>
                <a:rPr lang="fr-FR" sz="1200" dirty="0"/>
                <a:t>COB-1241 </a:t>
              </a:r>
            </a:p>
          </p:txBody>
        </p: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D0755BFA-7D56-4254-A488-C8B4CDCFAC79}"/>
                </a:ext>
              </a:extLst>
            </p:cNvPr>
            <p:cNvGrpSpPr/>
            <p:nvPr/>
          </p:nvGrpSpPr>
          <p:grpSpPr>
            <a:xfrm>
              <a:off x="7038444" y="4216971"/>
              <a:ext cx="1191544" cy="904403"/>
              <a:chOff x="2984500" y="4762500"/>
              <a:chExt cx="1191544" cy="904403"/>
            </a:xfrm>
          </p:grpSpPr>
          <p:sp>
            <p:nvSpPr>
              <p:cNvPr id="153" name="Rectangle : coins arrondis 152">
                <a:extLst>
                  <a:ext uri="{FF2B5EF4-FFF2-40B4-BE49-F238E27FC236}">
                    <a16:creationId xmlns:a16="http://schemas.microsoft.com/office/drawing/2014/main" id="{0447486C-4363-4971-8000-41DFF7DE876F}"/>
                  </a:ext>
                </a:extLst>
              </p:cNvPr>
              <p:cNvSpPr/>
              <p:nvPr/>
            </p:nvSpPr>
            <p:spPr>
              <a:xfrm>
                <a:off x="2984500" y="4762500"/>
                <a:ext cx="1191544" cy="904403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B239C54-A5E6-46C7-BB65-DD1DEAFFC46B}"/>
                  </a:ext>
                </a:extLst>
              </p:cNvPr>
              <p:cNvSpPr/>
              <p:nvPr/>
            </p:nvSpPr>
            <p:spPr>
              <a:xfrm>
                <a:off x="3213547" y="4900052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8F2AA777-0C4D-4BB7-A020-C5FECD6108F8}"/>
                  </a:ext>
                </a:extLst>
              </p:cNvPr>
              <p:cNvSpPr/>
              <p:nvPr/>
            </p:nvSpPr>
            <p:spPr>
              <a:xfrm>
                <a:off x="3699894" y="4911624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95F743AA-EA3C-494B-ABA4-6187D46D7CFE}"/>
                  </a:ext>
                </a:extLst>
              </p:cNvPr>
              <p:cNvSpPr/>
              <p:nvPr/>
            </p:nvSpPr>
            <p:spPr>
              <a:xfrm>
                <a:off x="3470920" y="5268315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58" name="Connecteur droit avec flèche 157">
              <a:extLst>
                <a:ext uri="{FF2B5EF4-FFF2-40B4-BE49-F238E27FC236}">
                  <a16:creationId xmlns:a16="http://schemas.microsoft.com/office/drawing/2014/main" id="{2124017C-4174-4C0C-A495-8FFF58D87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6597" y="4837713"/>
              <a:ext cx="25648" cy="8337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 droit avec flèche 160">
              <a:extLst>
                <a:ext uri="{FF2B5EF4-FFF2-40B4-BE49-F238E27FC236}">
                  <a16:creationId xmlns:a16="http://schemas.microsoft.com/office/drawing/2014/main" id="{3C879197-AAC0-431D-9B8F-8876B72D8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77228" y="4503476"/>
              <a:ext cx="820655" cy="172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avec flèche 163">
              <a:extLst>
                <a:ext uri="{FF2B5EF4-FFF2-40B4-BE49-F238E27FC236}">
                  <a16:creationId xmlns:a16="http://schemas.microsoft.com/office/drawing/2014/main" id="{122A72C2-A7C3-44CB-B1FC-FD99826C8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985" y="4478978"/>
              <a:ext cx="985887" cy="20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Forme libre : forme 169">
            <a:extLst>
              <a:ext uri="{FF2B5EF4-FFF2-40B4-BE49-F238E27FC236}">
                <a16:creationId xmlns:a16="http://schemas.microsoft.com/office/drawing/2014/main" id="{687B83BC-8A10-42A0-9CE4-75F37D7381AB}"/>
              </a:ext>
            </a:extLst>
          </p:cNvPr>
          <p:cNvSpPr/>
          <p:nvPr/>
        </p:nvSpPr>
        <p:spPr>
          <a:xfrm>
            <a:off x="7113741" y="3171825"/>
            <a:ext cx="1287309" cy="1514475"/>
          </a:xfrm>
          <a:custGeom>
            <a:avLst/>
            <a:gdLst>
              <a:gd name="connsiteX0" fmla="*/ 30009 w 1287309"/>
              <a:gd name="connsiteY0" fmla="*/ 1514475 h 1514475"/>
              <a:gd name="connsiteX1" fmla="*/ 125259 w 1287309"/>
              <a:gd name="connsiteY1" fmla="*/ 838200 h 1514475"/>
              <a:gd name="connsiteX2" fmla="*/ 1030134 w 1287309"/>
              <a:gd name="connsiteY2" fmla="*/ 476250 h 1514475"/>
              <a:gd name="connsiteX3" fmla="*/ 1287309 w 1287309"/>
              <a:gd name="connsiteY3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7309" h="1514475">
                <a:moveTo>
                  <a:pt x="30009" y="1514475"/>
                </a:moveTo>
                <a:cubicBezTo>
                  <a:pt x="-5710" y="1262856"/>
                  <a:pt x="-41428" y="1011237"/>
                  <a:pt x="125259" y="838200"/>
                </a:cubicBezTo>
                <a:cubicBezTo>
                  <a:pt x="291946" y="665163"/>
                  <a:pt x="836459" y="615950"/>
                  <a:pt x="1030134" y="476250"/>
                </a:cubicBezTo>
                <a:cubicBezTo>
                  <a:pt x="1223809" y="336550"/>
                  <a:pt x="1255559" y="168275"/>
                  <a:pt x="1287309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1" name="Forme libre : forme 170">
            <a:extLst>
              <a:ext uri="{FF2B5EF4-FFF2-40B4-BE49-F238E27FC236}">
                <a16:creationId xmlns:a16="http://schemas.microsoft.com/office/drawing/2014/main" id="{1DD724BA-C724-4390-9ED6-738C52B7B858}"/>
              </a:ext>
            </a:extLst>
          </p:cNvPr>
          <p:cNvSpPr/>
          <p:nvPr/>
        </p:nvSpPr>
        <p:spPr>
          <a:xfrm rot="20939645">
            <a:off x="5350239" y="2341890"/>
            <a:ext cx="1752600" cy="352064"/>
          </a:xfrm>
          <a:custGeom>
            <a:avLst/>
            <a:gdLst>
              <a:gd name="connsiteX0" fmla="*/ 0 w 1752600"/>
              <a:gd name="connsiteY0" fmla="*/ 230549 h 352064"/>
              <a:gd name="connsiteX1" fmla="*/ 914400 w 1752600"/>
              <a:gd name="connsiteY1" fmla="*/ 1949 h 352064"/>
              <a:gd name="connsiteX2" fmla="*/ 1409700 w 1752600"/>
              <a:gd name="connsiteY2" fmla="*/ 344849 h 352064"/>
              <a:gd name="connsiteX3" fmla="*/ 1752600 w 1752600"/>
              <a:gd name="connsiteY3" fmla="*/ 201974 h 35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2600" h="352064">
                <a:moveTo>
                  <a:pt x="0" y="230549"/>
                </a:moveTo>
                <a:cubicBezTo>
                  <a:pt x="339725" y="106724"/>
                  <a:pt x="679450" y="-17101"/>
                  <a:pt x="914400" y="1949"/>
                </a:cubicBezTo>
                <a:cubicBezTo>
                  <a:pt x="1149350" y="20999"/>
                  <a:pt x="1270000" y="311511"/>
                  <a:pt x="1409700" y="344849"/>
                </a:cubicBezTo>
                <a:cubicBezTo>
                  <a:pt x="1549400" y="378187"/>
                  <a:pt x="1651000" y="290080"/>
                  <a:pt x="1752600" y="201974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2" name="Forme libre : forme 171">
            <a:extLst>
              <a:ext uri="{FF2B5EF4-FFF2-40B4-BE49-F238E27FC236}">
                <a16:creationId xmlns:a16="http://schemas.microsoft.com/office/drawing/2014/main" id="{2FD0C625-5D63-42BF-8D94-FCDAF52218E3}"/>
              </a:ext>
            </a:extLst>
          </p:cNvPr>
          <p:cNvSpPr/>
          <p:nvPr/>
        </p:nvSpPr>
        <p:spPr>
          <a:xfrm>
            <a:off x="3014439" y="3705225"/>
            <a:ext cx="747936" cy="1247775"/>
          </a:xfrm>
          <a:custGeom>
            <a:avLst/>
            <a:gdLst>
              <a:gd name="connsiteX0" fmla="*/ 747936 w 747936"/>
              <a:gd name="connsiteY0" fmla="*/ 1247775 h 1247775"/>
              <a:gd name="connsiteX1" fmla="*/ 4986 w 747936"/>
              <a:gd name="connsiteY1" fmla="*/ 666750 h 1247775"/>
              <a:gd name="connsiteX2" fmla="*/ 481236 w 747936"/>
              <a:gd name="connsiteY2" fmla="*/ 0 h 124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7936" h="1247775">
                <a:moveTo>
                  <a:pt x="747936" y="1247775"/>
                </a:moveTo>
                <a:cubicBezTo>
                  <a:pt x="398686" y="1061244"/>
                  <a:pt x="49436" y="874713"/>
                  <a:pt x="4986" y="666750"/>
                </a:cubicBezTo>
                <a:cubicBezTo>
                  <a:pt x="-39464" y="458787"/>
                  <a:pt x="220886" y="229393"/>
                  <a:pt x="481236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1D7963C-A2F8-4F36-9F71-56256B24F8EE}"/>
              </a:ext>
            </a:extLst>
          </p:cNvPr>
          <p:cNvSpPr txBox="1"/>
          <p:nvPr/>
        </p:nvSpPr>
        <p:spPr>
          <a:xfrm>
            <a:off x="674703" y="5211358"/>
            <a:ext cx="2045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/>
              <a:t>v5 mono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B98C7497-2289-4084-826E-6D8222CE52B3}"/>
              </a:ext>
            </a:extLst>
          </p:cNvPr>
          <p:cNvGrpSpPr/>
          <p:nvPr/>
        </p:nvGrpSpPr>
        <p:grpSpPr>
          <a:xfrm>
            <a:off x="10552275" y="5605408"/>
            <a:ext cx="1622959" cy="1117315"/>
            <a:chOff x="182616" y="3474720"/>
            <a:chExt cx="1622959" cy="1117315"/>
          </a:xfrm>
        </p:grpSpPr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0F7978C5-809A-40CC-BCB7-9382D3ED21C2}"/>
                </a:ext>
              </a:extLst>
            </p:cNvPr>
            <p:cNvCxnSpPr/>
            <p:nvPr/>
          </p:nvCxnSpPr>
          <p:spPr>
            <a:xfrm flipV="1">
              <a:off x="1028700" y="3710940"/>
              <a:ext cx="0" cy="65532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544F1754-8142-4CD6-8C92-0035425F577C}"/>
                </a:ext>
              </a:extLst>
            </p:cNvPr>
            <p:cNvCxnSpPr>
              <a:cxnSpLocks/>
            </p:cNvCxnSpPr>
            <p:nvPr/>
          </p:nvCxnSpPr>
          <p:spPr>
            <a:xfrm>
              <a:off x="751447" y="4038600"/>
              <a:ext cx="549606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6A0DB343-D38E-4809-A06C-5751DA54E149}"/>
                </a:ext>
              </a:extLst>
            </p:cNvPr>
            <p:cNvSpPr txBox="1"/>
            <p:nvPr/>
          </p:nvSpPr>
          <p:spPr>
            <a:xfrm>
              <a:off x="798878" y="3474720"/>
              <a:ext cx="486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Haut</a:t>
              </a:r>
            </a:p>
          </p:txBody>
        </p: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48F34C4C-12A4-4464-9EB3-2B87AB71BA5C}"/>
                </a:ext>
              </a:extLst>
            </p:cNvPr>
            <p:cNvSpPr txBox="1"/>
            <p:nvPr/>
          </p:nvSpPr>
          <p:spPr>
            <a:xfrm>
              <a:off x="836575" y="4315036"/>
              <a:ext cx="402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Bas</a:t>
              </a:r>
            </a:p>
          </p:txBody>
        </p: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1803F31F-47F9-4DD4-B7CD-723059675643}"/>
                </a:ext>
              </a:extLst>
            </p:cNvPr>
            <p:cNvSpPr txBox="1"/>
            <p:nvPr/>
          </p:nvSpPr>
          <p:spPr>
            <a:xfrm>
              <a:off x="182616" y="3884860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Gauche</a:t>
              </a:r>
            </a:p>
          </p:txBody>
        </p:sp>
        <p:sp>
          <p:nvSpPr>
            <p:cNvPr id="101" name="ZoneTexte 100">
              <a:extLst>
                <a:ext uri="{FF2B5EF4-FFF2-40B4-BE49-F238E27FC236}">
                  <a16:creationId xmlns:a16="http://schemas.microsoft.com/office/drawing/2014/main" id="{B1FED39A-ED6F-4757-B116-2E6E50D9628C}"/>
                </a:ext>
              </a:extLst>
            </p:cNvPr>
            <p:cNvSpPr txBox="1"/>
            <p:nvPr/>
          </p:nvSpPr>
          <p:spPr>
            <a:xfrm>
              <a:off x="1232341" y="3892479"/>
              <a:ext cx="573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Droite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88">
            <a:extLst>
              <a:ext uri="{FF2B5EF4-FFF2-40B4-BE49-F238E27FC236}">
                <a16:creationId xmlns:a16="http://schemas.microsoft.com/office/drawing/2014/main" id="{E39D61C2-142F-4FCB-A593-DB83A43A00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51"/>
          <a:stretch/>
        </p:blipFill>
        <p:spPr>
          <a:xfrm>
            <a:off x="4147238" y="1873036"/>
            <a:ext cx="2808144" cy="2487509"/>
          </a:xfrm>
          <a:prstGeom prst="rect">
            <a:avLst/>
          </a:prstGeom>
        </p:spPr>
      </p:pic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9BD89DE3-6E88-4E6E-9EF7-4790774A1EEE}"/>
              </a:ext>
            </a:extLst>
          </p:cNvPr>
          <p:cNvCxnSpPr>
            <a:cxnSpLocks/>
            <a:stCxn id="136" idx="1"/>
          </p:cNvCxnSpPr>
          <p:nvPr/>
        </p:nvCxnSpPr>
        <p:spPr>
          <a:xfrm flipH="1" flipV="1">
            <a:off x="5854579" y="2601064"/>
            <a:ext cx="1100803" cy="103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8F809A2A-3D0A-4598-9570-A07CF904B3AD}"/>
              </a:ext>
            </a:extLst>
          </p:cNvPr>
          <p:cNvGrpSpPr/>
          <p:nvPr/>
        </p:nvGrpSpPr>
        <p:grpSpPr>
          <a:xfrm>
            <a:off x="7706352" y="3176941"/>
            <a:ext cx="625826" cy="1045115"/>
            <a:chOff x="9779177" y="6232603"/>
            <a:chExt cx="625826" cy="1045115"/>
          </a:xfrm>
        </p:grpSpPr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8FB323F4-3A5E-4F59-BF36-67A687EBA7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666" b="25718"/>
            <a:stretch/>
          </p:blipFill>
          <p:spPr>
            <a:xfrm flipH="1">
              <a:off x="9779177" y="6232603"/>
              <a:ext cx="625826" cy="642691"/>
            </a:xfrm>
            <a:prstGeom prst="rect">
              <a:avLst/>
            </a:prstGeom>
          </p:spPr>
        </p:pic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31B29D31-59DF-4ADA-8EDE-01F07B41C455}"/>
                </a:ext>
              </a:extLst>
            </p:cNvPr>
            <p:cNvSpPr txBox="1"/>
            <p:nvPr/>
          </p:nvSpPr>
          <p:spPr>
            <a:xfrm>
              <a:off x="9873925" y="6816053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4 pin</a:t>
              </a:r>
            </a:p>
            <a:p>
              <a:pPr algn="r"/>
              <a:r>
                <a:rPr lang="fr-FR" sz="1200" dirty="0"/>
                <a:t>Clé</a:t>
              </a:r>
            </a:p>
          </p:txBody>
        </p:sp>
      </p:grp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FD2B02-893A-454F-896D-613854F871D9}"/>
              </a:ext>
            </a:extLst>
          </p:cNvPr>
          <p:cNvCxnSpPr>
            <a:cxnSpLocks/>
            <a:stCxn id="105" idx="3"/>
          </p:cNvCxnSpPr>
          <p:nvPr/>
        </p:nvCxnSpPr>
        <p:spPr>
          <a:xfrm flipH="1" flipV="1">
            <a:off x="6235448" y="3115330"/>
            <a:ext cx="1470904" cy="38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Image 108">
            <a:extLst>
              <a:ext uri="{FF2B5EF4-FFF2-40B4-BE49-F238E27FC236}">
                <a16:creationId xmlns:a16="http://schemas.microsoft.com/office/drawing/2014/main" id="{061004E8-8F18-44E0-992C-28E08FD5E0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365" t="29952" r="1747" b="16691"/>
          <a:stretch/>
        </p:blipFill>
        <p:spPr>
          <a:xfrm>
            <a:off x="6237789" y="4292123"/>
            <a:ext cx="726908" cy="517915"/>
          </a:xfrm>
          <a:prstGeom prst="rect">
            <a:avLst/>
          </a:prstGeom>
        </p:spPr>
      </p:pic>
      <p:sp>
        <p:nvSpPr>
          <p:cNvPr id="110" name="ZoneTexte 109">
            <a:extLst>
              <a:ext uri="{FF2B5EF4-FFF2-40B4-BE49-F238E27FC236}">
                <a16:creationId xmlns:a16="http://schemas.microsoft.com/office/drawing/2014/main" id="{DE1C6B49-2326-4981-90EF-87BCF703A9FF}"/>
              </a:ext>
            </a:extLst>
          </p:cNvPr>
          <p:cNvSpPr txBox="1"/>
          <p:nvPr/>
        </p:nvSpPr>
        <p:spPr>
          <a:xfrm>
            <a:off x="6783405" y="4195936"/>
            <a:ext cx="657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200" dirty="0"/>
              <a:t>3 pin</a:t>
            </a:r>
          </a:p>
          <a:p>
            <a:pPr algn="r"/>
            <a:r>
              <a:rPr lang="fr-FR" sz="1200" dirty="0"/>
              <a:t>Moteur</a:t>
            </a:r>
          </a:p>
        </p:txBody>
      </p: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0D5D2E83-5202-4F46-8F41-D417F12266EB}"/>
              </a:ext>
            </a:extLst>
          </p:cNvPr>
          <p:cNvCxnSpPr>
            <a:cxnSpLocks/>
          </p:cNvCxnSpPr>
          <p:nvPr/>
        </p:nvCxnSpPr>
        <p:spPr>
          <a:xfrm flipV="1">
            <a:off x="4502708" y="3729817"/>
            <a:ext cx="716700" cy="619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oupe 166">
            <a:extLst>
              <a:ext uri="{FF2B5EF4-FFF2-40B4-BE49-F238E27FC236}">
                <a16:creationId xmlns:a16="http://schemas.microsoft.com/office/drawing/2014/main" id="{2B70A3DB-8A20-4040-A382-16D950B57E8A}"/>
              </a:ext>
            </a:extLst>
          </p:cNvPr>
          <p:cNvGrpSpPr/>
          <p:nvPr/>
        </p:nvGrpSpPr>
        <p:grpSpPr>
          <a:xfrm>
            <a:off x="3669793" y="5281798"/>
            <a:ext cx="4621475" cy="1576202"/>
            <a:chOff x="5352705" y="4216971"/>
            <a:chExt cx="4621475" cy="1576202"/>
          </a:xfrm>
        </p:grpSpPr>
        <p:pic>
          <p:nvPicPr>
            <p:cNvPr id="144" name="Image 143">
              <a:extLst>
                <a:ext uri="{FF2B5EF4-FFF2-40B4-BE49-F238E27FC236}">
                  <a16:creationId xmlns:a16="http://schemas.microsoft.com/office/drawing/2014/main" id="{29891EB0-E36C-4BC0-A9A1-5C33C83B6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6602479" y="5266350"/>
              <a:ext cx="824486" cy="526823"/>
            </a:xfrm>
            <a:prstGeom prst="rect">
              <a:avLst/>
            </a:prstGeom>
          </p:spPr>
        </p:pic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AA7B1A18-B5E0-480C-84F3-61D6EA0BFDBE}"/>
                </a:ext>
              </a:extLst>
            </p:cNvPr>
            <p:cNvSpPr txBox="1"/>
            <p:nvPr/>
          </p:nvSpPr>
          <p:spPr>
            <a:xfrm>
              <a:off x="6353734" y="5305854"/>
              <a:ext cx="6513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12232CD3-72D2-4FFF-AD11-74787A836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716611" y="4525348"/>
              <a:ext cx="834123" cy="394225"/>
            </a:xfrm>
            <a:prstGeom prst="rect">
              <a:avLst/>
            </a:prstGeom>
          </p:spPr>
        </p:pic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007F7E1-B1E5-48BC-A48C-02D54D430E3C}"/>
                </a:ext>
              </a:extLst>
            </p:cNvPr>
            <p:cNvSpPr txBox="1"/>
            <p:nvPr/>
          </p:nvSpPr>
          <p:spPr>
            <a:xfrm>
              <a:off x="8447352" y="4868407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6.5 HC</a:t>
              </a:r>
            </a:p>
            <a:p>
              <a:r>
                <a:rPr lang="fr-FR" sz="1200" dirty="0"/>
                <a:t>COB-1231 </a:t>
              </a:r>
            </a:p>
          </p:txBody>
        </p:sp>
        <p:pic>
          <p:nvPicPr>
            <p:cNvPr id="148" name="Image 147">
              <a:extLst>
                <a:ext uri="{FF2B5EF4-FFF2-40B4-BE49-F238E27FC236}">
                  <a16:creationId xmlns:a16="http://schemas.microsoft.com/office/drawing/2014/main" id="{FA5CF764-3BCB-4B94-936A-2A3FA36FCF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8889464" y="4356895"/>
              <a:ext cx="779598" cy="373722"/>
            </a:xfrm>
            <a:prstGeom prst="roundRect">
              <a:avLst/>
            </a:prstGeom>
          </p:spPr>
        </p:pic>
        <p:pic>
          <p:nvPicPr>
            <p:cNvPr id="149" name="Image 148">
              <a:extLst>
                <a:ext uri="{FF2B5EF4-FFF2-40B4-BE49-F238E27FC236}">
                  <a16:creationId xmlns:a16="http://schemas.microsoft.com/office/drawing/2014/main" id="{DE7242AC-35F4-4048-A518-694DAA880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43288" y="4245424"/>
              <a:ext cx="774511" cy="420779"/>
            </a:xfrm>
            <a:prstGeom prst="rect">
              <a:avLst/>
            </a:prstGeom>
          </p:spPr>
        </p:pic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AF0C29FF-EEDB-48DE-BC24-F97B93B65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28412" y="4429325"/>
              <a:ext cx="833144" cy="412607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584B342A-E78D-40DE-BFA1-89C7ADEAED0E}"/>
                </a:ext>
              </a:extLst>
            </p:cNvPr>
            <p:cNvSpPr txBox="1"/>
            <p:nvPr/>
          </p:nvSpPr>
          <p:spPr>
            <a:xfrm>
              <a:off x="5352705" y="4837713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8.5 HC</a:t>
              </a:r>
            </a:p>
            <a:p>
              <a:r>
                <a:rPr lang="fr-FR" sz="1200" dirty="0"/>
                <a:t>COB-1241 </a:t>
              </a:r>
            </a:p>
          </p:txBody>
        </p: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D0755BFA-7D56-4254-A488-C8B4CDCFAC79}"/>
                </a:ext>
              </a:extLst>
            </p:cNvPr>
            <p:cNvGrpSpPr/>
            <p:nvPr/>
          </p:nvGrpSpPr>
          <p:grpSpPr>
            <a:xfrm>
              <a:off x="7038444" y="4216971"/>
              <a:ext cx="1191544" cy="904403"/>
              <a:chOff x="2984500" y="4762500"/>
              <a:chExt cx="1191544" cy="904403"/>
            </a:xfrm>
          </p:grpSpPr>
          <p:sp>
            <p:nvSpPr>
              <p:cNvPr id="153" name="Rectangle : coins arrondis 152">
                <a:extLst>
                  <a:ext uri="{FF2B5EF4-FFF2-40B4-BE49-F238E27FC236}">
                    <a16:creationId xmlns:a16="http://schemas.microsoft.com/office/drawing/2014/main" id="{0447486C-4363-4971-8000-41DFF7DE876F}"/>
                  </a:ext>
                </a:extLst>
              </p:cNvPr>
              <p:cNvSpPr/>
              <p:nvPr/>
            </p:nvSpPr>
            <p:spPr>
              <a:xfrm>
                <a:off x="2984500" y="4762500"/>
                <a:ext cx="1191544" cy="904403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B239C54-A5E6-46C7-BB65-DD1DEAFFC46B}"/>
                  </a:ext>
                </a:extLst>
              </p:cNvPr>
              <p:cNvSpPr/>
              <p:nvPr/>
            </p:nvSpPr>
            <p:spPr>
              <a:xfrm>
                <a:off x="3213547" y="4900052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8F2AA777-0C4D-4BB7-A020-C5FECD6108F8}"/>
                  </a:ext>
                </a:extLst>
              </p:cNvPr>
              <p:cNvSpPr/>
              <p:nvPr/>
            </p:nvSpPr>
            <p:spPr>
              <a:xfrm>
                <a:off x="3699894" y="4911624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95F743AA-EA3C-494B-ABA4-6187D46D7CFE}"/>
                  </a:ext>
                </a:extLst>
              </p:cNvPr>
              <p:cNvSpPr/>
              <p:nvPr/>
            </p:nvSpPr>
            <p:spPr>
              <a:xfrm>
                <a:off x="3470920" y="5268315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58" name="Connecteur droit avec flèche 157">
              <a:extLst>
                <a:ext uri="{FF2B5EF4-FFF2-40B4-BE49-F238E27FC236}">
                  <a16:creationId xmlns:a16="http://schemas.microsoft.com/office/drawing/2014/main" id="{2124017C-4174-4C0C-A495-8FFF58D87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178" y="4837713"/>
              <a:ext cx="362067" cy="428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 droit avec flèche 160">
              <a:extLst>
                <a:ext uri="{FF2B5EF4-FFF2-40B4-BE49-F238E27FC236}">
                  <a16:creationId xmlns:a16="http://schemas.microsoft.com/office/drawing/2014/main" id="{3C879197-AAC0-431D-9B8F-8876B72D8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77228" y="4503476"/>
              <a:ext cx="820655" cy="172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avec flèche 163">
              <a:extLst>
                <a:ext uri="{FF2B5EF4-FFF2-40B4-BE49-F238E27FC236}">
                  <a16:creationId xmlns:a16="http://schemas.microsoft.com/office/drawing/2014/main" id="{122A72C2-A7C3-44CB-B1FC-FD99826C8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985" y="4478978"/>
              <a:ext cx="985887" cy="20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ZoneTexte 107">
            <a:extLst>
              <a:ext uri="{FF2B5EF4-FFF2-40B4-BE49-F238E27FC236}">
                <a16:creationId xmlns:a16="http://schemas.microsoft.com/office/drawing/2014/main" id="{AD4928DB-58C8-4FA8-B3AC-CD49FF7EA93B}"/>
              </a:ext>
            </a:extLst>
          </p:cNvPr>
          <p:cNvSpPr txBox="1"/>
          <p:nvPr/>
        </p:nvSpPr>
        <p:spPr>
          <a:xfrm>
            <a:off x="2918059" y="2676412"/>
            <a:ext cx="1081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Presse-étoupe 8.5 HC   CAM1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63C05A92-A914-40F6-9A20-CCA14A21EE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57479" y="368120"/>
            <a:ext cx="1164437" cy="1054699"/>
          </a:xfrm>
          <a:prstGeom prst="rect">
            <a:avLst/>
          </a:prstGeom>
        </p:spPr>
      </p:pic>
      <p:pic>
        <p:nvPicPr>
          <p:cNvPr id="127" name="Image 126">
            <a:extLst>
              <a:ext uri="{FF2B5EF4-FFF2-40B4-BE49-F238E27FC236}">
                <a16:creationId xmlns:a16="http://schemas.microsoft.com/office/drawing/2014/main" id="{40AAB54F-27CC-4A3A-914A-3C3EC9B1A1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9550222" y="590839"/>
            <a:ext cx="1164437" cy="1054699"/>
          </a:xfrm>
          <a:prstGeom prst="rect">
            <a:avLst/>
          </a:prstGeom>
        </p:spPr>
      </p:pic>
      <p:grpSp>
        <p:nvGrpSpPr>
          <p:cNvPr id="128" name="Groupe 127">
            <a:extLst>
              <a:ext uri="{FF2B5EF4-FFF2-40B4-BE49-F238E27FC236}">
                <a16:creationId xmlns:a16="http://schemas.microsoft.com/office/drawing/2014/main" id="{82411218-2B22-4B31-AF73-F6F7D4C3098A}"/>
              </a:ext>
            </a:extLst>
          </p:cNvPr>
          <p:cNvGrpSpPr/>
          <p:nvPr/>
        </p:nvGrpSpPr>
        <p:grpSpPr>
          <a:xfrm>
            <a:off x="55802" y="301724"/>
            <a:ext cx="1019145" cy="555811"/>
            <a:chOff x="2515195" y="277878"/>
            <a:chExt cx="1019145" cy="555811"/>
          </a:xfrm>
        </p:grpSpPr>
        <p:pic>
          <p:nvPicPr>
            <p:cNvPr id="129" name="Image 128">
              <a:extLst>
                <a:ext uri="{FF2B5EF4-FFF2-40B4-BE49-F238E27FC236}">
                  <a16:creationId xmlns:a16="http://schemas.microsoft.com/office/drawing/2014/main" id="{C7A6EE5A-FC85-4A98-B331-0697B98A4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2709854" y="306866"/>
              <a:ext cx="824486" cy="526823"/>
            </a:xfrm>
            <a:prstGeom prst="rect">
              <a:avLst/>
            </a:prstGeom>
          </p:spPr>
        </p:pic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C863C6B7-FEC3-4269-A208-7F9BCA4FCBF7}"/>
                </a:ext>
              </a:extLst>
            </p:cNvPr>
            <p:cNvSpPr txBox="1"/>
            <p:nvPr/>
          </p:nvSpPr>
          <p:spPr>
            <a:xfrm>
              <a:off x="2515195" y="277878"/>
              <a:ext cx="5741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</p:grpSp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BA067B65-C38E-4D70-B69C-A39C4C38DA4A}"/>
              </a:ext>
            </a:extLst>
          </p:cNvPr>
          <p:cNvGrpSpPr/>
          <p:nvPr/>
        </p:nvGrpSpPr>
        <p:grpSpPr>
          <a:xfrm>
            <a:off x="10629778" y="681929"/>
            <a:ext cx="1019145" cy="555811"/>
            <a:chOff x="2515195" y="277878"/>
            <a:chExt cx="1019145" cy="555811"/>
          </a:xfrm>
        </p:grpSpPr>
        <p:pic>
          <p:nvPicPr>
            <p:cNvPr id="132" name="Image 131">
              <a:extLst>
                <a:ext uri="{FF2B5EF4-FFF2-40B4-BE49-F238E27FC236}">
                  <a16:creationId xmlns:a16="http://schemas.microsoft.com/office/drawing/2014/main" id="{4EEA6BBD-394F-4600-96DA-7CC6B387B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2709854" y="306866"/>
              <a:ext cx="824486" cy="526823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DB808AD1-A400-4B82-9483-44A374F3566D}"/>
                </a:ext>
              </a:extLst>
            </p:cNvPr>
            <p:cNvSpPr txBox="1"/>
            <p:nvPr/>
          </p:nvSpPr>
          <p:spPr>
            <a:xfrm>
              <a:off x="2515195" y="277878"/>
              <a:ext cx="5741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</p:grp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ABDA172A-CFD2-4A27-A20E-23AC247CD9E4}"/>
              </a:ext>
            </a:extLst>
          </p:cNvPr>
          <p:cNvCxnSpPr>
            <a:cxnSpLocks/>
          </p:cNvCxnSpPr>
          <p:nvPr/>
        </p:nvCxnSpPr>
        <p:spPr>
          <a:xfrm flipH="1" flipV="1">
            <a:off x="10110595" y="868995"/>
            <a:ext cx="690593" cy="9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6E700D08-DC42-43F1-B429-5F22C61E7F8C}"/>
              </a:ext>
            </a:extLst>
          </p:cNvPr>
          <p:cNvSpPr txBox="1"/>
          <p:nvPr/>
        </p:nvSpPr>
        <p:spPr>
          <a:xfrm>
            <a:off x="6955382" y="2473713"/>
            <a:ext cx="1081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Presse-étoupe 8.5 HC   CAM2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642795B8-F44F-4884-8D08-EF015D43AB07}"/>
              </a:ext>
            </a:extLst>
          </p:cNvPr>
          <p:cNvSpPr txBox="1"/>
          <p:nvPr/>
        </p:nvSpPr>
        <p:spPr>
          <a:xfrm>
            <a:off x="10801188" y="1792440"/>
            <a:ext cx="1081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Presse-étoupe 8.5 HC   CAM2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23FD158B-BC6E-40E3-B208-F08A2A10DE76}"/>
              </a:ext>
            </a:extLst>
          </p:cNvPr>
          <p:cNvSpPr txBox="1"/>
          <p:nvPr/>
        </p:nvSpPr>
        <p:spPr>
          <a:xfrm>
            <a:off x="1414447" y="1585292"/>
            <a:ext cx="1081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Presse-étoupe 8.5 HC   CAM1</a:t>
            </a:r>
          </a:p>
        </p:txBody>
      </p:sp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5F4A4991-015D-4ECF-8996-7FD218E7ADFF}"/>
              </a:ext>
            </a:extLst>
          </p:cNvPr>
          <p:cNvCxnSpPr>
            <a:cxnSpLocks/>
            <a:stCxn id="138" idx="0"/>
          </p:cNvCxnSpPr>
          <p:nvPr/>
        </p:nvCxnSpPr>
        <p:spPr>
          <a:xfrm flipH="1" flipV="1">
            <a:off x="1740927" y="1115132"/>
            <a:ext cx="214143" cy="47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FF1FA08F-BC54-45D8-BEDB-F6424846251F}"/>
              </a:ext>
            </a:extLst>
          </p:cNvPr>
          <p:cNvCxnSpPr>
            <a:cxnSpLocks/>
          </p:cNvCxnSpPr>
          <p:nvPr/>
        </p:nvCxnSpPr>
        <p:spPr>
          <a:xfrm flipH="1" flipV="1">
            <a:off x="10107629" y="1298307"/>
            <a:ext cx="716808" cy="540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FCB35539-F8E8-4B77-BDE9-8912481A970B}"/>
              </a:ext>
            </a:extLst>
          </p:cNvPr>
          <p:cNvGrpSpPr/>
          <p:nvPr/>
        </p:nvGrpSpPr>
        <p:grpSpPr>
          <a:xfrm>
            <a:off x="5561184" y="1267489"/>
            <a:ext cx="1178707" cy="616982"/>
            <a:chOff x="12220759" y="7370505"/>
            <a:chExt cx="1178707" cy="616982"/>
          </a:xfrm>
        </p:grpSpPr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0D65C81-0F6D-4A2B-BC84-24E462B02A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352554" y="7551625"/>
              <a:ext cx="731922" cy="435862"/>
            </a:xfrm>
            <a:prstGeom prst="rect">
              <a:avLst/>
            </a:prstGeom>
          </p:spPr>
        </p:pic>
        <p:sp>
          <p:nvSpPr>
            <p:cNvPr id="175" name="ZoneTexte 174">
              <a:extLst>
                <a:ext uri="{FF2B5EF4-FFF2-40B4-BE49-F238E27FC236}">
                  <a16:creationId xmlns:a16="http://schemas.microsoft.com/office/drawing/2014/main" id="{3FCD0026-69CB-459F-89C1-AFA9CF337201}"/>
                </a:ext>
              </a:extLst>
            </p:cNvPr>
            <p:cNvSpPr txBox="1"/>
            <p:nvPr/>
          </p:nvSpPr>
          <p:spPr>
            <a:xfrm>
              <a:off x="12220759" y="7370505"/>
              <a:ext cx="11787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Capteur TP</a:t>
              </a:r>
            </a:p>
          </p:txBody>
        </p:sp>
      </p:grpSp>
      <p:pic>
        <p:nvPicPr>
          <p:cNvPr id="103" name="Image 102">
            <a:extLst>
              <a:ext uri="{FF2B5EF4-FFF2-40B4-BE49-F238E27FC236}">
                <a16:creationId xmlns:a16="http://schemas.microsoft.com/office/drawing/2014/main" id="{FA191C57-E947-41F8-90A4-CABD21EBF9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4606265" y="1263949"/>
            <a:ext cx="824486" cy="526823"/>
          </a:xfrm>
          <a:prstGeom prst="rect">
            <a:avLst/>
          </a:prstGeom>
        </p:spPr>
      </p:pic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59DBF951-E3F1-4CDF-A882-3D7D086356E6}"/>
              </a:ext>
            </a:extLst>
          </p:cNvPr>
          <p:cNvGrpSpPr/>
          <p:nvPr/>
        </p:nvGrpSpPr>
        <p:grpSpPr>
          <a:xfrm>
            <a:off x="3768686" y="4178689"/>
            <a:ext cx="1072170" cy="695864"/>
            <a:chOff x="9645746" y="6901398"/>
            <a:chExt cx="1072170" cy="695864"/>
          </a:xfrm>
        </p:grpSpPr>
        <p:pic>
          <p:nvPicPr>
            <p:cNvPr id="168" name="Image 167">
              <a:extLst>
                <a:ext uri="{FF2B5EF4-FFF2-40B4-BE49-F238E27FC236}">
                  <a16:creationId xmlns:a16="http://schemas.microsoft.com/office/drawing/2014/main" id="{BC81CFF2-BB68-4226-9B95-C0ED51A4F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666" b="25718"/>
            <a:stretch/>
          </p:blipFill>
          <p:spPr>
            <a:xfrm flipH="1">
              <a:off x="10092090" y="6901398"/>
              <a:ext cx="625826" cy="642691"/>
            </a:xfrm>
            <a:prstGeom prst="rect">
              <a:avLst/>
            </a:prstGeom>
          </p:spPr>
        </p:pic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FF5F86E1-AA76-46C4-B853-DD9E14F31D21}"/>
                </a:ext>
              </a:extLst>
            </p:cNvPr>
            <p:cNvSpPr txBox="1"/>
            <p:nvPr/>
          </p:nvSpPr>
          <p:spPr>
            <a:xfrm>
              <a:off x="9645746" y="7135597"/>
              <a:ext cx="6574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4 pin</a:t>
              </a:r>
            </a:p>
            <a:p>
              <a:pPr algn="r"/>
              <a:r>
                <a:rPr lang="fr-FR" sz="1200" dirty="0"/>
                <a:t>Moteur</a:t>
              </a:r>
            </a:p>
          </p:txBody>
        </p:sp>
      </p:grp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B292DB9D-308D-4E4A-9570-2C2381816320}"/>
              </a:ext>
            </a:extLst>
          </p:cNvPr>
          <p:cNvCxnSpPr>
            <a:cxnSpLocks/>
          </p:cNvCxnSpPr>
          <p:nvPr/>
        </p:nvCxnSpPr>
        <p:spPr>
          <a:xfrm flipH="1">
            <a:off x="5330336" y="1860400"/>
            <a:ext cx="416251" cy="14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558969D4-E5FA-4C1D-BC7F-CACE9310B386}"/>
              </a:ext>
            </a:extLst>
          </p:cNvPr>
          <p:cNvGrpSpPr/>
          <p:nvPr/>
        </p:nvGrpSpPr>
        <p:grpSpPr>
          <a:xfrm>
            <a:off x="2251616" y="3447650"/>
            <a:ext cx="1082529" cy="912895"/>
            <a:chOff x="7202256" y="8083571"/>
            <a:chExt cx="1082529" cy="912895"/>
          </a:xfrm>
        </p:grpSpPr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9AEAF23E-9892-4468-A626-19267A37DB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74191" y="8164028"/>
              <a:ext cx="810594" cy="8324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66" name="ZoneTexte 165">
              <a:extLst>
                <a:ext uri="{FF2B5EF4-FFF2-40B4-BE49-F238E27FC236}">
                  <a16:creationId xmlns:a16="http://schemas.microsoft.com/office/drawing/2014/main" id="{B4F822FA-EA15-4AAE-9835-1F19B2E180FD}"/>
                </a:ext>
              </a:extLst>
            </p:cNvPr>
            <p:cNvSpPr txBox="1"/>
            <p:nvPr/>
          </p:nvSpPr>
          <p:spPr>
            <a:xfrm>
              <a:off x="7202256" y="8083571"/>
              <a:ext cx="72705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r"/>
              <a:r>
                <a:rPr lang="fr-FR" sz="1200" dirty="0">
                  <a:solidFill>
                    <a:schemeClr val="tx1"/>
                  </a:solidFill>
                </a:rPr>
                <a:t>8 pin</a:t>
              </a:r>
            </a:p>
            <a:p>
              <a:pPr algn="r"/>
              <a:r>
                <a:rPr lang="fr-FR" sz="1200" dirty="0">
                  <a:solidFill>
                    <a:schemeClr val="tx1"/>
                  </a:solidFill>
                </a:rPr>
                <a:t>Ethernet</a:t>
              </a:r>
            </a:p>
          </p:txBody>
        </p:sp>
      </p:grp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78FDEAD9-3071-40EC-B235-ACA8143A41CE}"/>
              </a:ext>
            </a:extLst>
          </p:cNvPr>
          <p:cNvCxnSpPr>
            <a:cxnSpLocks/>
          </p:cNvCxnSpPr>
          <p:nvPr/>
        </p:nvCxnSpPr>
        <p:spPr>
          <a:xfrm flipV="1">
            <a:off x="3083355" y="3218534"/>
            <a:ext cx="1836212" cy="894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0DEB6754-0CD1-428B-BC6E-6F9A65368B57}"/>
              </a:ext>
            </a:extLst>
          </p:cNvPr>
          <p:cNvCxnSpPr>
            <a:cxnSpLocks/>
          </p:cNvCxnSpPr>
          <p:nvPr/>
        </p:nvCxnSpPr>
        <p:spPr>
          <a:xfrm>
            <a:off x="1153973" y="469570"/>
            <a:ext cx="593064" cy="23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07B3F0E5-C9C7-45B8-82B0-D352FD957C2C}"/>
              </a:ext>
            </a:extLst>
          </p:cNvPr>
          <p:cNvCxnSpPr>
            <a:cxnSpLocks/>
          </p:cNvCxnSpPr>
          <p:nvPr/>
        </p:nvCxnSpPr>
        <p:spPr>
          <a:xfrm>
            <a:off x="3949040" y="2731196"/>
            <a:ext cx="1047446" cy="34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24A46719-3B4D-4EC4-A094-DC874967712E}"/>
              </a:ext>
            </a:extLst>
          </p:cNvPr>
          <p:cNvSpPr txBox="1"/>
          <p:nvPr/>
        </p:nvSpPr>
        <p:spPr>
          <a:xfrm>
            <a:off x="4411606" y="1234961"/>
            <a:ext cx="574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Purge</a:t>
            </a:r>
          </a:p>
        </p:txBody>
      </p: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69568DCA-B5D6-4B4A-AE75-DD76E0A9C9E0}"/>
              </a:ext>
            </a:extLst>
          </p:cNvPr>
          <p:cNvCxnSpPr>
            <a:cxnSpLocks/>
          </p:cNvCxnSpPr>
          <p:nvPr/>
        </p:nvCxnSpPr>
        <p:spPr>
          <a:xfrm>
            <a:off x="5132035" y="1683252"/>
            <a:ext cx="292266" cy="87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1" name="Image 180">
            <a:extLst>
              <a:ext uri="{FF2B5EF4-FFF2-40B4-BE49-F238E27FC236}">
                <a16:creationId xmlns:a16="http://schemas.microsoft.com/office/drawing/2014/main" id="{4F0F355A-1149-495C-88A3-AE3EF1E6D0F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31913" y="2318589"/>
            <a:ext cx="833144" cy="412607"/>
          </a:xfrm>
          <a:prstGeom prst="rect">
            <a:avLst/>
          </a:prstGeom>
        </p:spPr>
      </p:pic>
      <p:pic>
        <p:nvPicPr>
          <p:cNvPr id="182" name="Image 181">
            <a:extLst>
              <a:ext uri="{FF2B5EF4-FFF2-40B4-BE49-F238E27FC236}">
                <a16:creationId xmlns:a16="http://schemas.microsoft.com/office/drawing/2014/main" id="{01468745-DDF6-4180-BED2-4601FE8DA4C6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33699" y="2134835"/>
            <a:ext cx="833144" cy="412607"/>
          </a:xfrm>
          <a:prstGeom prst="rect">
            <a:avLst/>
          </a:prstGeom>
        </p:spPr>
      </p:pic>
      <p:pic>
        <p:nvPicPr>
          <p:cNvPr id="183" name="Image 182">
            <a:extLst>
              <a:ext uri="{FF2B5EF4-FFF2-40B4-BE49-F238E27FC236}">
                <a16:creationId xmlns:a16="http://schemas.microsoft.com/office/drawing/2014/main" id="{A153CD6D-164D-4B9E-8C73-719EA1011F3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693" y="1540969"/>
            <a:ext cx="833144" cy="412607"/>
          </a:xfrm>
          <a:prstGeom prst="rect">
            <a:avLst/>
          </a:prstGeom>
        </p:spPr>
      </p:pic>
      <p:pic>
        <p:nvPicPr>
          <p:cNvPr id="184" name="Image 183">
            <a:extLst>
              <a:ext uri="{FF2B5EF4-FFF2-40B4-BE49-F238E27FC236}">
                <a16:creationId xmlns:a16="http://schemas.microsoft.com/office/drawing/2014/main" id="{701B416A-7B74-4F08-9879-93A69BFA907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92081" y="1729094"/>
            <a:ext cx="833144" cy="412607"/>
          </a:xfrm>
          <a:prstGeom prst="rect">
            <a:avLst/>
          </a:prstGeom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3A212DA-A5CC-48C5-958B-4DB017B2319D}"/>
              </a:ext>
            </a:extLst>
          </p:cNvPr>
          <p:cNvCxnSpPr>
            <a:cxnSpLocks/>
            <a:stCxn id="173" idx="3"/>
            <a:endCxn id="149" idx="0"/>
          </p:cNvCxnSpPr>
          <p:nvPr/>
        </p:nvCxnSpPr>
        <p:spPr>
          <a:xfrm>
            <a:off x="4426174" y="4643721"/>
            <a:ext cx="121458" cy="666530"/>
          </a:xfrm>
          <a:prstGeom prst="straightConnector1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2565E4E1-4006-4D82-B07E-0F9989A09212}"/>
              </a:ext>
            </a:extLst>
          </p:cNvPr>
          <p:cNvCxnSpPr>
            <a:cxnSpLocks/>
            <a:stCxn id="109" idx="2"/>
          </p:cNvCxnSpPr>
          <p:nvPr/>
        </p:nvCxnSpPr>
        <p:spPr>
          <a:xfrm>
            <a:off x="6601243" y="4810038"/>
            <a:ext cx="510906" cy="733767"/>
          </a:xfrm>
          <a:prstGeom prst="straightConnector1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D66274A4-6E33-40DC-BA82-6D001B04FB57}"/>
              </a:ext>
            </a:extLst>
          </p:cNvPr>
          <p:cNvCxnSpPr>
            <a:cxnSpLocks/>
          </p:cNvCxnSpPr>
          <p:nvPr/>
        </p:nvCxnSpPr>
        <p:spPr>
          <a:xfrm flipH="1" flipV="1">
            <a:off x="5680159" y="3849097"/>
            <a:ext cx="1043657" cy="402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6D4B3D56-CB3A-437C-8046-5F96C7D26EEB}"/>
              </a:ext>
            </a:extLst>
          </p:cNvPr>
          <p:cNvCxnSpPr>
            <a:cxnSpLocks/>
          </p:cNvCxnSpPr>
          <p:nvPr/>
        </p:nvCxnSpPr>
        <p:spPr>
          <a:xfrm>
            <a:off x="2353599" y="2046957"/>
            <a:ext cx="673479" cy="629455"/>
          </a:xfrm>
          <a:prstGeom prst="straightConnector1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4D1A8BC3-7058-438D-9602-C33DD5D9E0B7}"/>
              </a:ext>
            </a:extLst>
          </p:cNvPr>
          <p:cNvCxnSpPr>
            <a:cxnSpLocks/>
          </p:cNvCxnSpPr>
          <p:nvPr/>
        </p:nvCxnSpPr>
        <p:spPr>
          <a:xfrm flipH="1">
            <a:off x="7978628" y="1700407"/>
            <a:ext cx="1823309" cy="1055706"/>
          </a:xfrm>
          <a:prstGeom prst="straightConnector1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4E9BA43-2EDA-435B-90E0-61FE2CA199A8}"/>
              </a:ext>
            </a:extLst>
          </p:cNvPr>
          <p:cNvSpPr txBox="1"/>
          <p:nvPr/>
        </p:nvSpPr>
        <p:spPr>
          <a:xfrm>
            <a:off x="6961200" y="969241"/>
            <a:ext cx="737702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tx1"/>
                </a:solidFill>
              </a:rPr>
              <a:t>Bouchon</a:t>
            </a:r>
          </a:p>
        </p:txBody>
      </p:sp>
      <p:pic>
        <p:nvPicPr>
          <p:cNvPr id="141" name="Image 140">
            <a:extLst>
              <a:ext uri="{FF2B5EF4-FFF2-40B4-BE49-F238E27FC236}">
                <a16:creationId xmlns:a16="http://schemas.microsoft.com/office/drawing/2014/main" id="{7665E5FE-C737-416C-8F65-E46DBE4F0B58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1244" y="993192"/>
            <a:ext cx="794576" cy="459879"/>
          </a:xfrm>
          <a:prstGeom prst="rect">
            <a:avLst/>
          </a:prstGeom>
        </p:spPr>
      </p:pic>
      <p:sp>
        <p:nvSpPr>
          <p:cNvPr id="152" name="ZoneTexte 151">
            <a:extLst>
              <a:ext uri="{FF2B5EF4-FFF2-40B4-BE49-F238E27FC236}">
                <a16:creationId xmlns:a16="http://schemas.microsoft.com/office/drawing/2014/main" id="{2F48986A-9E94-4BA6-A327-AA705E43F15B}"/>
              </a:ext>
            </a:extLst>
          </p:cNvPr>
          <p:cNvSpPr txBox="1"/>
          <p:nvPr/>
        </p:nvSpPr>
        <p:spPr>
          <a:xfrm>
            <a:off x="8420271" y="4354811"/>
            <a:ext cx="737702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tx1"/>
                </a:solidFill>
              </a:rPr>
              <a:t>Bouchon</a:t>
            </a:r>
          </a:p>
        </p:txBody>
      </p:sp>
      <p:pic>
        <p:nvPicPr>
          <p:cNvPr id="176" name="Image 175">
            <a:extLst>
              <a:ext uri="{FF2B5EF4-FFF2-40B4-BE49-F238E27FC236}">
                <a16:creationId xmlns:a16="http://schemas.microsoft.com/office/drawing/2014/main" id="{1C1A4810-5FCF-44B4-9F67-E32ECD04D4C0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10315" y="4378762"/>
            <a:ext cx="794576" cy="459879"/>
          </a:xfrm>
          <a:prstGeom prst="rect">
            <a:avLst/>
          </a:prstGeom>
        </p:spPr>
      </p:pic>
      <p:cxnSp>
        <p:nvCxnSpPr>
          <p:cNvPr id="177" name="Connecteur droit avec flèche 176">
            <a:extLst>
              <a:ext uri="{FF2B5EF4-FFF2-40B4-BE49-F238E27FC236}">
                <a16:creationId xmlns:a16="http://schemas.microsoft.com/office/drawing/2014/main" id="{1BB02103-9373-464C-AD82-FE7023875789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5740651" y="1453071"/>
            <a:ext cx="1407881" cy="1614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avec flèche 177">
            <a:extLst>
              <a:ext uri="{FF2B5EF4-FFF2-40B4-BE49-F238E27FC236}">
                <a16:creationId xmlns:a16="http://schemas.microsoft.com/office/drawing/2014/main" id="{6DEECC14-6A0A-47A7-9DD7-161C6E07D582}"/>
              </a:ext>
            </a:extLst>
          </p:cNvPr>
          <p:cNvCxnSpPr>
            <a:cxnSpLocks/>
            <a:stCxn id="176" idx="1"/>
          </p:cNvCxnSpPr>
          <p:nvPr/>
        </p:nvCxnSpPr>
        <p:spPr>
          <a:xfrm flipH="1" flipV="1">
            <a:off x="6058033" y="3568084"/>
            <a:ext cx="2152282" cy="1040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F60BE3CD-986A-4793-8697-F02DA0B9766C}"/>
              </a:ext>
            </a:extLst>
          </p:cNvPr>
          <p:cNvSpPr txBox="1"/>
          <p:nvPr/>
        </p:nvSpPr>
        <p:spPr>
          <a:xfrm>
            <a:off x="95127" y="5775569"/>
            <a:ext cx="2141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/>
              <a:t>v6 stéréo</a:t>
            </a:r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F5DCF385-2862-4913-AAD9-29CAF772C39F}"/>
              </a:ext>
            </a:extLst>
          </p:cNvPr>
          <p:cNvGrpSpPr/>
          <p:nvPr/>
        </p:nvGrpSpPr>
        <p:grpSpPr>
          <a:xfrm>
            <a:off x="10552275" y="5605408"/>
            <a:ext cx="1622959" cy="1117315"/>
            <a:chOff x="182616" y="3474720"/>
            <a:chExt cx="1622959" cy="1117315"/>
          </a:xfrm>
        </p:grpSpPr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57240EEF-1216-40C9-AF5A-E0F046A385B1}"/>
                </a:ext>
              </a:extLst>
            </p:cNvPr>
            <p:cNvCxnSpPr/>
            <p:nvPr/>
          </p:nvCxnSpPr>
          <p:spPr>
            <a:xfrm flipV="1">
              <a:off x="1028700" y="3710940"/>
              <a:ext cx="0" cy="65532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avec flèche 76">
              <a:extLst>
                <a:ext uri="{FF2B5EF4-FFF2-40B4-BE49-F238E27FC236}">
                  <a16:creationId xmlns:a16="http://schemas.microsoft.com/office/drawing/2014/main" id="{A8DCC1D6-D475-4A65-B2A3-9E2EEEC33D43}"/>
                </a:ext>
              </a:extLst>
            </p:cNvPr>
            <p:cNvCxnSpPr>
              <a:cxnSpLocks/>
            </p:cNvCxnSpPr>
            <p:nvPr/>
          </p:nvCxnSpPr>
          <p:spPr>
            <a:xfrm>
              <a:off x="751447" y="4038600"/>
              <a:ext cx="549606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FC055436-0123-46ED-A41A-3796B50D8BDB}"/>
                </a:ext>
              </a:extLst>
            </p:cNvPr>
            <p:cNvSpPr txBox="1"/>
            <p:nvPr/>
          </p:nvSpPr>
          <p:spPr>
            <a:xfrm>
              <a:off x="798878" y="3474720"/>
              <a:ext cx="486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Haut</a:t>
              </a:r>
            </a:p>
          </p:txBody>
        </p: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8B92EFB5-56A3-4B55-97EF-FC77541CDCF7}"/>
                </a:ext>
              </a:extLst>
            </p:cNvPr>
            <p:cNvSpPr txBox="1"/>
            <p:nvPr/>
          </p:nvSpPr>
          <p:spPr>
            <a:xfrm>
              <a:off x="836575" y="4315036"/>
              <a:ext cx="402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Bas</a:t>
              </a:r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EE645DAB-9372-4EC5-B2BA-D5BF06FA69AA}"/>
                </a:ext>
              </a:extLst>
            </p:cNvPr>
            <p:cNvSpPr txBox="1"/>
            <p:nvPr/>
          </p:nvSpPr>
          <p:spPr>
            <a:xfrm>
              <a:off x="182616" y="3884860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Gauche</a:t>
              </a:r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0243CF26-024C-4D34-93B9-2359AA92C319}"/>
                </a:ext>
              </a:extLst>
            </p:cNvPr>
            <p:cNvSpPr txBox="1"/>
            <p:nvPr/>
          </p:nvSpPr>
          <p:spPr>
            <a:xfrm>
              <a:off x="1232341" y="3892479"/>
              <a:ext cx="573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Droite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94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74">
            <a:extLst>
              <a:ext uri="{FF2B5EF4-FFF2-40B4-BE49-F238E27FC236}">
                <a16:creationId xmlns:a16="http://schemas.microsoft.com/office/drawing/2014/main" id="{31815B62-9F8C-490D-889A-BB8C74497E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70"/>
          <a:stretch/>
        </p:blipFill>
        <p:spPr>
          <a:xfrm>
            <a:off x="4665612" y="1283750"/>
            <a:ext cx="2610032" cy="2527742"/>
          </a:xfrm>
          <a:prstGeom prst="rect">
            <a:avLst/>
          </a:prstGeom>
        </p:spPr>
      </p:pic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8F809A2A-3D0A-4598-9570-A07CF904B3AD}"/>
              </a:ext>
            </a:extLst>
          </p:cNvPr>
          <p:cNvGrpSpPr/>
          <p:nvPr/>
        </p:nvGrpSpPr>
        <p:grpSpPr>
          <a:xfrm>
            <a:off x="6992314" y="916606"/>
            <a:ext cx="625826" cy="1045115"/>
            <a:chOff x="9779177" y="6232603"/>
            <a:chExt cx="625826" cy="1045115"/>
          </a:xfrm>
        </p:grpSpPr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8FB323F4-3A5E-4F59-BF36-67A687EBA7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666" b="25718"/>
            <a:stretch/>
          </p:blipFill>
          <p:spPr>
            <a:xfrm flipH="1">
              <a:off x="9779177" y="6232603"/>
              <a:ext cx="625826" cy="642691"/>
            </a:xfrm>
            <a:prstGeom prst="rect">
              <a:avLst/>
            </a:prstGeom>
          </p:spPr>
        </p:pic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31B29D31-59DF-4ADA-8EDE-01F07B41C455}"/>
                </a:ext>
              </a:extLst>
            </p:cNvPr>
            <p:cNvSpPr txBox="1"/>
            <p:nvPr/>
          </p:nvSpPr>
          <p:spPr>
            <a:xfrm>
              <a:off x="9873925" y="6816053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4 pin</a:t>
              </a:r>
            </a:p>
            <a:p>
              <a:pPr algn="r"/>
              <a:r>
                <a:rPr lang="fr-FR" sz="1200" dirty="0"/>
                <a:t>Clé</a:t>
              </a:r>
            </a:p>
          </p:txBody>
        </p:sp>
      </p:grp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FD2B02-893A-454F-896D-613854F871D9}"/>
              </a:ext>
            </a:extLst>
          </p:cNvPr>
          <p:cNvCxnSpPr>
            <a:cxnSpLocks/>
          </p:cNvCxnSpPr>
          <p:nvPr/>
        </p:nvCxnSpPr>
        <p:spPr>
          <a:xfrm flipH="1">
            <a:off x="6202243" y="1380677"/>
            <a:ext cx="898445" cy="63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Image 108">
            <a:extLst>
              <a:ext uri="{FF2B5EF4-FFF2-40B4-BE49-F238E27FC236}">
                <a16:creationId xmlns:a16="http://schemas.microsoft.com/office/drawing/2014/main" id="{061004E8-8F18-44E0-992C-28E08FD5E0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365" t="29952" r="1747" b="16691"/>
          <a:stretch/>
        </p:blipFill>
        <p:spPr>
          <a:xfrm>
            <a:off x="6828099" y="3759688"/>
            <a:ext cx="726908" cy="517915"/>
          </a:xfrm>
          <a:prstGeom prst="rect">
            <a:avLst/>
          </a:prstGeom>
        </p:spPr>
      </p:pic>
      <p:sp>
        <p:nvSpPr>
          <p:cNvPr id="110" name="ZoneTexte 109">
            <a:extLst>
              <a:ext uri="{FF2B5EF4-FFF2-40B4-BE49-F238E27FC236}">
                <a16:creationId xmlns:a16="http://schemas.microsoft.com/office/drawing/2014/main" id="{DE1C6B49-2326-4981-90EF-87BCF703A9FF}"/>
              </a:ext>
            </a:extLst>
          </p:cNvPr>
          <p:cNvSpPr txBox="1"/>
          <p:nvPr/>
        </p:nvSpPr>
        <p:spPr>
          <a:xfrm>
            <a:off x="7373715" y="3663501"/>
            <a:ext cx="657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200" dirty="0"/>
              <a:t>3 pin</a:t>
            </a:r>
          </a:p>
          <a:p>
            <a:pPr algn="r"/>
            <a:r>
              <a:rPr lang="fr-FR" sz="1200" dirty="0"/>
              <a:t>Moteur</a:t>
            </a:r>
          </a:p>
        </p:txBody>
      </p: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0D5D2E83-5202-4F46-8F41-D417F12266EB}"/>
              </a:ext>
            </a:extLst>
          </p:cNvPr>
          <p:cNvCxnSpPr>
            <a:cxnSpLocks/>
          </p:cNvCxnSpPr>
          <p:nvPr/>
        </p:nvCxnSpPr>
        <p:spPr>
          <a:xfrm flipV="1">
            <a:off x="5093018" y="3188808"/>
            <a:ext cx="1079305" cy="628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oupe 166">
            <a:extLst>
              <a:ext uri="{FF2B5EF4-FFF2-40B4-BE49-F238E27FC236}">
                <a16:creationId xmlns:a16="http://schemas.microsoft.com/office/drawing/2014/main" id="{2B70A3DB-8A20-4040-A382-16D950B57E8A}"/>
              </a:ext>
            </a:extLst>
          </p:cNvPr>
          <p:cNvGrpSpPr/>
          <p:nvPr/>
        </p:nvGrpSpPr>
        <p:grpSpPr>
          <a:xfrm>
            <a:off x="4260103" y="4749363"/>
            <a:ext cx="4621475" cy="1576202"/>
            <a:chOff x="5352705" y="4216971"/>
            <a:chExt cx="4621475" cy="1576202"/>
          </a:xfrm>
        </p:grpSpPr>
        <p:pic>
          <p:nvPicPr>
            <p:cNvPr id="144" name="Image 143">
              <a:extLst>
                <a:ext uri="{FF2B5EF4-FFF2-40B4-BE49-F238E27FC236}">
                  <a16:creationId xmlns:a16="http://schemas.microsoft.com/office/drawing/2014/main" id="{29891EB0-E36C-4BC0-A9A1-5C33C83B6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6602479" y="5266350"/>
              <a:ext cx="824486" cy="526823"/>
            </a:xfrm>
            <a:prstGeom prst="rect">
              <a:avLst/>
            </a:prstGeom>
          </p:spPr>
        </p:pic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AA7B1A18-B5E0-480C-84F3-61D6EA0BFDBE}"/>
                </a:ext>
              </a:extLst>
            </p:cNvPr>
            <p:cNvSpPr txBox="1"/>
            <p:nvPr/>
          </p:nvSpPr>
          <p:spPr>
            <a:xfrm>
              <a:off x="6353734" y="5305854"/>
              <a:ext cx="6513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12232CD3-72D2-4FFF-AD11-74787A836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716611" y="4525348"/>
              <a:ext cx="834123" cy="394225"/>
            </a:xfrm>
            <a:prstGeom prst="rect">
              <a:avLst/>
            </a:prstGeom>
          </p:spPr>
        </p:pic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007F7E1-B1E5-48BC-A48C-02D54D430E3C}"/>
                </a:ext>
              </a:extLst>
            </p:cNvPr>
            <p:cNvSpPr txBox="1"/>
            <p:nvPr/>
          </p:nvSpPr>
          <p:spPr>
            <a:xfrm>
              <a:off x="8447352" y="4868407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6.5 HC</a:t>
              </a:r>
            </a:p>
            <a:p>
              <a:r>
                <a:rPr lang="fr-FR" sz="1200" dirty="0"/>
                <a:t>COB-1231 </a:t>
              </a:r>
            </a:p>
          </p:txBody>
        </p:sp>
        <p:pic>
          <p:nvPicPr>
            <p:cNvPr id="148" name="Image 147">
              <a:extLst>
                <a:ext uri="{FF2B5EF4-FFF2-40B4-BE49-F238E27FC236}">
                  <a16:creationId xmlns:a16="http://schemas.microsoft.com/office/drawing/2014/main" id="{FA5CF764-3BCB-4B94-936A-2A3FA36FCF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8889464" y="4356895"/>
              <a:ext cx="779598" cy="373722"/>
            </a:xfrm>
            <a:prstGeom prst="roundRect">
              <a:avLst/>
            </a:prstGeom>
          </p:spPr>
        </p:pic>
        <p:pic>
          <p:nvPicPr>
            <p:cNvPr id="149" name="Image 148">
              <a:extLst>
                <a:ext uri="{FF2B5EF4-FFF2-40B4-BE49-F238E27FC236}">
                  <a16:creationId xmlns:a16="http://schemas.microsoft.com/office/drawing/2014/main" id="{DE7242AC-35F4-4048-A518-694DAA880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43288" y="4245424"/>
              <a:ext cx="774511" cy="420779"/>
            </a:xfrm>
            <a:prstGeom prst="rect">
              <a:avLst/>
            </a:prstGeom>
          </p:spPr>
        </p:pic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AF0C29FF-EEDB-48DE-BC24-F97B93B65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28412" y="4429325"/>
              <a:ext cx="833144" cy="412607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584B342A-E78D-40DE-BFA1-89C7ADEAED0E}"/>
                </a:ext>
              </a:extLst>
            </p:cNvPr>
            <p:cNvSpPr txBox="1"/>
            <p:nvPr/>
          </p:nvSpPr>
          <p:spPr>
            <a:xfrm>
              <a:off x="5352705" y="4837713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8.5 HC</a:t>
              </a:r>
            </a:p>
            <a:p>
              <a:r>
                <a:rPr lang="fr-FR" sz="1200" dirty="0"/>
                <a:t>COB-1241 </a:t>
              </a:r>
            </a:p>
          </p:txBody>
        </p: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D0755BFA-7D56-4254-A488-C8B4CDCFAC79}"/>
                </a:ext>
              </a:extLst>
            </p:cNvPr>
            <p:cNvGrpSpPr/>
            <p:nvPr/>
          </p:nvGrpSpPr>
          <p:grpSpPr>
            <a:xfrm>
              <a:off x="7038444" y="4216971"/>
              <a:ext cx="1191544" cy="904403"/>
              <a:chOff x="2984500" y="4762500"/>
              <a:chExt cx="1191544" cy="904403"/>
            </a:xfrm>
          </p:grpSpPr>
          <p:sp>
            <p:nvSpPr>
              <p:cNvPr id="153" name="Rectangle : coins arrondis 152">
                <a:extLst>
                  <a:ext uri="{FF2B5EF4-FFF2-40B4-BE49-F238E27FC236}">
                    <a16:creationId xmlns:a16="http://schemas.microsoft.com/office/drawing/2014/main" id="{0447486C-4363-4971-8000-41DFF7DE876F}"/>
                  </a:ext>
                </a:extLst>
              </p:cNvPr>
              <p:cNvSpPr/>
              <p:nvPr/>
            </p:nvSpPr>
            <p:spPr>
              <a:xfrm>
                <a:off x="2984500" y="4762500"/>
                <a:ext cx="1191544" cy="904403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B239C54-A5E6-46C7-BB65-DD1DEAFFC46B}"/>
                  </a:ext>
                </a:extLst>
              </p:cNvPr>
              <p:cNvSpPr/>
              <p:nvPr/>
            </p:nvSpPr>
            <p:spPr>
              <a:xfrm>
                <a:off x="3213547" y="4900052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8F2AA777-0C4D-4BB7-A020-C5FECD6108F8}"/>
                  </a:ext>
                </a:extLst>
              </p:cNvPr>
              <p:cNvSpPr/>
              <p:nvPr/>
            </p:nvSpPr>
            <p:spPr>
              <a:xfrm>
                <a:off x="3699894" y="4911624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95F743AA-EA3C-494B-ABA4-6187D46D7CFE}"/>
                  </a:ext>
                </a:extLst>
              </p:cNvPr>
              <p:cNvSpPr/>
              <p:nvPr/>
            </p:nvSpPr>
            <p:spPr>
              <a:xfrm>
                <a:off x="3470920" y="5268315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58" name="Connecteur droit avec flèche 157">
              <a:extLst>
                <a:ext uri="{FF2B5EF4-FFF2-40B4-BE49-F238E27FC236}">
                  <a16:creationId xmlns:a16="http://schemas.microsoft.com/office/drawing/2014/main" id="{2124017C-4174-4C0C-A495-8FFF58D87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178" y="4837713"/>
              <a:ext cx="362067" cy="428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 droit avec flèche 160">
              <a:extLst>
                <a:ext uri="{FF2B5EF4-FFF2-40B4-BE49-F238E27FC236}">
                  <a16:creationId xmlns:a16="http://schemas.microsoft.com/office/drawing/2014/main" id="{3C879197-AAC0-431D-9B8F-8876B72D8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77228" y="4503476"/>
              <a:ext cx="820655" cy="172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avec flèche 163">
              <a:extLst>
                <a:ext uri="{FF2B5EF4-FFF2-40B4-BE49-F238E27FC236}">
                  <a16:creationId xmlns:a16="http://schemas.microsoft.com/office/drawing/2014/main" id="{122A72C2-A7C3-44CB-B1FC-FD99826C8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985" y="4478978"/>
              <a:ext cx="985887" cy="20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FCB35539-F8E8-4B77-BDE9-8912481A970B}"/>
              </a:ext>
            </a:extLst>
          </p:cNvPr>
          <p:cNvGrpSpPr/>
          <p:nvPr/>
        </p:nvGrpSpPr>
        <p:grpSpPr>
          <a:xfrm>
            <a:off x="5404760" y="638495"/>
            <a:ext cx="1178707" cy="616982"/>
            <a:chOff x="12220759" y="7370505"/>
            <a:chExt cx="1178707" cy="616982"/>
          </a:xfrm>
        </p:grpSpPr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0D65C81-0F6D-4A2B-BC84-24E462B02A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352554" y="7551625"/>
              <a:ext cx="731922" cy="435862"/>
            </a:xfrm>
            <a:prstGeom prst="rect">
              <a:avLst/>
            </a:prstGeom>
          </p:spPr>
        </p:pic>
        <p:sp>
          <p:nvSpPr>
            <p:cNvPr id="175" name="ZoneTexte 174">
              <a:extLst>
                <a:ext uri="{FF2B5EF4-FFF2-40B4-BE49-F238E27FC236}">
                  <a16:creationId xmlns:a16="http://schemas.microsoft.com/office/drawing/2014/main" id="{3FCD0026-69CB-459F-89C1-AFA9CF337201}"/>
                </a:ext>
              </a:extLst>
            </p:cNvPr>
            <p:cNvSpPr txBox="1"/>
            <p:nvPr/>
          </p:nvSpPr>
          <p:spPr>
            <a:xfrm>
              <a:off x="12220759" y="7370505"/>
              <a:ext cx="11787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Capteur TP</a:t>
              </a:r>
            </a:p>
          </p:txBody>
        </p:sp>
      </p:grpSp>
      <p:pic>
        <p:nvPicPr>
          <p:cNvPr id="103" name="Image 102">
            <a:extLst>
              <a:ext uri="{FF2B5EF4-FFF2-40B4-BE49-F238E27FC236}">
                <a16:creationId xmlns:a16="http://schemas.microsoft.com/office/drawing/2014/main" id="{FA191C57-E947-41F8-90A4-CABD21EBF9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4139091" y="1277274"/>
            <a:ext cx="824486" cy="526823"/>
          </a:xfrm>
          <a:prstGeom prst="rect">
            <a:avLst/>
          </a:prstGeom>
        </p:spPr>
      </p:pic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59DBF951-E3F1-4CDF-A882-3D7D086356E6}"/>
              </a:ext>
            </a:extLst>
          </p:cNvPr>
          <p:cNvGrpSpPr/>
          <p:nvPr/>
        </p:nvGrpSpPr>
        <p:grpSpPr>
          <a:xfrm>
            <a:off x="4358996" y="3646254"/>
            <a:ext cx="1072170" cy="695864"/>
            <a:chOff x="9645746" y="6901398"/>
            <a:chExt cx="1072170" cy="695864"/>
          </a:xfrm>
        </p:grpSpPr>
        <p:pic>
          <p:nvPicPr>
            <p:cNvPr id="168" name="Image 167">
              <a:extLst>
                <a:ext uri="{FF2B5EF4-FFF2-40B4-BE49-F238E27FC236}">
                  <a16:creationId xmlns:a16="http://schemas.microsoft.com/office/drawing/2014/main" id="{BC81CFF2-BB68-4226-9B95-C0ED51A4F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 flipH="1">
              <a:off x="10092090" y="6901398"/>
              <a:ext cx="625826" cy="642691"/>
            </a:xfrm>
            <a:prstGeom prst="rect">
              <a:avLst/>
            </a:prstGeom>
          </p:spPr>
        </p:pic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FF5F86E1-AA76-46C4-B853-DD9E14F31D21}"/>
                </a:ext>
              </a:extLst>
            </p:cNvPr>
            <p:cNvSpPr txBox="1"/>
            <p:nvPr/>
          </p:nvSpPr>
          <p:spPr>
            <a:xfrm>
              <a:off x="9645746" y="7135597"/>
              <a:ext cx="6574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4 pin</a:t>
              </a:r>
            </a:p>
            <a:p>
              <a:pPr algn="r"/>
              <a:r>
                <a:rPr lang="fr-FR" sz="1200" dirty="0"/>
                <a:t>Moteur</a:t>
              </a:r>
            </a:p>
          </p:txBody>
        </p:sp>
      </p:grp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558969D4-E5FA-4C1D-BC7F-CACE9310B386}"/>
              </a:ext>
            </a:extLst>
          </p:cNvPr>
          <p:cNvGrpSpPr/>
          <p:nvPr/>
        </p:nvGrpSpPr>
        <p:grpSpPr>
          <a:xfrm>
            <a:off x="2841926" y="2915215"/>
            <a:ext cx="1082529" cy="912895"/>
            <a:chOff x="7202256" y="8083571"/>
            <a:chExt cx="1082529" cy="912895"/>
          </a:xfrm>
        </p:grpSpPr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9AEAF23E-9892-4468-A626-19267A37DB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74191" y="8164028"/>
              <a:ext cx="810594" cy="8324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66" name="ZoneTexte 165">
              <a:extLst>
                <a:ext uri="{FF2B5EF4-FFF2-40B4-BE49-F238E27FC236}">
                  <a16:creationId xmlns:a16="http://schemas.microsoft.com/office/drawing/2014/main" id="{B4F822FA-EA15-4AAE-9835-1F19B2E180FD}"/>
                </a:ext>
              </a:extLst>
            </p:cNvPr>
            <p:cNvSpPr txBox="1"/>
            <p:nvPr/>
          </p:nvSpPr>
          <p:spPr>
            <a:xfrm>
              <a:off x="7202256" y="8083571"/>
              <a:ext cx="72705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r"/>
              <a:r>
                <a:rPr lang="fr-FR" sz="1200" dirty="0">
                  <a:solidFill>
                    <a:schemeClr val="tx1"/>
                  </a:solidFill>
                </a:rPr>
                <a:t>8 pin</a:t>
              </a:r>
            </a:p>
            <a:p>
              <a:pPr algn="r"/>
              <a:r>
                <a:rPr lang="fr-FR" sz="1200" dirty="0">
                  <a:solidFill>
                    <a:schemeClr val="tx1"/>
                  </a:solidFill>
                </a:rPr>
                <a:t>Ethernet</a:t>
              </a:r>
            </a:p>
          </p:txBody>
        </p:sp>
      </p:grp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78FDEAD9-3071-40EC-B235-ACA8143A41CE}"/>
              </a:ext>
            </a:extLst>
          </p:cNvPr>
          <p:cNvCxnSpPr>
            <a:cxnSpLocks/>
          </p:cNvCxnSpPr>
          <p:nvPr/>
        </p:nvCxnSpPr>
        <p:spPr>
          <a:xfrm flipV="1">
            <a:off x="3673665" y="2915215"/>
            <a:ext cx="1851532" cy="665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24A46719-3B4D-4EC4-A094-DC874967712E}"/>
              </a:ext>
            </a:extLst>
          </p:cNvPr>
          <p:cNvSpPr txBox="1"/>
          <p:nvPr/>
        </p:nvSpPr>
        <p:spPr>
          <a:xfrm>
            <a:off x="3944432" y="1248286"/>
            <a:ext cx="574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Purge</a:t>
            </a:r>
          </a:p>
        </p:txBody>
      </p: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69568DCA-B5D6-4B4A-AE75-DD76E0A9C9E0}"/>
              </a:ext>
            </a:extLst>
          </p:cNvPr>
          <p:cNvCxnSpPr>
            <a:cxnSpLocks/>
          </p:cNvCxnSpPr>
          <p:nvPr/>
        </p:nvCxnSpPr>
        <p:spPr>
          <a:xfrm>
            <a:off x="4699798" y="1720909"/>
            <a:ext cx="825399" cy="51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3A212DA-A5CC-48C5-958B-4DB017B2319D}"/>
              </a:ext>
            </a:extLst>
          </p:cNvPr>
          <p:cNvCxnSpPr>
            <a:cxnSpLocks/>
            <a:stCxn id="173" idx="3"/>
            <a:endCxn id="149" idx="0"/>
          </p:cNvCxnSpPr>
          <p:nvPr/>
        </p:nvCxnSpPr>
        <p:spPr>
          <a:xfrm>
            <a:off x="5016484" y="4111286"/>
            <a:ext cx="121458" cy="666530"/>
          </a:xfrm>
          <a:prstGeom prst="straightConnector1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2565E4E1-4006-4D82-B07E-0F9989A09212}"/>
              </a:ext>
            </a:extLst>
          </p:cNvPr>
          <p:cNvCxnSpPr>
            <a:cxnSpLocks/>
            <a:stCxn id="109" idx="2"/>
          </p:cNvCxnSpPr>
          <p:nvPr/>
        </p:nvCxnSpPr>
        <p:spPr>
          <a:xfrm>
            <a:off x="7191553" y="4277603"/>
            <a:ext cx="510906" cy="733767"/>
          </a:xfrm>
          <a:prstGeom prst="straightConnector1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D66274A4-6E33-40DC-BA82-6D001B04FB57}"/>
              </a:ext>
            </a:extLst>
          </p:cNvPr>
          <p:cNvCxnSpPr>
            <a:cxnSpLocks/>
          </p:cNvCxnSpPr>
          <p:nvPr/>
        </p:nvCxnSpPr>
        <p:spPr>
          <a:xfrm flipH="1" flipV="1">
            <a:off x="6599729" y="2660965"/>
            <a:ext cx="714398" cy="1058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F60BE3CD-986A-4793-8697-F02DA0B9766C}"/>
              </a:ext>
            </a:extLst>
          </p:cNvPr>
          <p:cNvSpPr txBox="1"/>
          <p:nvPr/>
        </p:nvSpPr>
        <p:spPr>
          <a:xfrm>
            <a:off x="697463" y="5400799"/>
            <a:ext cx="1266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v3.5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5FF66A-F617-4C0E-B421-AC624EA2E8C9}"/>
              </a:ext>
            </a:extLst>
          </p:cNvPr>
          <p:cNvSpPr/>
          <p:nvPr/>
        </p:nvSpPr>
        <p:spPr>
          <a:xfrm>
            <a:off x="5909118" y="2430515"/>
            <a:ext cx="213865" cy="22045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B292DB9D-308D-4E4A-9570-2C2381816320}"/>
              </a:ext>
            </a:extLst>
          </p:cNvPr>
          <p:cNvCxnSpPr>
            <a:cxnSpLocks/>
          </p:cNvCxnSpPr>
          <p:nvPr/>
        </p:nvCxnSpPr>
        <p:spPr>
          <a:xfrm>
            <a:off x="5909118" y="1126665"/>
            <a:ext cx="111908" cy="141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67EC3024-526D-4F24-A340-F7CFB5733501}"/>
              </a:ext>
            </a:extLst>
          </p:cNvPr>
          <p:cNvSpPr txBox="1"/>
          <p:nvPr/>
        </p:nvSpPr>
        <p:spPr>
          <a:xfrm>
            <a:off x="5725451" y="2599819"/>
            <a:ext cx="5373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</a:rPr>
              <a:t>A percer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37AAD51E-1AFF-4A38-AF64-196D4F7765AF}"/>
              </a:ext>
            </a:extLst>
          </p:cNvPr>
          <p:cNvGrpSpPr/>
          <p:nvPr/>
        </p:nvGrpSpPr>
        <p:grpSpPr>
          <a:xfrm>
            <a:off x="10552275" y="5605408"/>
            <a:ext cx="1622959" cy="1117315"/>
            <a:chOff x="182616" y="3474720"/>
            <a:chExt cx="1622959" cy="1117315"/>
          </a:xfrm>
        </p:grpSpPr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BEC3891A-F3AB-4752-9F3A-41BA138909D7}"/>
                </a:ext>
              </a:extLst>
            </p:cNvPr>
            <p:cNvCxnSpPr/>
            <p:nvPr/>
          </p:nvCxnSpPr>
          <p:spPr>
            <a:xfrm flipV="1">
              <a:off x="1028700" y="3710940"/>
              <a:ext cx="0" cy="65532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066B0962-5A7E-45E6-973E-3910EA557F2D}"/>
                </a:ext>
              </a:extLst>
            </p:cNvPr>
            <p:cNvCxnSpPr>
              <a:cxnSpLocks/>
            </p:cNvCxnSpPr>
            <p:nvPr/>
          </p:nvCxnSpPr>
          <p:spPr>
            <a:xfrm>
              <a:off x="751447" y="4038600"/>
              <a:ext cx="549606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9D3411AF-1950-47D6-AB36-B90E572F1C11}"/>
                </a:ext>
              </a:extLst>
            </p:cNvPr>
            <p:cNvSpPr txBox="1"/>
            <p:nvPr/>
          </p:nvSpPr>
          <p:spPr>
            <a:xfrm>
              <a:off x="798878" y="3474720"/>
              <a:ext cx="486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Haut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CAA7F86F-2055-4E0D-BE4A-FC604517081D}"/>
                </a:ext>
              </a:extLst>
            </p:cNvPr>
            <p:cNvSpPr txBox="1"/>
            <p:nvPr/>
          </p:nvSpPr>
          <p:spPr>
            <a:xfrm>
              <a:off x="836575" y="4315036"/>
              <a:ext cx="402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Bas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10D81290-EAD8-4C40-80B5-03FAC21E8C88}"/>
                </a:ext>
              </a:extLst>
            </p:cNvPr>
            <p:cNvSpPr txBox="1"/>
            <p:nvPr/>
          </p:nvSpPr>
          <p:spPr>
            <a:xfrm>
              <a:off x="182616" y="3884860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Gauche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D1F74C6-964D-478F-B295-9576170C8E2B}"/>
                </a:ext>
              </a:extLst>
            </p:cNvPr>
            <p:cNvSpPr txBox="1"/>
            <p:nvPr/>
          </p:nvSpPr>
          <p:spPr>
            <a:xfrm>
              <a:off x="1232341" y="3892479"/>
              <a:ext cx="573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Droite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804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ZoneTexte 91">
            <a:extLst>
              <a:ext uri="{FF2B5EF4-FFF2-40B4-BE49-F238E27FC236}">
                <a16:creationId xmlns:a16="http://schemas.microsoft.com/office/drawing/2014/main" id="{FD719BB7-F47B-474F-B423-F135D0E3A20F}"/>
              </a:ext>
            </a:extLst>
          </p:cNvPr>
          <p:cNvSpPr txBox="1"/>
          <p:nvPr/>
        </p:nvSpPr>
        <p:spPr>
          <a:xfrm>
            <a:off x="1094835" y="5217523"/>
            <a:ext cx="3975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 err="1"/>
              <a:t>MagPi</a:t>
            </a:r>
            <a:r>
              <a:rPr lang="fr-FR" sz="4000" b="1" dirty="0"/>
              <a:t> double Lux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F7F0BE7A-C622-45A9-993A-2FCE29D88C4E}"/>
              </a:ext>
            </a:extLst>
          </p:cNvPr>
          <p:cNvGrpSpPr/>
          <p:nvPr/>
        </p:nvGrpSpPr>
        <p:grpSpPr>
          <a:xfrm>
            <a:off x="781067" y="1036593"/>
            <a:ext cx="4603304" cy="3404188"/>
            <a:chOff x="3163792" y="817365"/>
            <a:chExt cx="4603304" cy="3404188"/>
          </a:xfrm>
        </p:grpSpPr>
        <p:pic>
          <p:nvPicPr>
            <p:cNvPr id="113" name="Image 112">
              <a:extLst>
                <a:ext uri="{FF2B5EF4-FFF2-40B4-BE49-F238E27FC236}">
                  <a16:creationId xmlns:a16="http://schemas.microsoft.com/office/drawing/2014/main" id="{8700F17A-21AD-421C-9590-6AC064955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4427695">
              <a:off x="4535541" y="1577343"/>
              <a:ext cx="1987373" cy="1760964"/>
            </a:xfrm>
            <a:prstGeom prst="rect">
              <a:avLst/>
            </a:prstGeom>
          </p:spPr>
        </p:pic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9BD89DE3-6E88-4E6E-9EF7-4790774A1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407" y="2142709"/>
              <a:ext cx="877185" cy="1170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" name="Image 102">
              <a:extLst>
                <a:ext uri="{FF2B5EF4-FFF2-40B4-BE49-F238E27FC236}">
                  <a16:creationId xmlns:a16="http://schemas.microsoft.com/office/drawing/2014/main" id="{FA191C57-E947-41F8-90A4-CABD21EBF9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4429024" y="846353"/>
              <a:ext cx="824486" cy="526823"/>
            </a:xfrm>
            <a:prstGeom prst="rect">
              <a:avLst/>
            </a:prstGeom>
          </p:spPr>
        </p:pic>
        <p:grpSp>
          <p:nvGrpSpPr>
            <p:cNvPr id="107" name="Groupe 106">
              <a:extLst>
                <a:ext uri="{FF2B5EF4-FFF2-40B4-BE49-F238E27FC236}">
                  <a16:creationId xmlns:a16="http://schemas.microsoft.com/office/drawing/2014/main" id="{59DBF951-E3F1-4CDF-A882-3D7D086356E6}"/>
                </a:ext>
              </a:extLst>
            </p:cNvPr>
            <p:cNvGrpSpPr/>
            <p:nvPr/>
          </p:nvGrpSpPr>
          <p:grpSpPr>
            <a:xfrm>
              <a:off x="4986296" y="3525689"/>
              <a:ext cx="908727" cy="695864"/>
              <a:chOff x="9809189" y="6901398"/>
              <a:chExt cx="908727" cy="695864"/>
            </a:xfrm>
          </p:grpSpPr>
          <p:pic>
            <p:nvPicPr>
              <p:cNvPr id="168" name="Image 167">
                <a:extLst>
                  <a:ext uri="{FF2B5EF4-FFF2-40B4-BE49-F238E27FC236}">
                    <a16:creationId xmlns:a16="http://schemas.microsoft.com/office/drawing/2014/main" id="{BC81CFF2-BB68-4226-9B95-C0ED51A4FB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7666" b="25718"/>
              <a:stretch/>
            </p:blipFill>
            <p:spPr>
              <a:xfrm flipH="1">
                <a:off x="10092090" y="6901398"/>
                <a:ext cx="625826" cy="642691"/>
              </a:xfrm>
              <a:prstGeom prst="rect">
                <a:avLst/>
              </a:prstGeom>
            </p:spPr>
          </p:pic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FF5F86E1-AA76-46C4-B853-DD9E14F31D21}"/>
                  </a:ext>
                </a:extLst>
              </p:cNvPr>
              <p:cNvSpPr txBox="1"/>
              <p:nvPr/>
            </p:nvSpPr>
            <p:spPr>
              <a:xfrm>
                <a:off x="9809189" y="7135597"/>
                <a:ext cx="494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/>
                  <a:t>4 pin</a:t>
                </a:r>
              </a:p>
              <a:p>
                <a:pPr algn="r"/>
                <a:r>
                  <a:rPr lang="fr-FR" sz="1200" dirty="0"/>
                  <a:t>Clé</a:t>
                </a:r>
              </a:p>
            </p:txBody>
          </p:sp>
        </p:grpSp>
        <p:cxnSp>
          <p:nvCxnSpPr>
            <p:cNvPr id="118" name="Connecteur droit avec flèche 117">
              <a:extLst>
                <a:ext uri="{FF2B5EF4-FFF2-40B4-BE49-F238E27FC236}">
                  <a16:creationId xmlns:a16="http://schemas.microsoft.com/office/drawing/2014/main" id="{B292DB9D-308D-4E4A-9570-2C23818163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2140" y="1487532"/>
              <a:ext cx="346807" cy="1022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e 119">
              <a:extLst>
                <a:ext uri="{FF2B5EF4-FFF2-40B4-BE49-F238E27FC236}">
                  <a16:creationId xmlns:a16="http://schemas.microsoft.com/office/drawing/2014/main" id="{558969D4-E5FA-4C1D-BC7F-CACE9310B386}"/>
                </a:ext>
              </a:extLst>
            </p:cNvPr>
            <p:cNvGrpSpPr/>
            <p:nvPr/>
          </p:nvGrpSpPr>
          <p:grpSpPr>
            <a:xfrm>
              <a:off x="3904226" y="3029174"/>
              <a:ext cx="1082529" cy="912895"/>
              <a:chOff x="7202256" y="8083571"/>
              <a:chExt cx="1082529" cy="912895"/>
            </a:xfrm>
          </p:grpSpPr>
          <p:pic>
            <p:nvPicPr>
              <p:cNvPr id="165" name="Image 164">
                <a:extLst>
                  <a:ext uri="{FF2B5EF4-FFF2-40B4-BE49-F238E27FC236}">
                    <a16:creationId xmlns:a16="http://schemas.microsoft.com/office/drawing/2014/main" id="{9AEAF23E-9892-4468-A626-19267A37DB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7666" b="25718"/>
              <a:stretch/>
            </p:blipFill>
            <p:spPr>
              <a:xfrm>
                <a:off x="7474191" y="8164028"/>
                <a:ext cx="810594" cy="83243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pic>
          <p:sp>
            <p:nvSpPr>
              <p:cNvPr id="166" name="ZoneTexte 165">
                <a:extLst>
                  <a:ext uri="{FF2B5EF4-FFF2-40B4-BE49-F238E27FC236}">
                    <a16:creationId xmlns:a16="http://schemas.microsoft.com/office/drawing/2014/main" id="{B4F822FA-EA15-4AAE-9835-1F19B2E180FD}"/>
                  </a:ext>
                </a:extLst>
              </p:cNvPr>
              <p:cNvSpPr txBox="1"/>
              <p:nvPr/>
            </p:nvSpPr>
            <p:spPr>
              <a:xfrm>
                <a:off x="7202256" y="8083571"/>
                <a:ext cx="72705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8 pin</a:t>
                </a:r>
              </a:p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Ethernet</a:t>
                </a:r>
              </a:p>
            </p:txBody>
          </p:sp>
        </p:grpSp>
        <p:cxnSp>
          <p:nvCxnSpPr>
            <p:cNvPr id="121" name="Connecteur droit avec flèche 120">
              <a:extLst>
                <a:ext uri="{FF2B5EF4-FFF2-40B4-BE49-F238E27FC236}">
                  <a16:creationId xmlns:a16="http://schemas.microsoft.com/office/drawing/2014/main" id="{78FDEAD9-3071-40EC-B235-ACA8143A41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8171" y="2637568"/>
              <a:ext cx="657198" cy="63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 droit avec flèche 123">
              <a:extLst>
                <a:ext uri="{FF2B5EF4-FFF2-40B4-BE49-F238E27FC236}">
                  <a16:creationId xmlns:a16="http://schemas.microsoft.com/office/drawing/2014/main" id="{0DEB6754-0CD1-428B-BC6E-6F9A65368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5583" y="2797578"/>
              <a:ext cx="7734" cy="728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24A46719-3B4D-4EC4-A094-DC874967712E}"/>
                </a:ext>
              </a:extLst>
            </p:cNvPr>
            <p:cNvSpPr txBox="1"/>
            <p:nvPr/>
          </p:nvSpPr>
          <p:spPr>
            <a:xfrm>
              <a:off x="4234365" y="817365"/>
              <a:ext cx="5741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cxnSp>
          <p:nvCxnSpPr>
            <p:cNvPr id="143" name="Connecteur droit avec flèche 142">
              <a:extLst>
                <a:ext uri="{FF2B5EF4-FFF2-40B4-BE49-F238E27FC236}">
                  <a16:creationId xmlns:a16="http://schemas.microsoft.com/office/drawing/2014/main" id="{69568DCA-B5D6-4B4A-AE75-DD76E0A9C9E0}"/>
                </a:ext>
              </a:extLst>
            </p:cNvPr>
            <p:cNvCxnSpPr>
              <a:cxnSpLocks/>
              <a:stCxn id="103" idx="2"/>
            </p:cNvCxnSpPr>
            <p:nvPr/>
          </p:nvCxnSpPr>
          <p:spPr>
            <a:xfrm>
              <a:off x="4841267" y="1373176"/>
              <a:ext cx="697866" cy="738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eur droit avec flèche 162">
              <a:extLst>
                <a:ext uri="{FF2B5EF4-FFF2-40B4-BE49-F238E27FC236}">
                  <a16:creationId xmlns:a16="http://schemas.microsoft.com/office/drawing/2014/main" id="{BC285DC6-1D1D-4DF0-9450-13B4A1EED4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3407" y="2632939"/>
              <a:ext cx="544052" cy="5404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Image 95">
              <a:extLst>
                <a:ext uri="{FF2B5EF4-FFF2-40B4-BE49-F238E27FC236}">
                  <a16:creationId xmlns:a16="http://schemas.microsoft.com/office/drawing/2014/main" id="{1B324738-1F15-499B-96BE-C24290C27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6177465" y="3166664"/>
              <a:ext cx="726908" cy="517915"/>
            </a:xfrm>
            <a:prstGeom prst="rect">
              <a:avLst/>
            </a:prstGeom>
          </p:spPr>
        </p:pic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A79FB0DF-353C-4779-8698-CD2435ABE953}"/>
                </a:ext>
              </a:extLst>
            </p:cNvPr>
            <p:cNvSpPr txBox="1"/>
            <p:nvPr/>
          </p:nvSpPr>
          <p:spPr>
            <a:xfrm>
              <a:off x="6743927" y="3088233"/>
              <a:ext cx="6188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3 pin</a:t>
              </a:r>
            </a:p>
            <a:p>
              <a:pPr algn="r"/>
              <a:r>
                <a:rPr lang="fr-FR" sz="1200" dirty="0"/>
                <a:t>Charge</a:t>
              </a:r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956E0203-06CA-4832-8620-F263AB2AE38A}"/>
                </a:ext>
              </a:extLst>
            </p:cNvPr>
            <p:cNvGrpSpPr/>
            <p:nvPr/>
          </p:nvGrpSpPr>
          <p:grpSpPr>
            <a:xfrm>
              <a:off x="5494778" y="1011727"/>
              <a:ext cx="946985" cy="459879"/>
              <a:chOff x="2577895" y="901697"/>
              <a:chExt cx="946985" cy="459879"/>
            </a:xfrm>
          </p:grpSpPr>
          <p:pic>
            <p:nvPicPr>
              <p:cNvPr id="99" name="Image 98">
                <a:extLst>
                  <a:ext uri="{FF2B5EF4-FFF2-40B4-BE49-F238E27FC236}">
                    <a16:creationId xmlns:a16="http://schemas.microsoft.com/office/drawing/2014/main" id="{649B5F95-B737-450D-8225-A2D43E625C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577895" y="901697"/>
                <a:ext cx="794576" cy="459879"/>
              </a:xfrm>
              <a:prstGeom prst="rect">
                <a:avLst/>
              </a:prstGeom>
            </p:spPr>
          </p:pic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DDE266DA-BE0E-45A0-A4AF-60281C5835D4}"/>
                  </a:ext>
                </a:extLst>
              </p:cNvPr>
              <p:cNvSpPr txBox="1"/>
              <p:nvPr/>
            </p:nvSpPr>
            <p:spPr>
              <a:xfrm>
                <a:off x="2787178" y="906944"/>
                <a:ext cx="737702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</a:rPr>
                  <a:t>Bouchon</a:t>
                </a:r>
              </a:p>
            </p:txBody>
          </p:sp>
        </p:grp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C2AE4670-02C8-41A8-8E6E-102D21B5CDB1}"/>
                </a:ext>
              </a:extLst>
            </p:cNvPr>
            <p:cNvGrpSpPr/>
            <p:nvPr/>
          </p:nvGrpSpPr>
          <p:grpSpPr>
            <a:xfrm>
              <a:off x="3163792" y="1495162"/>
              <a:ext cx="1321331" cy="991857"/>
              <a:chOff x="2809718" y="1214670"/>
              <a:chExt cx="1321331" cy="991857"/>
            </a:xfrm>
          </p:grpSpPr>
          <p:pic>
            <p:nvPicPr>
              <p:cNvPr id="112" name="Image 111">
                <a:extLst>
                  <a:ext uri="{FF2B5EF4-FFF2-40B4-BE49-F238E27FC236}">
                    <a16:creationId xmlns:a16="http://schemas.microsoft.com/office/drawing/2014/main" id="{2E8D671C-1CA7-4F3B-9180-6CB3DCDCB8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6593169">
                <a:off x="2809718" y="1214670"/>
                <a:ext cx="898947" cy="898947"/>
              </a:xfrm>
              <a:prstGeom prst="rect">
                <a:avLst/>
              </a:prstGeom>
            </p:spPr>
          </p:pic>
          <p:pic>
            <p:nvPicPr>
              <p:cNvPr id="114" name="Image 113">
                <a:extLst>
                  <a:ext uri="{FF2B5EF4-FFF2-40B4-BE49-F238E27FC236}">
                    <a16:creationId xmlns:a16="http://schemas.microsoft.com/office/drawing/2014/main" id="{42BF3657-54EC-4A71-AF7A-568E4E10DB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r="28694"/>
              <a:stretch/>
            </p:blipFill>
            <p:spPr>
              <a:xfrm rot="182867" flipH="1">
                <a:off x="3608639" y="1755392"/>
                <a:ext cx="522410" cy="451135"/>
              </a:xfrm>
              <a:prstGeom prst="rect">
                <a:avLst/>
              </a:prstGeom>
            </p:spPr>
          </p:pic>
          <p:cxnSp>
            <p:nvCxnSpPr>
              <p:cNvPr id="119" name="Connecteur droit 118">
                <a:extLst>
                  <a:ext uri="{FF2B5EF4-FFF2-40B4-BE49-F238E27FC236}">
                    <a16:creationId xmlns:a16="http://schemas.microsoft.com/office/drawing/2014/main" id="{B4603476-AFE0-4B01-8370-BC4ADDA436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6163" y="1880828"/>
                <a:ext cx="30063" cy="8116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121">
                <a:extLst>
                  <a:ext uri="{FF2B5EF4-FFF2-40B4-BE49-F238E27FC236}">
                    <a16:creationId xmlns:a16="http://schemas.microsoft.com/office/drawing/2014/main" id="{85D05AD1-5926-478E-B7A3-03E7EB67F9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16526" y="1890848"/>
                <a:ext cx="30063" cy="8116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01131697-AE87-4507-93BE-04F30597D8C2}"/>
                </a:ext>
              </a:extLst>
            </p:cNvPr>
            <p:cNvGrpSpPr/>
            <p:nvPr/>
          </p:nvGrpSpPr>
          <p:grpSpPr>
            <a:xfrm>
              <a:off x="6445765" y="1337032"/>
              <a:ext cx="1321331" cy="991857"/>
              <a:chOff x="2809718" y="1214670"/>
              <a:chExt cx="1321331" cy="991857"/>
            </a:xfrm>
          </p:grpSpPr>
          <p:pic>
            <p:nvPicPr>
              <p:cNvPr id="125" name="Image 124">
                <a:extLst>
                  <a:ext uri="{FF2B5EF4-FFF2-40B4-BE49-F238E27FC236}">
                    <a16:creationId xmlns:a16="http://schemas.microsoft.com/office/drawing/2014/main" id="{E6AF03D1-43AD-4CDC-A29C-AA05BB744C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6593169">
                <a:off x="2809718" y="1214670"/>
                <a:ext cx="898947" cy="898947"/>
              </a:xfrm>
              <a:prstGeom prst="rect">
                <a:avLst/>
              </a:prstGeom>
            </p:spPr>
          </p:pic>
          <p:pic>
            <p:nvPicPr>
              <p:cNvPr id="141" name="Image 140">
                <a:extLst>
                  <a:ext uri="{FF2B5EF4-FFF2-40B4-BE49-F238E27FC236}">
                    <a16:creationId xmlns:a16="http://schemas.microsoft.com/office/drawing/2014/main" id="{15146CA0-C243-4C2D-85B3-73A62495E4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r="28694"/>
              <a:stretch/>
            </p:blipFill>
            <p:spPr>
              <a:xfrm rot="182867" flipH="1">
                <a:off x="3608639" y="1755392"/>
                <a:ext cx="522410" cy="451135"/>
              </a:xfrm>
              <a:prstGeom prst="rect">
                <a:avLst/>
              </a:prstGeom>
            </p:spPr>
          </p:pic>
          <p:cxnSp>
            <p:nvCxnSpPr>
              <p:cNvPr id="152" name="Connecteur droit 151">
                <a:extLst>
                  <a:ext uri="{FF2B5EF4-FFF2-40B4-BE49-F238E27FC236}">
                    <a16:creationId xmlns:a16="http://schemas.microsoft.com/office/drawing/2014/main" id="{B7F46DF1-1D80-4D74-B9FC-5E61DE6AE0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6163" y="1880828"/>
                <a:ext cx="30063" cy="8116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Connecteur droit 175">
                <a:extLst>
                  <a:ext uri="{FF2B5EF4-FFF2-40B4-BE49-F238E27FC236}">
                    <a16:creationId xmlns:a16="http://schemas.microsoft.com/office/drawing/2014/main" id="{07E0F3FC-F0BD-4948-B0C8-12EEC40CDE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16526" y="1890848"/>
                <a:ext cx="30063" cy="8116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Connecteur droit avec flèche 176">
              <a:extLst>
                <a:ext uri="{FF2B5EF4-FFF2-40B4-BE49-F238E27FC236}">
                  <a16:creationId xmlns:a16="http://schemas.microsoft.com/office/drawing/2014/main" id="{B778FF3A-330B-4FDC-8DC4-B82256F70A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0162" y="2252501"/>
              <a:ext cx="753157" cy="218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ZoneTexte 177">
            <a:extLst>
              <a:ext uri="{FF2B5EF4-FFF2-40B4-BE49-F238E27FC236}">
                <a16:creationId xmlns:a16="http://schemas.microsoft.com/office/drawing/2014/main" id="{A1561904-CD25-4B0E-ACD2-EA75A26CEC0C}"/>
              </a:ext>
            </a:extLst>
          </p:cNvPr>
          <p:cNvSpPr txBox="1"/>
          <p:nvPr/>
        </p:nvSpPr>
        <p:spPr>
          <a:xfrm>
            <a:off x="6796007" y="4427767"/>
            <a:ext cx="34275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 err="1"/>
              <a:t>MagPi</a:t>
            </a:r>
            <a:r>
              <a:rPr lang="fr-FR" sz="4000" b="1" dirty="0"/>
              <a:t> sans Lux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241F7846-122A-45A6-A1A5-4A5A0959EDFD}"/>
              </a:ext>
            </a:extLst>
          </p:cNvPr>
          <p:cNvGrpSpPr/>
          <p:nvPr/>
        </p:nvGrpSpPr>
        <p:grpSpPr>
          <a:xfrm>
            <a:off x="6796007" y="1036593"/>
            <a:ext cx="4327808" cy="3156975"/>
            <a:chOff x="6676832" y="1046808"/>
            <a:chExt cx="4327808" cy="3156975"/>
          </a:xfrm>
        </p:grpSpPr>
        <p:pic>
          <p:nvPicPr>
            <p:cNvPr id="216" name="Image 215">
              <a:extLst>
                <a:ext uri="{FF2B5EF4-FFF2-40B4-BE49-F238E27FC236}">
                  <a16:creationId xmlns:a16="http://schemas.microsoft.com/office/drawing/2014/main" id="{6069B6EF-7F09-4413-B0F2-D2D81504B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7941341">
              <a:off x="7909790" y="1645833"/>
              <a:ext cx="2026333" cy="1869601"/>
            </a:xfrm>
            <a:prstGeom prst="rect">
              <a:avLst/>
            </a:prstGeom>
          </p:spPr>
        </p:pic>
        <p:pic>
          <p:nvPicPr>
            <p:cNvPr id="187" name="Image 186">
              <a:extLst>
                <a:ext uri="{FF2B5EF4-FFF2-40B4-BE49-F238E27FC236}">
                  <a16:creationId xmlns:a16="http://schemas.microsoft.com/office/drawing/2014/main" id="{311742FC-DB9F-48AD-9B67-0393DB56E8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7798764" y="1075796"/>
              <a:ext cx="824486" cy="526823"/>
            </a:xfrm>
            <a:prstGeom prst="rect">
              <a:avLst/>
            </a:prstGeom>
          </p:spPr>
        </p:pic>
        <p:grpSp>
          <p:nvGrpSpPr>
            <p:cNvPr id="188" name="Groupe 187">
              <a:extLst>
                <a:ext uri="{FF2B5EF4-FFF2-40B4-BE49-F238E27FC236}">
                  <a16:creationId xmlns:a16="http://schemas.microsoft.com/office/drawing/2014/main" id="{28DE00FE-AA33-49B9-B0C8-44AEFB984148}"/>
                </a:ext>
              </a:extLst>
            </p:cNvPr>
            <p:cNvGrpSpPr/>
            <p:nvPr/>
          </p:nvGrpSpPr>
          <p:grpSpPr>
            <a:xfrm>
              <a:off x="8468592" y="3507919"/>
              <a:ext cx="908727" cy="695864"/>
              <a:chOff x="9809189" y="6901398"/>
              <a:chExt cx="908727" cy="695864"/>
            </a:xfrm>
          </p:grpSpPr>
          <p:pic>
            <p:nvPicPr>
              <p:cNvPr id="214" name="Image 213">
                <a:extLst>
                  <a:ext uri="{FF2B5EF4-FFF2-40B4-BE49-F238E27FC236}">
                    <a16:creationId xmlns:a16="http://schemas.microsoft.com/office/drawing/2014/main" id="{847334E7-998D-4CA9-92C7-65A3A37F74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7666" b="25718"/>
              <a:stretch/>
            </p:blipFill>
            <p:spPr>
              <a:xfrm flipH="1">
                <a:off x="10092090" y="6901398"/>
                <a:ext cx="625826" cy="642691"/>
              </a:xfrm>
              <a:prstGeom prst="rect">
                <a:avLst/>
              </a:prstGeom>
            </p:spPr>
          </p:pic>
          <p:sp>
            <p:nvSpPr>
              <p:cNvPr id="215" name="ZoneTexte 214">
                <a:extLst>
                  <a:ext uri="{FF2B5EF4-FFF2-40B4-BE49-F238E27FC236}">
                    <a16:creationId xmlns:a16="http://schemas.microsoft.com/office/drawing/2014/main" id="{29764470-03AC-42E5-9B83-F1B9760E903A}"/>
                  </a:ext>
                </a:extLst>
              </p:cNvPr>
              <p:cNvSpPr txBox="1"/>
              <p:nvPr/>
            </p:nvSpPr>
            <p:spPr>
              <a:xfrm>
                <a:off x="9809189" y="7135597"/>
                <a:ext cx="494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/>
                  <a:t>4 pin</a:t>
                </a:r>
              </a:p>
              <a:p>
                <a:pPr algn="r"/>
                <a:r>
                  <a:rPr lang="fr-FR" sz="1200" dirty="0"/>
                  <a:t>Clé</a:t>
                </a:r>
              </a:p>
            </p:txBody>
          </p:sp>
        </p:grpSp>
        <p:grpSp>
          <p:nvGrpSpPr>
            <p:cNvPr id="190" name="Groupe 189">
              <a:extLst>
                <a:ext uri="{FF2B5EF4-FFF2-40B4-BE49-F238E27FC236}">
                  <a16:creationId xmlns:a16="http://schemas.microsoft.com/office/drawing/2014/main" id="{00A326D9-E036-485D-80EA-EE22C5A5551C}"/>
                </a:ext>
              </a:extLst>
            </p:cNvPr>
            <p:cNvGrpSpPr/>
            <p:nvPr/>
          </p:nvGrpSpPr>
          <p:grpSpPr>
            <a:xfrm>
              <a:off x="6676832" y="2297413"/>
              <a:ext cx="1082529" cy="912895"/>
              <a:chOff x="7202256" y="8083571"/>
              <a:chExt cx="1082529" cy="912895"/>
            </a:xfrm>
          </p:grpSpPr>
          <p:pic>
            <p:nvPicPr>
              <p:cNvPr id="212" name="Image 211">
                <a:extLst>
                  <a:ext uri="{FF2B5EF4-FFF2-40B4-BE49-F238E27FC236}">
                    <a16:creationId xmlns:a16="http://schemas.microsoft.com/office/drawing/2014/main" id="{8298908C-9293-41A1-9E35-E2A6DA1E83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7666" b="25718"/>
              <a:stretch/>
            </p:blipFill>
            <p:spPr>
              <a:xfrm>
                <a:off x="7474191" y="8164028"/>
                <a:ext cx="810594" cy="83243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pic>
          <p:sp>
            <p:nvSpPr>
              <p:cNvPr id="213" name="ZoneTexte 212">
                <a:extLst>
                  <a:ext uri="{FF2B5EF4-FFF2-40B4-BE49-F238E27FC236}">
                    <a16:creationId xmlns:a16="http://schemas.microsoft.com/office/drawing/2014/main" id="{1FB42550-74B8-4225-B959-A69B22547BCE}"/>
                  </a:ext>
                </a:extLst>
              </p:cNvPr>
              <p:cNvSpPr txBox="1"/>
              <p:nvPr/>
            </p:nvSpPr>
            <p:spPr>
              <a:xfrm>
                <a:off x="7202256" y="8083571"/>
                <a:ext cx="72705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8 pin</a:t>
                </a:r>
              </a:p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Ethernet</a:t>
                </a:r>
              </a:p>
            </p:txBody>
          </p:sp>
        </p:grpSp>
        <p:cxnSp>
          <p:nvCxnSpPr>
            <p:cNvPr id="191" name="Connecteur droit avec flèche 190">
              <a:extLst>
                <a:ext uri="{FF2B5EF4-FFF2-40B4-BE49-F238E27FC236}">
                  <a16:creationId xmlns:a16="http://schemas.microsoft.com/office/drawing/2014/main" id="{BD3386C7-53F9-498E-9FD6-37E16E33F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4615" y="2695841"/>
              <a:ext cx="1083873" cy="177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eur droit avec flèche 191">
              <a:extLst>
                <a:ext uri="{FF2B5EF4-FFF2-40B4-BE49-F238E27FC236}">
                  <a16:creationId xmlns:a16="http://schemas.microsoft.com/office/drawing/2014/main" id="{E510200A-178C-44A6-A65F-12FB7A77F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7903" y="2878181"/>
              <a:ext cx="7734" cy="728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F724907D-1DD3-4C5B-AE7E-69B80D44B91C}"/>
                </a:ext>
              </a:extLst>
            </p:cNvPr>
            <p:cNvSpPr txBox="1"/>
            <p:nvPr/>
          </p:nvSpPr>
          <p:spPr>
            <a:xfrm>
              <a:off x="7604105" y="1046808"/>
              <a:ext cx="5741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cxnSp>
          <p:nvCxnSpPr>
            <p:cNvPr id="194" name="Connecteur droit avec flèche 193">
              <a:extLst>
                <a:ext uri="{FF2B5EF4-FFF2-40B4-BE49-F238E27FC236}">
                  <a16:creationId xmlns:a16="http://schemas.microsoft.com/office/drawing/2014/main" id="{1E8E6829-28F8-4430-8F2F-E62393CF1DF9}"/>
                </a:ext>
              </a:extLst>
            </p:cNvPr>
            <p:cNvCxnSpPr>
              <a:cxnSpLocks/>
              <a:stCxn id="187" idx="2"/>
            </p:cNvCxnSpPr>
            <p:nvPr/>
          </p:nvCxnSpPr>
          <p:spPr>
            <a:xfrm>
              <a:off x="8211007" y="1602619"/>
              <a:ext cx="606902" cy="704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cteur droit avec flèche 194">
              <a:extLst>
                <a:ext uri="{FF2B5EF4-FFF2-40B4-BE49-F238E27FC236}">
                  <a16:creationId xmlns:a16="http://schemas.microsoft.com/office/drawing/2014/main" id="{C574E153-B28B-4F1B-8613-E78A2BE79141}"/>
                </a:ext>
              </a:extLst>
            </p:cNvPr>
            <p:cNvCxnSpPr>
              <a:cxnSpLocks/>
              <a:stCxn id="196" idx="1"/>
            </p:cNvCxnSpPr>
            <p:nvPr/>
          </p:nvCxnSpPr>
          <p:spPr>
            <a:xfrm flipH="1" flipV="1">
              <a:off x="9170633" y="2497400"/>
              <a:ext cx="648658" cy="1758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6" name="Image 195">
              <a:extLst>
                <a:ext uri="{FF2B5EF4-FFF2-40B4-BE49-F238E27FC236}">
                  <a16:creationId xmlns:a16="http://schemas.microsoft.com/office/drawing/2014/main" id="{89AFB71F-F7D2-4CCE-BA1A-2BDC5B8E73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9819291" y="2414272"/>
              <a:ext cx="726908" cy="517915"/>
            </a:xfrm>
            <a:prstGeom prst="rect">
              <a:avLst/>
            </a:prstGeom>
          </p:spPr>
        </p:pic>
        <p:sp>
          <p:nvSpPr>
            <p:cNvPr id="197" name="ZoneTexte 196">
              <a:extLst>
                <a:ext uri="{FF2B5EF4-FFF2-40B4-BE49-F238E27FC236}">
                  <a16:creationId xmlns:a16="http://schemas.microsoft.com/office/drawing/2014/main" id="{31F2613A-DF9C-4D07-BF30-18D28C9F58FE}"/>
                </a:ext>
              </a:extLst>
            </p:cNvPr>
            <p:cNvSpPr txBox="1"/>
            <p:nvPr/>
          </p:nvSpPr>
          <p:spPr>
            <a:xfrm>
              <a:off x="10385753" y="2335841"/>
              <a:ext cx="6188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3 pin</a:t>
              </a:r>
            </a:p>
            <a:p>
              <a:pPr algn="r"/>
              <a:r>
                <a:rPr lang="fr-FR" sz="1200" dirty="0"/>
                <a:t>Charge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1C9886E-C01A-49DB-B481-8BB7E5382E09}"/>
              </a:ext>
            </a:extLst>
          </p:cNvPr>
          <p:cNvGrpSpPr/>
          <p:nvPr/>
        </p:nvGrpSpPr>
        <p:grpSpPr>
          <a:xfrm>
            <a:off x="10552275" y="5605408"/>
            <a:ext cx="1622959" cy="1117315"/>
            <a:chOff x="182616" y="3474720"/>
            <a:chExt cx="1622959" cy="1117315"/>
          </a:xfrm>
        </p:grpSpPr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BF330FA8-D5F4-4E53-B543-853C70110218}"/>
                </a:ext>
              </a:extLst>
            </p:cNvPr>
            <p:cNvCxnSpPr/>
            <p:nvPr/>
          </p:nvCxnSpPr>
          <p:spPr>
            <a:xfrm flipV="1">
              <a:off x="1028700" y="3710940"/>
              <a:ext cx="0" cy="65532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50930082-3AA3-4B22-A214-7A996E911808}"/>
                </a:ext>
              </a:extLst>
            </p:cNvPr>
            <p:cNvCxnSpPr>
              <a:cxnSpLocks/>
            </p:cNvCxnSpPr>
            <p:nvPr/>
          </p:nvCxnSpPr>
          <p:spPr>
            <a:xfrm>
              <a:off x="751447" y="4038600"/>
              <a:ext cx="549606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9264EB13-935E-4478-A2C0-B2EA74D14D7F}"/>
                </a:ext>
              </a:extLst>
            </p:cNvPr>
            <p:cNvSpPr txBox="1"/>
            <p:nvPr/>
          </p:nvSpPr>
          <p:spPr>
            <a:xfrm>
              <a:off x="798878" y="3474720"/>
              <a:ext cx="486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Haut</a:t>
              </a:r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6F59CF4F-996A-4CC1-A65B-0350E63352CF}"/>
                </a:ext>
              </a:extLst>
            </p:cNvPr>
            <p:cNvSpPr txBox="1"/>
            <p:nvPr/>
          </p:nvSpPr>
          <p:spPr>
            <a:xfrm>
              <a:off x="836575" y="4315036"/>
              <a:ext cx="402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Bas</a:t>
              </a:r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289DD04F-2E1F-4AB4-93D4-16C48CC1584C}"/>
                </a:ext>
              </a:extLst>
            </p:cNvPr>
            <p:cNvSpPr txBox="1"/>
            <p:nvPr/>
          </p:nvSpPr>
          <p:spPr>
            <a:xfrm>
              <a:off x="182616" y="3884860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Gauche</a:t>
              </a:r>
            </a:p>
          </p:txBody>
        </p: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A2C5EE50-ECBC-4EEA-A259-CDB7CBA892DD}"/>
                </a:ext>
              </a:extLst>
            </p:cNvPr>
            <p:cNvSpPr txBox="1"/>
            <p:nvPr/>
          </p:nvSpPr>
          <p:spPr>
            <a:xfrm>
              <a:off x="1232341" y="3892479"/>
              <a:ext cx="573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Droite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8847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152</Words>
  <Application>Microsoft Office PowerPoint</Application>
  <PresentationFormat>Grand écran</PresentationFormat>
  <Paragraphs>97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</cp:lastModifiedBy>
  <cp:revision>62</cp:revision>
  <dcterms:created xsi:type="dcterms:W3CDTF">2025-12-23T15:35:45Z</dcterms:created>
  <dcterms:modified xsi:type="dcterms:W3CDTF">2026-08-23T17:00:39Z</dcterms:modified>
</cp:coreProperties>
</file>