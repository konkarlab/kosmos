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tmp" ContentType="image/png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0" r:id="rId3"/>
    <p:sldId id="265" r:id="rId4"/>
    <p:sldId id="261" r:id="rId5"/>
    <p:sldId id="263" r:id="rId6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94C7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3814" autoAdjust="0"/>
    <p:restoredTop sz="94125" autoAdjust="0"/>
  </p:normalViewPr>
  <p:slideViewPr>
    <p:cSldViewPr snapToGrid="0">
      <p:cViewPr varScale="1">
        <p:scale>
          <a:sx n="107" d="100"/>
          <a:sy n="107" d="100"/>
        </p:scale>
        <p:origin x="1392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D602CF0-8CC4-4C11-BCD6-391DE5A5674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14885FA4-226C-4A93-ACB9-6961E043BBB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EC852FF2-7A08-433D-8E1D-790AC1FF18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E28E84-A7D2-4159-A0E1-378114FD4EAF}" type="datetimeFigureOut">
              <a:rPr lang="fr-FR" smtClean="0"/>
              <a:t>23/08/2026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EF5D91CE-3F72-40B8-8A07-CDF92C27ED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791BBD72-AB73-48D1-8B9B-55792B2656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6A6D9E-CB7A-4B4C-9AEF-1FD94F2A486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4927909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307003E-D4B4-48CA-BB2F-F45CAAD96E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70D07AA9-BE1A-4693-96E9-4B79D4F749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A969C4AC-ACDE-475B-88D8-6E921BDF2C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E28E84-A7D2-4159-A0E1-378114FD4EAF}" type="datetimeFigureOut">
              <a:rPr lang="fr-FR" smtClean="0"/>
              <a:t>23/08/2026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3E9C1417-5016-4E61-AF1E-1DE35D2094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07C0DC1-3B62-4FD5-B5A1-89042F05D2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6A6D9E-CB7A-4B4C-9AEF-1FD94F2A486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31435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7E4828D-9F65-4FF9-AA7B-FAC2199A48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47EF2F66-0A3E-46F5-B8A5-12915DE0DB0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8882B4D0-A114-4BC1-8419-D86B6D6A1D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E28E84-A7D2-4159-A0E1-378114FD4EAF}" type="datetimeFigureOut">
              <a:rPr lang="fr-FR" smtClean="0"/>
              <a:t>23/08/2026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2F7A8BD1-AF0D-489A-AEF0-AAB75C8A83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F5C7BDB9-8582-43B2-A50C-C94358B522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6A6D9E-CB7A-4B4C-9AEF-1FD94F2A486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6553984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C77FCCB-96C4-4997-B636-CB0B6E690E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72BCDED-6E03-419F-8F1E-EBDA5C7C70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6BB9A0D1-C305-43E9-AB47-56BBBF210B0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4EEB8210-B52E-4034-948B-CD9CC12365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E28E84-A7D2-4159-A0E1-378114FD4EAF}" type="datetimeFigureOut">
              <a:rPr lang="fr-FR" smtClean="0"/>
              <a:t>23/08/2026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088FF59C-4B85-4D9B-9F66-5A4206880D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80943621-23ED-4508-A221-80AE0EB980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6A6D9E-CB7A-4B4C-9AEF-1FD94F2A486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127859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E510E3C-41E5-47D0-BD3D-CB48FDCF66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475A7395-CC71-47B7-91DC-966D10CA291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890BFB69-D889-4633-A536-4D5B57B56B4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628291F4-487D-4ADE-BA6E-CF765DF4007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B1F4CBDB-E653-4D34-8958-0E84F8972D2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1C8E1E08-7EB1-4C38-829A-CC7878552B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E28E84-A7D2-4159-A0E1-378114FD4EAF}" type="datetimeFigureOut">
              <a:rPr lang="fr-FR" smtClean="0"/>
              <a:t>23/08/2026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E87E2DE0-325D-4C89-948D-64154ACFA2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C481B98A-7F1C-4419-AB6C-566EBA264A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6A6D9E-CB7A-4B4C-9AEF-1FD94F2A486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489222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CEEB557-DD1A-43A5-9003-11BD7474EB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9D1940F2-3645-48BE-A5BE-FD87D88DFF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E28E84-A7D2-4159-A0E1-378114FD4EAF}" type="datetimeFigureOut">
              <a:rPr lang="fr-FR" smtClean="0"/>
              <a:t>23/08/2026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30A479B1-C7D7-4150-A871-B7CCA4FDB6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D04EEE2A-34AA-4839-B923-ACEC9AD8EC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6A6D9E-CB7A-4B4C-9AEF-1FD94F2A486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355284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9ADC5413-580D-4AD5-AD4A-BD9CE30049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E28E84-A7D2-4159-A0E1-378114FD4EAF}" type="datetimeFigureOut">
              <a:rPr lang="fr-FR" smtClean="0"/>
              <a:t>23/08/2026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7757C742-C47F-470C-ADEF-AB6D54885F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51E9EAA1-C48C-40DB-9962-1892444B9D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6A6D9E-CB7A-4B4C-9AEF-1FD94F2A486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438025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F721DDC-4A89-4AFA-9B09-6ABEA12CC4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B5403EB-F539-499D-8720-8AB598E379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2F825D9E-DF52-42B7-9E52-76DD9A5A1C0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6DA17405-CBAD-4D98-809D-F306D3E885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E28E84-A7D2-4159-A0E1-378114FD4EAF}" type="datetimeFigureOut">
              <a:rPr lang="fr-FR" smtClean="0"/>
              <a:t>23/08/2026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BD40BA8E-74DC-4705-B7BA-4F3A9358EB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425ECC93-1B12-4240-8BD5-7DC3D4D7BA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6A6D9E-CB7A-4B4C-9AEF-1FD94F2A486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273508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7FBB17B-4EB7-4E7B-B686-810CF6F8F6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7361D8E6-CE36-4698-896B-EDDFE5C6CA6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A09C5F05-5A4B-4BAB-A19E-C88E5277863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0D90695E-8A94-407F-9262-A111270C99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E28E84-A7D2-4159-A0E1-378114FD4EAF}" type="datetimeFigureOut">
              <a:rPr lang="fr-FR" smtClean="0"/>
              <a:t>23/08/2026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B4EFAEBD-CA63-419E-8188-C68381A4C6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CF0CC8D8-B05C-4628-ABF5-64387DBF3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6A6D9E-CB7A-4B4C-9AEF-1FD94F2A486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844043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037337D-C1CB-439D-96C0-65141615E2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6CAE3785-7353-4B0B-B4DA-4B82D2C45CE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893EFBD7-BBFD-4D36-A3B5-75AD9016AD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E28E84-A7D2-4159-A0E1-378114FD4EAF}" type="datetimeFigureOut">
              <a:rPr lang="fr-FR" smtClean="0"/>
              <a:t>23/08/2026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0AB97178-3384-4724-B32D-0CA49F0446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C8457D6C-A057-4279-92BB-77CBD7FCF3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6A6D9E-CB7A-4B4C-9AEF-1FD94F2A486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98674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7377D961-1932-4015-9B34-77A077BC7DA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655CE96B-FAA7-4E4F-9034-6DA0B2635A9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BCFAAD19-426A-46F4-9CF7-1DD3067C6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E28E84-A7D2-4159-A0E1-378114FD4EAF}" type="datetimeFigureOut">
              <a:rPr lang="fr-FR" smtClean="0"/>
              <a:t>23/08/2026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431F64D6-CE66-482D-86B2-41B1B0BB1E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E8CF31AB-3970-4309-8857-108CF5585A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6A6D9E-CB7A-4B4C-9AEF-1FD94F2A486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933280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51482EFE-F7FB-4B82-A6D7-ED32DE91AB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D744516E-08DA-4586-BD35-16D8EF0C64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E561784-D65A-4D50-85B7-BFD78EA2EC7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BE28E84-A7D2-4159-A0E1-378114FD4EAF}" type="datetimeFigureOut">
              <a:rPr lang="fr-FR" smtClean="0"/>
              <a:t>23/08/2026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E8FBFF5A-0075-4EA5-B4E3-99B3DCDA673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B91DF05-B1CD-4C1E-A527-41C0B479A93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C6A6D9E-CB7A-4B4C-9AEF-1FD94F2A486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167227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tmp"/></Relationships>
</file>

<file path=ppt/slides/_rels/slide2.xml.rels><?xml version="1.0" encoding="UTF-8" standalone="yes"?>
<Relationships xmlns="http://schemas.openxmlformats.org/package/2006/relationships"><Relationship Id="rId8" Type="http://schemas.microsoft.com/office/2007/relationships/hdphoto" Target="../media/hdphoto2.wdp"/><Relationship Id="rId13" Type="http://schemas.openxmlformats.org/officeDocument/2006/relationships/image" Target="../media/image2.png"/><Relationship Id="rId3" Type="http://schemas.openxmlformats.org/officeDocument/2006/relationships/image" Target="../media/image9.png"/><Relationship Id="rId7" Type="http://schemas.openxmlformats.org/officeDocument/2006/relationships/image" Target="../media/image11.png"/><Relationship Id="rId12" Type="http://schemas.openxmlformats.org/officeDocument/2006/relationships/image" Target="../media/image15.jpeg"/><Relationship Id="rId17" Type="http://schemas.microsoft.com/office/2007/relationships/hdphoto" Target="../media/hdphoto4.wdp"/><Relationship Id="rId2" Type="http://schemas.openxmlformats.org/officeDocument/2006/relationships/image" Target="../media/image8.png"/><Relationship Id="rId16" Type="http://schemas.openxmlformats.org/officeDocument/2006/relationships/image" Target="../media/image17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11" Type="http://schemas.openxmlformats.org/officeDocument/2006/relationships/image" Target="../media/image14.png"/><Relationship Id="rId5" Type="http://schemas.openxmlformats.org/officeDocument/2006/relationships/image" Target="../media/image7.png"/><Relationship Id="rId15" Type="http://schemas.microsoft.com/office/2007/relationships/hdphoto" Target="../media/hdphoto3.wdp"/><Relationship Id="rId10" Type="http://schemas.openxmlformats.org/officeDocument/2006/relationships/image" Target="../media/image13.png"/><Relationship Id="rId4" Type="http://schemas.microsoft.com/office/2007/relationships/hdphoto" Target="../media/hdphoto1.wdp"/><Relationship Id="rId9" Type="http://schemas.openxmlformats.org/officeDocument/2006/relationships/image" Target="../media/image12.png"/><Relationship Id="rId14" Type="http://schemas.openxmlformats.org/officeDocument/2006/relationships/image" Target="../media/image16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5" Type="http://schemas.openxmlformats.org/officeDocument/2006/relationships/image" Target="../media/image3.tmp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8.png"/><Relationship Id="rId7" Type="http://schemas.openxmlformats.org/officeDocument/2006/relationships/image" Target="../media/image15.jpe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11" Type="http://schemas.openxmlformats.org/officeDocument/2006/relationships/image" Target="../media/image2.png"/><Relationship Id="rId5" Type="http://schemas.openxmlformats.org/officeDocument/2006/relationships/image" Target="../media/image13.png"/><Relationship Id="rId10" Type="http://schemas.openxmlformats.org/officeDocument/2006/relationships/image" Target="../media/image3.tmp"/><Relationship Id="rId4" Type="http://schemas.openxmlformats.org/officeDocument/2006/relationships/image" Target="../media/image5.png"/><Relationship Id="rId9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8" Type="http://schemas.microsoft.com/office/2007/relationships/hdphoto" Target="../media/hdphoto2.wdp"/><Relationship Id="rId3" Type="http://schemas.openxmlformats.org/officeDocument/2006/relationships/image" Target="../media/image9.png"/><Relationship Id="rId7" Type="http://schemas.openxmlformats.org/officeDocument/2006/relationships/image" Target="../media/image11.png"/><Relationship Id="rId12" Type="http://schemas.openxmlformats.org/officeDocument/2006/relationships/image" Target="../media/image15.jpe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11" Type="http://schemas.openxmlformats.org/officeDocument/2006/relationships/image" Target="../media/image14.png"/><Relationship Id="rId5" Type="http://schemas.openxmlformats.org/officeDocument/2006/relationships/image" Target="../media/image7.png"/><Relationship Id="rId10" Type="http://schemas.openxmlformats.org/officeDocument/2006/relationships/image" Target="../media/image13.png"/><Relationship Id="rId4" Type="http://schemas.microsoft.com/office/2007/relationships/hdphoto" Target="../media/hdphoto1.wdp"/><Relationship Id="rId9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5" name="Image 104">
            <a:extLst>
              <a:ext uri="{FF2B5EF4-FFF2-40B4-BE49-F238E27FC236}">
                <a16:creationId xmlns:a16="http://schemas.microsoft.com/office/drawing/2014/main" id="{C7E23AF3-C793-44EE-B6CF-4435164EB634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10800000">
            <a:off x="8413185" y="4420593"/>
            <a:ext cx="748422" cy="221711"/>
          </a:xfrm>
          <a:prstGeom prst="rect">
            <a:avLst/>
          </a:prstGeom>
        </p:spPr>
      </p:pic>
      <p:pic>
        <p:nvPicPr>
          <p:cNvPr id="103" name="Image 102">
            <a:extLst>
              <a:ext uri="{FF2B5EF4-FFF2-40B4-BE49-F238E27FC236}">
                <a16:creationId xmlns:a16="http://schemas.microsoft.com/office/drawing/2014/main" id="{68F2C9B7-5F5F-4080-BFB8-C96F7243506F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10800000">
            <a:off x="6113503" y="4003101"/>
            <a:ext cx="748422" cy="221711"/>
          </a:xfrm>
          <a:prstGeom prst="rect">
            <a:avLst/>
          </a:prstGeom>
        </p:spPr>
      </p:pic>
      <p:pic>
        <p:nvPicPr>
          <p:cNvPr id="71" name="Image 70">
            <a:extLst>
              <a:ext uri="{FF2B5EF4-FFF2-40B4-BE49-F238E27FC236}">
                <a16:creationId xmlns:a16="http://schemas.microsoft.com/office/drawing/2014/main" id="{64DD4491-08BB-411A-8D40-4932CC7525BE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10800000">
            <a:off x="6234063" y="4219636"/>
            <a:ext cx="748422" cy="221711"/>
          </a:xfrm>
          <a:prstGeom prst="rect">
            <a:avLst/>
          </a:prstGeom>
        </p:spPr>
      </p:pic>
      <p:pic>
        <p:nvPicPr>
          <p:cNvPr id="39" name="Image 38">
            <a:extLst>
              <a:ext uri="{FF2B5EF4-FFF2-40B4-BE49-F238E27FC236}">
                <a16:creationId xmlns:a16="http://schemas.microsoft.com/office/drawing/2014/main" id="{2AB34D13-8A10-44F2-A5DB-7B5A162CBB65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952355" y="3289939"/>
            <a:ext cx="748422" cy="223720"/>
          </a:xfrm>
          <a:prstGeom prst="rect">
            <a:avLst/>
          </a:prstGeom>
        </p:spPr>
      </p:pic>
      <p:cxnSp>
        <p:nvCxnSpPr>
          <p:cNvPr id="9" name="Connecteur droit 8">
            <a:extLst>
              <a:ext uri="{FF2B5EF4-FFF2-40B4-BE49-F238E27FC236}">
                <a16:creationId xmlns:a16="http://schemas.microsoft.com/office/drawing/2014/main" id="{37509BB4-7BE7-49E9-B486-751D9B82F055}"/>
              </a:ext>
            </a:extLst>
          </p:cNvPr>
          <p:cNvCxnSpPr>
            <a:cxnSpLocks/>
          </p:cNvCxnSpPr>
          <p:nvPr/>
        </p:nvCxnSpPr>
        <p:spPr>
          <a:xfrm flipH="1">
            <a:off x="8816165" y="1864194"/>
            <a:ext cx="1900851" cy="0"/>
          </a:xfrm>
          <a:prstGeom prst="line">
            <a:avLst/>
          </a:prstGeom>
          <a:ln w="57150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onnecteur droit 10">
            <a:extLst>
              <a:ext uri="{FF2B5EF4-FFF2-40B4-BE49-F238E27FC236}">
                <a16:creationId xmlns:a16="http://schemas.microsoft.com/office/drawing/2014/main" id="{3260856D-06D6-42A9-8E38-941C19B8E425}"/>
              </a:ext>
            </a:extLst>
          </p:cNvPr>
          <p:cNvCxnSpPr>
            <a:cxnSpLocks/>
          </p:cNvCxnSpPr>
          <p:nvPr/>
        </p:nvCxnSpPr>
        <p:spPr>
          <a:xfrm flipH="1">
            <a:off x="1876507" y="4003101"/>
            <a:ext cx="918395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onnecteur droit 12">
            <a:extLst>
              <a:ext uri="{FF2B5EF4-FFF2-40B4-BE49-F238E27FC236}">
                <a16:creationId xmlns:a16="http://schemas.microsoft.com/office/drawing/2014/main" id="{A8624286-D664-424B-AABA-9F9FF68F8D3A}"/>
              </a:ext>
            </a:extLst>
          </p:cNvPr>
          <p:cNvCxnSpPr/>
          <p:nvPr/>
        </p:nvCxnSpPr>
        <p:spPr>
          <a:xfrm flipH="1">
            <a:off x="9010136" y="2809310"/>
            <a:ext cx="1706880" cy="0"/>
          </a:xfrm>
          <a:prstGeom prst="line">
            <a:avLst/>
          </a:prstGeom>
          <a:ln w="57150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onnecteur droit 13">
            <a:extLst>
              <a:ext uri="{FF2B5EF4-FFF2-40B4-BE49-F238E27FC236}">
                <a16:creationId xmlns:a16="http://schemas.microsoft.com/office/drawing/2014/main" id="{9202B084-869C-4E1E-B0B7-FD489E21DE3A}"/>
              </a:ext>
            </a:extLst>
          </p:cNvPr>
          <p:cNvCxnSpPr>
            <a:cxnSpLocks/>
          </p:cNvCxnSpPr>
          <p:nvPr/>
        </p:nvCxnSpPr>
        <p:spPr>
          <a:xfrm flipH="1">
            <a:off x="7404154" y="2951550"/>
            <a:ext cx="3312862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necteur droit 14">
            <a:extLst>
              <a:ext uri="{FF2B5EF4-FFF2-40B4-BE49-F238E27FC236}">
                <a16:creationId xmlns:a16="http://schemas.microsoft.com/office/drawing/2014/main" id="{D47F3939-53F1-4E12-BACF-48EF99E7D345}"/>
              </a:ext>
            </a:extLst>
          </p:cNvPr>
          <p:cNvCxnSpPr>
            <a:cxnSpLocks/>
          </p:cNvCxnSpPr>
          <p:nvPr/>
        </p:nvCxnSpPr>
        <p:spPr>
          <a:xfrm flipH="1">
            <a:off x="8100821" y="3103950"/>
            <a:ext cx="2616195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necteur droit 17">
            <a:extLst>
              <a:ext uri="{FF2B5EF4-FFF2-40B4-BE49-F238E27FC236}">
                <a16:creationId xmlns:a16="http://schemas.microsoft.com/office/drawing/2014/main" id="{575913F0-CEA9-4837-87AA-AABD23DF1447}"/>
              </a:ext>
            </a:extLst>
          </p:cNvPr>
          <p:cNvCxnSpPr>
            <a:cxnSpLocks/>
          </p:cNvCxnSpPr>
          <p:nvPr/>
        </p:nvCxnSpPr>
        <p:spPr>
          <a:xfrm flipH="1">
            <a:off x="9040616" y="4522540"/>
            <a:ext cx="1706880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Connecteur droit 18">
            <a:extLst>
              <a:ext uri="{FF2B5EF4-FFF2-40B4-BE49-F238E27FC236}">
                <a16:creationId xmlns:a16="http://schemas.microsoft.com/office/drawing/2014/main" id="{292D8313-7B6F-4D13-A7B3-63BFAC7A59E4}"/>
              </a:ext>
            </a:extLst>
          </p:cNvPr>
          <p:cNvCxnSpPr>
            <a:cxnSpLocks/>
          </p:cNvCxnSpPr>
          <p:nvPr/>
        </p:nvCxnSpPr>
        <p:spPr>
          <a:xfrm flipH="1" flipV="1">
            <a:off x="8100821" y="4649843"/>
            <a:ext cx="2646675" cy="14937"/>
          </a:xfrm>
          <a:prstGeom prst="line">
            <a:avLst/>
          </a:prstGeom>
          <a:ln w="571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Connecteur droit 19">
            <a:extLst>
              <a:ext uri="{FF2B5EF4-FFF2-40B4-BE49-F238E27FC236}">
                <a16:creationId xmlns:a16="http://schemas.microsoft.com/office/drawing/2014/main" id="{14C32680-36A6-4C89-8001-05DAD53A5FAA}"/>
              </a:ext>
            </a:extLst>
          </p:cNvPr>
          <p:cNvCxnSpPr>
            <a:cxnSpLocks/>
          </p:cNvCxnSpPr>
          <p:nvPr/>
        </p:nvCxnSpPr>
        <p:spPr>
          <a:xfrm flipH="1" flipV="1">
            <a:off x="4008019" y="4770204"/>
            <a:ext cx="6765419" cy="34413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Connecteur droit 20">
            <a:extLst>
              <a:ext uri="{FF2B5EF4-FFF2-40B4-BE49-F238E27FC236}">
                <a16:creationId xmlns:a16="http://schemas.microsoft.com/office/drawing/2014/main" id="{0334C6EF-9785-4D88-B38D-DF89AF509FDB}"/>
              </a:ext>
            </a:extLst>
          </p:cNvPr>
          <p:cNvCxnSpPr>
            <a:cxnSpLocks/>
          </p:cNvCxnSpPr>
          <p:nvPr/>
        </p:nvCxnSpPr>
        <p:spPr>
          <a:xfrm flipH="1">
            <a:off x="9040616" y="4390460"/>
            <a:ext cx="1706880" cy="0"/>
          </a:xfrm>
          <a:prstGeom prst="line">
            <a:avLst/>
          </a:prstGeom>
          <a:ln w="5715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Connecteur droit 32">
            <a:extLst>
              <a:ext uri="{FF2B5EF4-FFF2-40B4-BE49-F238E27FC236}">
                <a16:creationId xmlns:a16="http://schemas.microsoft.com/office/drawing/2014/main" id="{0ECF7E41-52A5-4DCA-9DF6-82E636757166}"/>
              </a:ext>
            </a:extLst>
          </p:cNvPr>
          <p:cNvCxnSpPr>
            <a:cxnSpLocks/>
          </p:cNvCxnSpPr>
          <p:nvPr/>
        </p:nvCxnSpPr>
        <p:spPr>
          <a:xfrm flipH="1">
            <a:off x="7247376" y="2016794"/>
            <a:ext cx="3469640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Connecteur droit 33">
            <a:extLst>
              <a:ext uri="{FF2B5EF4-FFF2-40B4-BE49-F238E27FC236}">
                <a16:creationId xmlns:a16="http://schemas.microsoft.com/office/drawing/2014/main" id="{71F5A2F9-F267-4BBA-8DE7-37DFA8538DA5}"/>
              </a:ext>
            </a:extLst>
          </p:cNvPr>
          <p:cNvCxnSpPr>
            <a:cxnSpLocks/>
          </p:cNvCxnSpPr>
          <p:nvPr/>
        </p:nvCxnSpPr>
        <p:spPr>
          <a:xfrm flipH="1">
            <a:off x="7954317" y="2169194"/>
            <a:ext cx="2762699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onnecteur droit 9">
            <a:extLst>
              <a:ext uri="{FF2B5EF4-FFF2-40B4-BE49-F238E27FC236}">
                <a16:creationId xmlns:a16="http://schemas.microsoft.com/office/drawing/2014/main" id="{1AD5D23C-688A-425A-A342-06F5C6A12CC2}"/>
              </a:ext>
            </a:extLst>
          </p:cNvPr>
          <p:cNvCxnSpPr>
            <a:cxnSpLocks/>
          </p:cNvCxnSpPr>
          <p:nvPr/>
        </p:nvCxnSpPr>
        <p:spPr>
          <a:xfrm flipH="1">
            <a:off x="1440936" y="3362889"/>
            <a:ext cx="1452806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2" name="Image 31">
            <a:extLst>
              <a:ext uri="{FF2B5EF4-FFF2-40B4-BE49-F238E27FC236}">
                <a16:creationId xmlns:a16="http://schemas.microsoft.com/office/drawing/2014/main" id="{F4616C2A-2E04-43A4-AE9D-1AC4E4DD374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5400000">
            <a:off x="359399" y="2739457"/>
            <a:ext cx="1600282" cy="1739989"/>
          </a:xfrm>
          <a:prstGeom prst="roundRect">
            <a:avLst>
              <a:gd name="adj" fmla="val 30000"/>
            </a:avLst>
          </a:prstGeom>
        </p:spPr>
      </p:pic>
      <p:sp>
        <p:nvSpPr>
          <p:cNvPr id="42" name="Forme libre : forme 41">
            <a:extLst>
              <a:ext uri="{FF2B5EF4-FFF2-40B4-BE49-F238E27FC236}">
                <a16:creationId xmlns:a16="http://schemas.microsoft.com/office/drawing/2014/main" id="{28A8A365-14FF-47E3-962B-E6C79B23D86D}"/>
              </a:ext>
            </a:extLst>
          </p:cNvPr>
          <p:cNvSpPr/>
          <p:nvPr/>
        </p:nvSpPr>
        <p:spPr>
          <a:xfrm>
            <a:off x="4702297" y="2560270"/>
            <a:ext cx="536328" cy="871723"/>
          </a:xfrm>
          <a:custGeom>
            <a:avLst/>
            <a:gdLst>
              <a:gd name="connsiteX0" fmla="*/ 0 w 559451"/>
              <a:gd name="connsiteY0" fmla="*/ 853440 h 871656"/>
              <a:gd name="connsiteX1" fmla="*/ 294640 w 559451"/>
              <a:gd name="connsiteY1" fmla="*/ 802640 h 871656"/>
              <a:gd name="connsiteX2" fmla="*/ 518160 w 559451"/>
              <a:gd name="connsiteY2" fmla="*/ 294640 h 871656"/>
              <a:gd name="connsiteX3" fmla="*/ 558800 w 559451"/>
              <a:gd name="connsiteY3" fmla="*/ 0 h 8716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59451" h="871656">
                <a:moveTo>
                  <a:pt x="0" y="853440"/>
                </a:moveTo>
                <a:cubicBezTo>
                  <a:pt x="104140" y="874606"/>
                  <a:pt x="208280" y="895773"/>
                  <a:pt x="294640" y="802640"/>
                </a:cubicBezTo>
                <a:cubicBezTo>
                  <a:pt x="381000" y="709507"/>
                  <a:pt x="474133" y="428413"/>
                  <a:pt x="518160" y="294640"/>
                </a:cubicBezTo>
                <a:cubicBezTo>
                  <a:pt x="562187" y="160867"/>
                  <a:pt x="560493" y="80433"/>
                  <a:pt x="558800" y="0"/>
                </a:cubicBezTo>
              </a:path>
            </a:pathLst>
          </a:cu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46" name="Connecteur droit 45">
            <a:extLst>
              <a:ext uri="{FF2B5EF4-FFF2-40B4-BE49-F238E27FC236}">
                <a16:creationId xmlns:a16="http://schemas.microsoft.com/office/drawing/2014/main" id="{32E21724-166F-45AD-A098-7BE1AD8F9BCB}"/>
              </a:ext>
            </a:extLst>
          </p:cNvPr>
          <p:cNvCxnSpPr>
            <a:cxnSpLocks/>
          </p:cNvCxnSpPr>
          <p:nvPr/>
        </p:nvCxnSpPr>
        <p:spPr>
          <a:xfrm flipH="1">
            <a:off x="3320214" y="4003101"/>
            <a:ext cx="732808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Connecteur droit 57">
            <a:extLst>
              <a:ext uri="{FF2B5EF4-FFF2-40B4-BE49-F238E27FC236}">
                <a16:creationId xmlns:a16="http://schemas.microsoft.com/office/drawing/2014/main" id="{36C4595F-3387-4236-AB4E-3BE7618684CC}"/>
              </a:ext>
            </a:extLst>
          </p:cNvPr>
          <p:cNvCxnSpPr>
            <a:cxnSpLocks/>
          </p:cNvCxnSpPr>
          <p:nvPr/>
        </p:nvCxnSpPr>
        <p:spPr>
          <a:xfrm flipV="1">
            <a:off x="7942001" y="2169194"/>
            <a:ext cx="12316" cy="1180723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Connecteur droit 61">
            <a:extLst>
              <a:ext uri="{FF2B5EF4-FFF2-40B4-BE49-F238E27FC236}">
                <a16:creationId xmlns:a16="http://schemas.microsoft.com/office/drawing/2014/main" id="{97B67730-DB5F-442E-8BF1-ACEE23A1BB71}"/>
              </a:ext>
            </a:extLst>
          </p:cNvPr>
          <p:cNvCxnSpPr>
            <a:cxnSpLocks/>
          </p:cNvCxnSpPr>
          <p:nvPr/>
        </p:nvCxnSpPr>
        <p:spPr>
          <a:xfrm flipV="1">
            <a:off x="7942001" y="3103950"/>
            <a:ext cx="158820" cy="245967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Connecteur droit 65">
            <a:extLst>
              <a:ext uri="{FF2B5EF4-FFF2-40B4-BE49-F238E27FC236}">
                <a16:creationId xmlns:a16="http://schemas.microsoft.com/office/drawing/2014/main" id="{72C6C07C-DE8E-44FA-8E84-C346F94A97C4}"/>
              </a:ext>
            </a:extLst>
          </p:cNvPr>
          <p:cNvCxnSpPr>
            <a:cxnSpLocks/>
          </p:cNvCxnSpPr>
          <p:nvPr/>
        </p:nvCxnSpPr>
        <p:spPr>
          <a:xfrm flipV="1">
            <a:off x="7927206" y="3982456"/>
            <a:ext cx="0" cy="345538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Connecteur droit 67">
            <a:extLst>
              <a:ext uri="{FF2B5EF4-FFF2-40B4-BE49-F238E27FC236}">
                <a16:creationId xmlns:a16="http://schemas.microsoft.com/office/drawing/2014/main" id="{A745C795-C7DF-498C-8AF7-4F3BB82D7782}"/>
              </a:ext>
            </a:extLst>
          </p:cNvPr>
          <p:cNvCxnSpPr>
            <a:cxnSpLocks/>
          </p:cNvCxnSpPr>
          <p:nvPr/>
        </p:nvCxnSpPr>
        <p:spPr>
          <a:xfrm>
            <a:off x="6873800" y="4313597"/>
            <a:ext cx="1060708" cy="14397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Forme libre : forme 71">
            <a:extLst>
              <a:ext uri="{FF2B5EF4-FFF2-40B4-BE49-F238E27FC236}">
                <a16:creationId xmlns:a16="http://schemas.microsoft.com/office/drawing/2014/main" id="{C71FA09F-D87B-4708-9A7C-A11190125F8E}"/>
              </a:ext>
            </a:extLst>
          </p:cNvPr>
          <p:cNvSpPr/>
          <p:nvPr/>
        </p:nvSpPr>
        <p:spPr>
          <a:xfrm>
            <a:off x="4872476" y="2664294"/>
            <a:ext cx="1416050" cy="1649638"/>
          </a:xfrm>
          <a:custGeom>
            <a:avLst/>
            <a:gdLst>
              <a:gd name="connsiteX0" fmla="*/ 1416050 w 1416050"/>
              <a:gd name="connsiteY0" fmla="*/ 1644650 h 1649638"/>
              <a:gd name="connsiteX1" fmla="*/ 704850 w 1416050"/>
              <a:gd name="connsiteY1" fmla="*/ 1485900 h 1649638"/>
              <a:gd name="connsiteX2" fmla="*/ 400050 w 1416050"/>
              <a:gd name="connsiteY2" fmla="*/ 565150 h 1649638"/>
              <a:gd name="connsiteX3" fmla="*/ 133350 w 1416050"/>
              <a:gd name="connsiteY3" fmla="*/ 527050 h 1649638"/>
              <a:gd name="connsiteX4" fmla="*/ 0 w 1416050"/>
              <a:gd name="connsiteY4" fmla="*/ 0 h 16496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416050" h="1649638">
                <a:moveTo>
                  <a:pt x="1416050" y="1644650"/>
                </a:moveTo>
                <a:cubicBezTo>
                  <a:pt x="1145116" y="1655233"/>
                  <a:pt x="874183" y="1665817"/>
                  <a:pt x="704850" y="1485900"/>
                </a:cubicBezTo>
                <a:cubicBezTo>
                  <a:pt x="535517" y="1305983"/>
                  <a:pt x="495300" y="724958"/>
                  <a:pt x="400050" y="565150"/>
                </a:cubicBezTo>
                <a:cubicBezTo>
                  <a:pt x="304800" y="405342"/>
                  <a:pt x="200025" y="621242"/>
                  <a:pt x="133350" y="527050"/>
                </a:cubicBezTo>
                <a:cubicBezTo>
                  <a:pt x="66675" y="432858"/>
                  <a:pt x="33337" y="216429"/>
                  <a:pt x="0" y="0"/>
                </a:cubicBezTo>
              </a:path>
            </a:pathLst>
          </a:cu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74" name="Connecteur droit 73">
            <a:extLst>
              <a:ext uri="{FF2B5EF4-FFF2-40B4-BE49-F238E27FC236}">
                <a16:creationId xmlns:a16="http://schemas.microsoft.com/office/drawing/2014/main" id="{B5E10073-56EA-4BC9-BAA0-D1FD681EABD4}"/>
              </a:ext>
            </a:extLst>
          </p:cNvPr>
          <p:cNvCxnSpPr>
            <a:cxnSpLocks/>
          </p:cNvCxnSpPr>
          <p:nvPr/>
        </p:nvCxnSpPr>
        <p:spPr>
          <a:xfrm flipH="1" flipV="1">
            <a:off x="7960514" y="4003743"/>
            <a:ext cx="140307" cy="661037"/>
          </a:xfrm>
          <a:prstGeom prst="line">
            <a:avLst/>
          </a:prstGeom>
          <a:ln w="571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Connecteur droit 87">
            <a:extLst>
              <a:ext uri="{FF2B5EF4-FFF2-40B4-BE49-F238E27FC236}">
                <a16:creationId xmlns:a16="http://schemas.microsoft.com/office/drawing/2014/main" id="{02A71E58-B4A9-4255-8685-EBFE545ED3A0}"/>
              </a:ext>
            </a:extLst>
          </p:cNvPr>
          <p:cNvCxnSpPr>
            <a:cxnSpLocks/>
          </p:cNvCxnSpPr>
          <p:nvPr/>
        </p:nvCxnSpPr>
        <p:spPr>
          <a:xfrm>
            <a:off x="7247376" y="2016794"/>
            <a:ext cx="0" cy="1155881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Connecteur droit 91">
            <a:extLst>
              <a:ext uri="{FF2B5EF4-FFF2-40B4-BE49-F238E27FC236}">
                <a16:creationId xmlns:a16="http://schemas.microsoft.com/office/drawing/2014/main" id="{B215144F-E94F-4DD5-9A01-3DA261B38660}"/>
              </a:ext>
            </a:extLst>
          </p:cNvPr>
          <p:cNvCxnSpPr>
            <a:cxnSpLocks/>
          </p:cNvCxnSpPr>
          <p:nvPr/>
        </p:nvCxnSpPr>
        <p:spPr>
          <a:xfrm flipH="1">
            <a:off x="7247376" y="2951550"/>
            <a:ext cx="170969" cy="221125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Connecteur droit 96">
            <a:extLst>
              <a:ext uri="{FF2B5EF4-FFF2-40B4-BE49-F238E27FC236}">
                <a16:creationId xmlns:a16="http://schemas.microsoft.com/office/drawing/2014/main" id="{74ED8180-1177-4644-8E90-C55D6FFD0444}"/>
              </a:ext>
            </a:extLst>
          </p:cNvPr>
          <p:cNvCxnSpPr>
            <a:cxnSpLocks/>
          </p:cNvCxnSpPr>
          <p:nvPr/>
        </p:nvCxnSpPr>
        <p:spPr>
          <a:xfrm>
            <a:off x="7247376" y="3944374"/>
            <a:ext cx="0" cy="148099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Connecteur droit 99">
            <a:extLst>
              <a:ext uri="{FF2B5EF4-FFF2-40B4-BE49-F238E27FC236}">
                <a16:creationId xmlns:a16="http://schemas.microsoft.com/office/drawing/2014/main" id="{2CE9D13B-7036-46E3-9489-53FB24ED0C9B}"/>
              </a:ext>
            </a:extLst>
          </p:cNvPr>
          <p:cNvCxnSpPr>
            <a:cxnSpLocks/>
          </p:cNvCxnSpPr>
          <p:nvPr/>
        </p:nvCxnSpPr>
        <p:spPr>
          <a:xfrm flipH="1" flipV="1">
            <a:off x="6746905" y="4092473"/>
            <a:ext cx="531747" cy="1123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Forme libre : forme 103">
            <a:extLst>
              <a:ext uri="{FF2B5EF4-FFF2-40B4-BE49-F238E27FC236}">
                <a16:creationId xmlns:a16="http://schemas.microsoft.com/office/drawing/2014/main" id="{1AF56BF8-25C3-4696-8DED-6A770B515574}"/>
              </a:ext>
            </a:extLst>
          </p:cNvPr>
          <p:cNvSpPr/>
          <p:nvPr/>
        </p:nvSpPr>
        <p:spPr>
          <a:xfrm>
            <a:off x="5528643" y="2643127"/>
            <a:ext cx="626533" cy="1447800"/>
          </a:xfrm>
          <a:custGeom>
            <a:avLst/>
            <a:gdLst>
              <a:gd name="connsiteX0" fmla="*/ 626533 w 626533"/>
              <a:gd name="connsiteY0" fmla="*/ 1447800 h 1447800"/>
              <a:gd name="connsiteX1" fmla="*/ 127000 w 626533"/>
              <a:gd name="connsiteY1" fmla="*/ 965200 h 1447800"/>
              <a:gd name="connsiteX2" fmla="*/ 0 w 626533"/>
              <a:gd name="connsiteY2" fmla="*/ 0 h 1447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26533" h="1447800">
                <a:moveTo>
                  <a:pt x="626533" y="1447800"/>
                </a:moveTo>
                <a:cubicBezTo>
                  <a:pt x="428977" y="1327150"/>
                  <a:pt x="231422" y="1206500"/>
                  <a:pt x="127000" y="965200"/>
                </a:cubicBezTo>
                <a:cubicBezTo>
                  <a:pt x="22578" y="723900"/>
                  <a:pt x="11289" y="361950"/>
                  <a:pt x="0" y="0"/>
                </a:cubicBezTo>
              </a:path>
            </a:pathLst>
          </a:cu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6" name="Forme libre : forme 105">
            <a:extLst>
              <a:ext uri="{FF2B5EF4-FFF2-40B4-BE49-F238E27FC236}">
                <a16:creationId xmlns:a16="http://schemas.microsoft.com/office/drawing/2014/main" id="{61602E57-839C-4875-A903-6C9F4E46F436}"/>
              </a:ext>
            </a:extLst>
          </p:cNvPr>
          <p:cNvSpPr/>
          <p:nvPr/>
        </p:nvSpPr>
        <p:spPr>
          <a:xfrm>
            <a:off x="5138598" y="2634661"/>
            <a:ext cx="3395711" cy="1867191"/>
          </a:xfrm>
          <a:custGeom>
            <a:avLst/>
            <a:gdLst>
              <a:gd name="connsiteX0" fmla="*/ 3395711 w 3395711"/>
              <a:gd name="connsiteY0" fmla="*/ 1862666 h 1867191"/>
              <a:gd name="connsiteX1" fmla="*/ 313845 w 3395711"/>
              <a:gd name="connsiteY1" fmla="*/ 1769533 h 1867191"/>
              <a:gd name="connsiteX2" fmla="*/ 119111 w 3395711"/>
              <a:gd name="connsiteY2" fmla="*/ 1202266 h 1867191"/>
              <a:gd name="connsiteX3" fmla="*/ 457778 w 3395711"/>
              <a:gd name="connsiteY3" fmla="*/ 1168400 h 1867191"/>
              <a:gd name="connsiteX4" fmla="*/ 771045 w 3395711"/>
              <a:gd name="connsiteY4" fmla="*/ 982133 h 1867191"/>
              <a:gd name="connsiteX5" fmla="*/ 779511 w 3395711"/>
              <a:gd name="connsiteY5" fmla="*/ 0 h 18671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395711" h="1867191">
                <a:moveTo>
                  <a:pt x="3395711" y="1862666"/>
                </a:moveTo>
                <a:cubicBezTo>
                  <a:pt x="2127828" y="1871133"/>
                  <a:pt x="859945" y="1879600"/>
                  <a:pt x="313845" y="1769533"/>
                </a:cubicBezTo>
                <a:cubicBezTo>
                  <a:pt x="-232255" y="1659466"/>
                  <a:pt x="95122" y="1302455"/>
                  <a:pt x="119111" y="1202266"/>
                </a:cubicBezTo>
                <a:cubicBezTo>
                  <a:pt x="143100" y="1102077"/>
                  <a:pt x="349122" y="1205089"/>
                  <a:pt x="457778" y="1168400"/>
                </a:cubicBezTo>
                <a:cubicBezTo>
                  <a:pt x="566434" y="1131711"/>
                  <a:pt x="717423" y="1176866"/>
                  <a:pt x="771045" y="982133"/>
                </a:cubicBezTo>
                <a:cubicBezTo>
                  <a:pt x="824667" y="787400"/>
                  <a:pt x="802089" y="393700"/>
                  <a:pt x="779511" y="0"/>
                </a:cubicBezTo>
              </a:path>
            </a:pathLst>
          </a:custGeom>
          <a:noFill/>
          <a:ln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107" name="Connecteur droit 106">
            <a:extLst>
              <a:ext uri="{FF2B5EF4-FFF2-40B4-BE49-F238E27FC236}">
                <a16:creationId xmlns:a16="http://schemas.microsoft.com/office/drawing/2014/main" id="{899B8E25-8D34-447C-A7B2-BF8FBA402A9F}"/>
              </a:ext>
            </a:extLst>
          </p:cNvPr>
          <p:cNvCxnSpPr>
            <a:cxnSpLocks/>
          </p:cNvCxnSpPr>
          <p:nvPr/>
        </p:nvCxnSpPr>
        <p:spPr>
          <a:xfrm>
            <a:off x="8929157" y="4105136"/>
            <a:ext cx="111459" cy="285324"/>
          </a:xfrm>
          <a:prstGeom prst="line">
            <a:avLst/>
          </a:prstGeom>
          <a:ln w="5715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Connecteur droit 111">
            <a:extLst>
              <a:ext uri="{FF2B5EF4-FFF2-40B4-BE49-F238E27FC236}">
                <a16:creationId xmlns:a16="http://schemas.microsoft.com/office/drawing/2014/main" id="{931B3CB8-2418-411C-BA12-B2C1AE6A9F5F}"/>
              </a:ext>
            </a:extLst>
          </p:cNvPr>
          <p:cNvCxnSpPr>
            <a:cxnSpLocks/>
          </p:cNvCxnSpPr>
          <p:nvPr/>
        </p:nvCxnSpPr>
        <p:spPr>
          <a:xfrm flipH="1" flipV="1">
            <a:off x="8816165" y="1856657"/>
            <a:ext cx="112992" cy="1476780"/>
          </a:xfrm>
          <a:prstGeom prst="line">
            <a:avLst/>
          </a:prstGeom>
          <a:ln w="57150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Connecteur droit 117">
            <a:extLst>
              <a:ext uri="{FF2B5EF4-FFF2-40B4-BE49-F238E27FC236}">
                <a16:creationId xmlns:a16="http://schemas.microsoft.com/office/drawing/2014/main" id="{387A5755-B86A-42A1-AE43-B2DA25EBEFAD}"/>
              </a:ext>
            </a:extLst>
          </p:cNvPr>
          <p:cNvCxnSpPr>
            <a:cxnSpLocks/>
          </p:cNvCxnSpPr>
          <p:nvPr/>
        </p:nvCxnSpPr>
        <p:spPr>
          <a:xfrm flipV="1">
            <a:off x="8929157" y="2823652"/>
            <a:ext cx="91793" cy="509785"/>
          </a:xfrm>
          <a:prstGeom prst="line">
            <a:avLst/>
          </a:prstGeom>
          <a:ln w="57150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Image 4">
            <a:extLst>
              <a:ext uri="{FF2B5EF4-FFF2-40B4-BE49-F238E27FC236}">
                <a16:creationId xmlns:a16="http://schemas.microsoft.com/office/drawing/2014/main" id="{DDDBF1C9-5F4C-4EB7-9058-441DE555E838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079338" y="505838"/>
            <a:ext cx="2651957" cy="2308291"/>
          </a:xfrm>
          <a:prstGeom prst="rect">
            <a:avLst/>
          </a:prstGeom>
        </p:spPr>
      </p:pic>
      <p:sp>
        <p:nvSpPr>
          <p:cNvPr id="144" name="ZoneTexte 143">
            <a:extLst>
              <a:ext uri="{FF2B5EF4-FFF2-40B4-BE49-F238E27FC236}">
                <a16:creationId xmlns:a16="http://schemas.microsoft.com/office/drawing/2014/main" id="{57E793D7-1A90-4888-B5B1-7834A16E5FB1}"/>
              </a:ext>
            </a:extLst>
          </p:cNvPr>
          <p:cNvSpPr txBox="1"/>
          <p:nvPr/>
        </p:nvSpPr>
        <p:spPr>
          <a:xfrm>
            <a:off x="1970199" y="3018806"/>
            <a:ext cx="7873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Masse</a:t>
            </a:r>
          </a:p>
        </p:txBody>
      </p:sp>
      <p:sp>
        <p:nvSpPr>
          <p:cNvPr id="145" name="ZoneTexte 144">
            <a:extLst>
              <a:ext uri="{FF2B5EF4-FFF2-40B4-BE49-F238E27FC236}">
                <a16:creationId xmlns:a16="http://schemas.microsoft.com/office/drawing/2014/main" id="{69BA6FEE-5ED3-47F4-B047-6DF5A1541194}"/>
              </a:ext>
            </a:extLst>
          </p:cNvPr>
          <p:cNvSpPr txBox="1"/>
          <p:nvPr/>
        </p:nvSpPr>
        <p:spPr>
          <a:xfrm>
            <a:off x="2052796" y="3986740"/>
            <a:ext cx="5501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12V</a:t>
            </a:r>
          </a:p>
        </p:txBody>
      </p:sp>
      <p:sp>
        <p:nvSpPr>
          <p:cNvPr id="146" name="ZoneTexte 145">
            <a:extLst>
              <a:ext uri="{FF2B5EF4-FFF2-40B4-BE49-F238E27FC236}">
                <a16:creationId xmlns:a16="http://schemas.microsoft.com/office/drawing/2014/main" id="{2F98B45B-1449-4B17-9836-7E24EAAA9F2D}"/>
              </a:ext>
            </a:extLst>
          </p:cNvPr>
          <p:cNvSpPr txBox="1"/>
          <p:nvPr/>
        </p:nvSpPr>
        <p:spPr>
          <a:xfrm>
            <a:off x="11416739" y="1676386"/>
            <a:ext cx="537327" cy="5770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50" dirty="0"/>
              <a:t>5V</a:t>
            </a:r>
          </a:p>
          <a:p>
            <a:r>
              <a:rPr lang="fr-FR" sz="1050" dirty="0"/>
              <a:t>Masse</a:t>
            </a:r>
          </a:p>
          <a:p>
            <a:r>
              <a:rPr lang="fr-FR" sz="1050" dirty="0"/>
              <a:t>12V</a:t>
            </a:r>
          </a:p>
        </p:txBody>
      </p:sp>
      <p:sp>
        <p:nvSpPr>
          <p:cNvPr id="148" name="ZoneTexte 147">
            <a:extLst>
              <a:ext uri="{FF2B5EF4-FFF2-40B4-BE49-F238E27FC236}">
                <a16:creationId xmlns:a16="http://schemas.microsoft.com/office/drawing/2014/main" id="{A4139612-895F-4F34-9220-B9D8C3C0C963}"/>
              </a:ext>
            </a:extLst>
          </p:cNvPr>
          <p:cNvSpPr txBox="1"/>
          <p:nvPr/>
        </p:nvSpPr>
        <p:spPr>
          <a:xfrm>
            <a:off x="11416738" y="2643127"/>
            <a:ext cx="537327" cy="5770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50" dirty="0"/>
              <a:t>5V</a:t>
            </a:r>
          </a:p>
          <a:p>
            <a:r>
              <a:rPr lang="fr-FR" sz="1050" dirty="0"/>
              <a:t>Masse</a:t>
            </a:r>
          </a:p>
          <a:p>
            <a:r>
              <a:rPr lang="fr-FR" sz="1050" dirty="0"/>
              <a:t>12V</a:t>
            </a:r>
          </a:p>
        </p:txBody>
      </p:sp>
      <p:sp>
        <p:nvSpPr>
          <p:cNvPr id="149" name="ZoneTexte 148">
            <a:extLst>
              <a:ext uri="{FF2B5EF4-FFF2-40B4-BE49-F238E27FC236}">
                <a16:creationId xmlns:a16="http://schemas.microsoft.com/office/drawing/2014/main" id="{FAD4E591-40BE-43DD-8835-82A0B18391E1}"/>
              </a:ext>
            </a:extLst>
          </p:cNvPr>
          <p:cNvSpPr txBox="1"/>
          <p:nvPr/>
        </p:nvSpPr>
        <p:spPr>
          <a:xfrm>
            <a:off x="11396237" y="4212108"/>
            <a:ext cx="399468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50" dirty="0"/>
              <a:t>5V</a:t>
            </a:r>
          </a:p>
          <a:p>
            <a:r>
              <a:rPr lang="fr-FR" sz="1050" dirty="0"/>
              <a:t>5V</a:t>
            </a:r>
          </a:p>
          <a:p>
            <a:r>
              <a:rPr lang="fr-FR" sz="1050" dirty="0"/>
              <a:t>12V</a:t>
            </a:r>
          </a:p>
          <a:p>
            <a:r>
              <a:rPr lang="fr-FR" sz="1050" dirty="0"/>
              <a:t>12V</a:t>
            </a:r>
          </a:p>
        </p:txBody>
      </p:sp>
      <p:sp>
        <p:nvSpPr>
          <p:cNvPr id="150" name="ZoneTexte 149">
            <a:extLst>
              <a:ext uri="{FF2B5EF4-FFF2-40B4-BE49-F238E27FC236}">
                <a16:creationId xmlns:a16="http://schemas.microsoft.com/office/drawing/2014/main" id="{1DA837A8-2D65-4981-B191-C8F12BF7E75A}"/>
              </a:ext>
            </a:extLst>
          </p:cNvPr>
          <p:cNvSpPr txBox="1"/>
          <p:nvPr/>
        </p:nvSpPr>
        <p:spPr>
          <a:xfrm>
            <a:off x="740089" y="2410068"/>
            <a:ext cx="930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Batterie</a:t>
            </a:r>
          </a:p>
        </p:txBody>
      </p:sp>
      <p:cxnSp>
        <p:nvCxnSpPr>
          <p:cNvPr id="63" name="Connecteur droit 62">
            <a:extLst>
              <a:ext uri="{FF2B5EF4-FFF2-40B4-BE49-F238E27FC236}">
                <a16:creationId xmlns:a16="http://schemas.microsoft.com/office/drawing/2014/main" id="{5BEF8ADB-7001-4959-9C66-88982E10E679}"/>
              </a:ext>
            </a:extLst>
          </p:cNvPr>
          <p:cNvCxnSpPr>
            <a:cxnSpLocks/>
          </p:cNvCxnSpPr>
          <p:nvPr/>
        </p:nvCxnSpPr>
        <p:spPr>
          <a:xfrm flipH="1" flipV="1">
            <a:off x="3086780" y="3401799"/>
            <a:ext cx="971740" cy="1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Image 5">
            <a:extLst>
              <a:ext uri="{FF2B5EF4-FFF2-40B4-BE49-F238E27FC236}">
                <a16:creationId xmlns:a16="http://schemas.microsoft.com/office/drawing/2014/main" id="{C6378754-8B45-48FB-919B-CC31BD90D1D5}"/>
              </a:ext>
            </a:extLst>
          </p:cNvPr>
          <p:cNvPicPr>
            <a:picLocks noChangeAspect="1"/>
          </p:cNvPicPr>
          <p:nvPr/>
        </p:nvPicPr>
        <p:blipFill rotWithShape="1"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5400000">
            <a:off x="8530472" y="3551972"/>
            <a:ext cx="804759" cy="329239"/>
          </a:xfrm>
          <a:prstGeom prst="rect">
            <a:avLst/>
          </a:prstGeom>
        </p:spPr>
      </p:pic>
      <p:pic>
        <p:nvPicPr>
          <p:cNvPr id="79" name="Image 78">
            <a:extLst>
              <a:ext uri="{FF2B5EF4-FFF2-40B4-BE49-F238E27FC236}">
                <a16:creationId xmlns:a16="http://schemas.microsoft.com/office/drawing/2014/main" id="{7FB33706-1C7C-4976-8494-B6047FEF0D99}"/>
              </a:ext>
            </a:extLst>
          </p:cNvPr>
          <p:cNvPicPr>
            <a:picLocks noChangeAspect="1"/>
          </p:cNvPicPr>
          <p:nvPr/>
        </p:nvPicPr>
        <p:blipFill rotWithShape="1"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5400000">
            <a:off x="7567359" y="3523928"/>
            <a:ext cx="804759" cy="329239"/>
          </a:xfrm>
          <a:prstGeom prst="rect">
            <a:avLst/>
          </a:prstGeom>
        </p:spPr>
      </p:pic>
      <p:pic>
        <p:nvPicPr>
          <p:cNvPr id="80" name="Image 79">
            <a:extLst>
              <a:ext uri="{FF2B5EF4-FFF2-40B4-BE49-F238E27FC236}">
                <a16:creationId xmlns:a16="http://schemas.microsoft.com/office/drawing/2014/main" id="{8FEAE9F1-4DE0-4C6E-A64B-72385DE5E790}"/>
              </a:ext>
            </a:extLst>
          </p:cNvPr>
          <p:cNvPicPr>
            <a:picLocks noChangeAspect="1"/>
          </p:cNvPicPr>
          <p:nvPr/>
        </p:nvPicPr>
        <p:blipFill rotWithShape="1"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5400000">
            <a:off x="6845971" y="3379263"/>
            <a:ext cx="804759" cy="329239"/>
          </a:xfrm>
          <a:prstGeom prst="rect">
            <a:avLst/>
          </a:prstGeom>
        </p:spPr>
      </p:pic>
      <p:pic>
        <p:nvPicPr>
          <p:cNvPr id="81" name="Image 80">
            <a:extLst>
              <a:ext uri="{FF2B5EF4-FFF2-40B4-BE49-F238E27FC236}">
                <a16:creationId xmlns:a16="http://schemas.microsoft.com/office/drawing/2014/main" id="{7C02E0D8-A26D-4302-8805-58819020095A}"/>
              </a:ext>
            </a:extLst>
          </p:cNvPr>
          <p:cNvPicPr>
            <a:picLocks noChangeAspect="1"/>
          </p:cNvPicPr>
          <p:nvPr/>
        </p:nvPicPr>
        <p:blipFill rotWithShape="1"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10800000">
            <a:off x="2694612" y="3199698"/>
            <a:ext cx="804759" cy="329239"/>
          </a:xfrm>
          <a:prstGeom prst="rect">
            <a:avLst/>
          </a:prstGeom>
        </p:spPr>
      </p:pic>
      <p:sp>
        <p:nvSpPr>
          <p:cNvPr id="59" name="ZoneTexte 58">
            <a:extLst>
              <a:ext uri="{FF2B5EF4-FFF2-40B4-BE49-F238E27FC236}">
                <a16:creationId xmlns:a16="http://schemas.microsoft.com/office/drawing/2014/main" id="{D5381FF3-4ADA-47D6-B099-8D43F2E1E70A}"/>
              </a:ext>
            </a:extLst>
          </p:cNvPr>
          <p:cNvSpPr txBox="1"/>
          <p:nvPr/>
        </p:nvSpPr>
        <p:spPr>
          <a:xfrm>
            <a:off x="9618887" y="1615275"/>
            <a:ext cx="48763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00" dirty="0"/>
              <a:t>5 cm</a:t>
            </a:r>
          </a:p>
        </p:txBody>
      </p:sp>
      <p:sp>
        <p:nvSpPr>
          <p:cNvPr id="60" name="ZoneTexte 59">
            <a:extLst>
              <a:ext uri="{FF2B5EF4-FFF2-40B4-BE49-F238E27FC236}">
                <a16:creationId xmlns:a16="http://schemas.microsoft.com/office/drawing/2014/main" id="{0091657E-0E9B-43C9-BD12-A70B47F746AB}"/>
              </a:ext>
            </a:extLst>
          </p:cNvPr>
          <p:cNvSpPr txBox="1"/>
          <p:nvPr/>
        </p:nvSpPr>
        <p:spPr>
          <a:xfrm>
            <a:off x="9646888" y="2546365"/>
            <a:ext cx="48763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00" dirty="0"/>
              <a:t>5 cm</a:t>
            </a:r>
          </a:p>
        </p:txBody>
      </p:sp>
      <p:sp>
        <p:nvSpPr>
          <p:cNvPr id="61" name="ZoneTexte 60">
            <a:extLst>
              <a:ext uri="{FF2B5EF4-FFF2-40B4-BE49-F238E27FC236}">
                <a16:creationId xmlns:a16="http://schemas.microsoft.com/office/drawing/2014/main" id="{20F4FB93-3809-4D13-B746-89D3361964B0}"/>
              </a:ext>
            </a:extLst>
          </p:cNvPr>
          <p:cNvSpPr txBox="1"/>
          <p:nvPr/>
        </p:nvSpPr>
        <p:spPr>
          <a:xfrm>
            <a:off x="9676215" y="4118393"/>
            <a:ext cx="48763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00" dirty="0"/>
              <a:t>5 cm</a:t>
            </a:r>
          </a:p>
        </p:txBody>
      </p:sp>
      <p:sp>
        <p:nvSpPr>
          <p:cNvPr id="64" name="ZoneTexte 63">
            <a:extLst>
              <a:ext uri="{FF2B5EF4-FFF2-40B4-BE49-F238E27FC236}">
                <a16:creationId xmlns:a16="http://schemas.microsoft.com/office/drawing/2014/main" id="{AAF0D0BF-DD5F-4E0D-9716-17EA29D6BDFB}"/>
              </a:ext>
            </a:extLst>
          </p:cNvPr>
          <p:cNvSpPr txBox="1"/>
          <p:nvPr/>
        </p:nvSpPr>
        <p:spPr>
          <a:xfrm>
            <a:off x="9680646" y="3111490"/>
            <a:ext cx="48763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00" dirty="0"/>
              <a:t>5 cm</a:t>
            </a:r>
          </a:p>
        </p:txBody>
      </p:sp>
      <p:sp>
        <p:nvSpPr>
          <p:cNvPr id="65" name="ZoneTexte 64">
            <a:extLst>
              <a:ext uri="{FF2B5EF4-FFF2-40B4-BE49-F238E27FC236}">
                <a16:creationId xmlns:a16="http://schemas.microsoft.com/office/drawing/2014/main" id="{10C63CB0-F08B-45ED-8BD2-D4AC2A7357A3}"/>
              </a:ext>
            </a:extLst>
          </p:cNvPr>
          <p:cNvSpPr txBox="1"/>
          <p:nvPr/>
        </p:nvSpPr>
        <p:spPr>
          <a:xfrm>
            <a:off x="9654843" y="2148874"/>
            <a:ext cx="48763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00" dirty="0"/>
              <a:t>5 cm</a:t>
            </a:r>
          </a:p>
        </p:txBody>
      </p:sp>
      <p:sp>
        <p:nvSpPr>
          <p:cNvPr id="67" name="ZoneTexte 66">
            <a:extLst>
              <a:ext uri="{FF2B5EF4-FFF2-40B4-BE49-F238E27FC236}">
                <a16:creationId xmlns:a16="http://schemas.microsoft.com/office/drawing/2014/main" id="{6D79D430-F941-4E54-8FA2-B3A7A168EAE3}"/>
              </a:ext>
            </a:extLst>
          </p:cNvPr>
          <p:cNvSpPr txBox="1"/>
          <p:nvPr/>
        </p:nvSpPr>
        <p:spPr>
          <a:xfrm>
            <a:off x="7979576" y="4162099"/>
            <a:ext cx="48763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00" dirty="0"/>
              <a:t>7 cm</a:t>
            </a:r>
          </a:p>
        </p:txBody>
      </p:sp>
      <p:sp>
        <p:nvSpPr>
          <p:cNvPr id="69" name="ZoneTexte 68">
            <a:extLst>
              <a:ext uri="{FF2B5EF4-FFF2-40B4-BE49-F238E27FC236}">
                <a16:creationId xmlns:a16="http://schemas.microsoft.com/office/drawing/2014/main" id="{D6A1F76D-FF3A-46DA-84E7-EDE715E2641F}"/>
              </a:ext>
            </a:extLst>
          </p:cNvPr>
          <p:cNvSpPr txBox="1"/>
          <p:nvPr/>
        </p:nvSpPr>
        <p:spPr>
          <a:xfrm>
            <a:off x="7897607" y="1749926"/>
            <a:ext cx="48763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00" dirty="0"/>
              <a:t>5 cm</a:t>
            </a:r>
          </a:p>
        </p:txBody>
      </p:sp>
      <p:sp>
        <p:nvSpPr>
          <p:cNvPr id="70" name="ZoneTexte 69">
            <a:extLst>
              <a:ext uri="{FF2B5EF4-FFF2-40B4-BE49-F238E27FC236}">
                <a16:creationId xmlns:a16="http://schemas.microsoft.com/office/drawing/2014/main" id="{B7D25A6F-66F1-44E0-9BBA-DFED02512AD3}"/>
              </a:ext>
            </a:extLst>
          </p:cNvPr>
          <p:cNvSpPr txBox="1"/>
          <p:nvPr/>
        </p:nvSpPr>
        <p:spPr>
          <a:xfrm>
            <a:off x="7253994" y="2699697"/>
            <a:ext cx="48763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00" dirty="0"/>
              <a:t>5 cm</a:t>
            </a:r>
          </a:p>
        </p:txBody>
      </p:sp>
      <p:pic>
        <p:nvPicPr>
          <p:cNvPr id="75" name="Image 74">
            <a:extLst>
              <a:ext uri="{FF2B5EF4-FFF2-40B4-BE49-F238E27FC236}">
                <a16:creationId xmlns:a16="http://schemas.microsoft.com/office/drawing/2014/main" id="{90BE24BB-EFC0-4462-A876-C5489686A18A}"/>
              </a:ext>
            </a:extLst>
          </p:cNvPr>
          <p:cNvPicPr>
            <a:picLocks noChangeAspect="1"/>
          </p:cNvPicPr>
          <p:nvPr/>
        </p:nvPicPr>
        <p:blipFill rotWithShape="1"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0651904" y="2616408"/>
            <a:ext cx="796540" cy="591195"/>
          </a:xfrm>
          <a:prstGeom prst="rect">
            <a:avLst/>
          </a:prstGeom>
        </p:spPr>
      </p:pic>
      <p:pic>
        <p:nvPicPr>
          <p:cNvPr id="76" name="Image 75">
            <a:extLst>
              <a:ext uri="{FF2B5EF4-FFF2-40B4-BE49-F238E27FC236}">
                <a16:creationId xmlns:a16="http://schemas.microsoft.com/office/drawing/2014/main" id="{B6C18FD8-B37C-4731-B5E1-F407062F494B}"/>
              </a:ext>
            </a:extLst>
          </p:cNvPr>
          <p:cNvPicPr>
            <a:picLocks noChangeAspect="1"/>
          </p:cNvPicPr>
          <p:nvPr/>
        </p:nvPicPr>
        <p:blipFill rotWithShape="1"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0604024" y="1676797"/>
            <a:ext cx="796540" cy="591195"/>
          </a:xfrm>
          <a:prstGeom prst="rect">
            <a:avLst/>
          </a:prstGeom>
        </p:spPr>
      </p:pic>
      <p:sp>
        <p:nvSpPr>
          <p:cNvPr id="77" name="ZoneTexte 76">
            <a:extLst>
              <a:ext uri="{FF2B5EF4-FFF2-40B4-BE49-F238E27FC236}">
                <a16:creationId xmlns:a16="http://schemas.microsoft.com/office/drawing/2014/main" id="{57AEEB4D-EF3A-4FF6-8882-49ACDEC4E4B7}"/>
              </a:ext>
            </a:extLst>
          </p:cNvPr>
          <p:cNvSpPr txBox="1"/>
          <p:nvPr/>
        </p:nvSpPr>
        <p:spPr>
          <a:xfrm>
            <a:off x="2101806" y="3364318"/>
            <a:ext cx="48763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00" dirty="0"/>
              <a:t>7 cm</a:t>
            </a:r>
          </a:p>
        </p:txBody>
      </p:sp>
      <p:pic>
        <p:nvPicPr>
          <p:cNvPr id="78" name="Image 77">
            <a:extLst>
              <a:ext uri="{FF2B5EF4-FFF2-40B4-BE49-F238E27FC236}">
                <a16:creationId xmlns:a16="http://schemas.microsoft.com/office/drawing/2014/main" id="{54B93BF4-B263-4B0E-918E-03967528161D}"/>
              </a:ext>
            </a:extLst>
          </p:cNvPr>
          <p:cNvPicPr>
            <a:picLocks noChangeAspect="1"/>
          </p:cNvPicPr>
          <p:nvPr/>
        </p:nvPicPr>
        <p:blipFill rotWithShape="1"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10800000">
            <a:off x="2690521" y="3842167"/>
            <a:ext cx="804759" cy="329239"/>
          </a:xfrm>
          <a:prstGeom prst="rect">
            <a:avLst/>
          </a:prstGeom>
        </p:spPr>
      </p:pic>
      <p:cxnSp>
        <p:nvCxnSpPr>
          <p:cNvPr id="82" name="Connecteur droit 81">
            <a:extLst>
              <a:ext uri="{FF2B5EF4-FFF2-40B4-BE49-F238E27FC236}">
                <a16:creationId xmlns:a16="http://schemas.microsoft.com/office/drawing/2014/main" id="{F82FDA02-557B-492A-B1A2-F81723501A9B}"/>
              </a:ext>
            </a:extLst>
          </p:cNvPr>
          <p:cNvCxnSpPr>
            <a:cxnSpLocks/>
          </p:cNvCxnSpPr>
          <p:nvPr/>
        </p:nvCxnSpPr>
        <p:spPr>
          <a:xfrm flipV="1">
            <a:off x="4030520" y="3982984"/>
            <a:ext cx="1" cy="808662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ZoneTexte 84">
            <a:extLst>
              <a:ext uri="{FF2B5EF4-FFF2-40B4-BE49-F238E27FC236}">
                <a16:creationId xmlns:a16="http://schemas.microsoft.com/office/drawing/2014/main" id="{66C841A7-AA42-489E-A3EF-8792CEFCA57E}"/>
              </a:ext>
            </a:extLst>
          </p:cNvPr>
          <p:cNvSpPr txBox="1"/>
          <p:nvPr/>
        </p:nvSpPr>
        <p:spPr>
          <a:xfrm>
            <a:off x="2105800" y="3749721"/>
            <a:ext cx="48763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00" dirty="0"/>
              <a:t>7 cm</a:t>
            </a:r>
          </a:p>
        </p:txBody>
      </p:sp>
      <p:sp>
        <p:nvSpPr>
          <p:cNvPr id="87" name="ZoneTexte 86">
            <a:extLst>
              <a:ext uri="{FF2B5EF4-FFF2-40B4-BE49-F238E27FC236}">
                <a16:creationId xmlns:a16="http://schemas.microsoft.com/office/drawing/2014/main" id="{9DEC145D-97FE-46BD-8B4E-3AE1049CD213}"/>
              </a:ext>
            </a:extLst>
          </p:cNvPr>
          <p:cNvSpPr txBox="1"/>
          <p:nvPr/>
        </p:nvSpPr>
        <p:spPr>
          <a:xfrm>
            <a:off x="6012818" y="4766997"/>
            <a:ext cx="48763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00" dirty="0"/>
              <a:t>7 cm</a:t>
            </a:r>
          </a:p>
        </p:txBody>
      </p:sp>
      <p:sp>
        <p:nvSpPr>
          <p:cNvPr id="89" name="ZoneTexte 88">
            <a:extLst>
              <a:ext uri="{FF2B5EF4-FFF2-40B4-BE49-F238E27FC236}">
                <a16:creationId xmlns:a16="http://schemas.microsoft.com/office/drawing/2014/main" id="{7A70E299-9245-443E-AB2E-CFFF4D20FBCF}"/>
              </a:ext>
            </a:extLst>
          </p:cNvPr>
          <p:cNvSpPr txBox="1"/>
          <p:nvPr/>
        </p:nvSpPr>
        <p:spPr>
          <a:xfrm>
            <a:off x="3550904" y="3153138"/>
            <a:ext cx="48763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00" dirty="0"/>
              <a:t>7 cm</a:t>
            </a:r>
          </a:p>
        </p:txBody>
      </p:sp>
      <p:sp>
        <p:nvSpPr>
          <p:cNvPr id="90" name="ZoneTexte 89">
            <a:extLst>
              <a:ext uri="{FF2B5EF4-FFF2-40B4-BE49-F238E27FC236}">
                <a16:creationId xmlns:a16="http://schemas.microsoft.com/office/drawing/2014/main" id="{A8F32483-9DFE-43CD-8FD4-0F81C1212B0F}"/>
              </a:ext>
            </a:extLst>
          </p:cNvPr>
          <p:cNvSpPr txBox="1"/>
          <p:nvPr/>
        </p:nvSpPr>
        <p:spPr>
          <a:xfrm>
            <a:off x="6676585" y="3820756"/>
            <a:ext cx="48763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00" dirty="0"/>
              <a:t>5 cm</a:t>
            </a:r>
          </a:p>
        </p:txBody>
      </p:sp>
      <p:sp>
        <p:nvSpPr>
          <p:cNvPr id="91" name="ZoneTexte 90">
            <a:extLst>
              <a:ext uri="{FF2B5EF4-FFF2-40B4-BE49-F238E27FC236}">
                <a16:creationId xmlns:a16="http://schemas.microsoft.com/office/drawing/2014/main" id="{94B0CF91-AA0B-4DCB-B2FD-85D3AFEE528D}"/>
              </a:ext>
            </a:extLst>
          </p:cNvPr>
          <p:cNvSpPr txBox="1"/>
          <p:nvPr/>
        </p:nvSpPr>
        <p:spPr>
          <a:xfrm>
            <a:off x="7263253" y="4069596"/>
            <a:ext cx="48763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00" dirty="0"/>
              <a:t>7 cm</a:t>
            </a:r>
          </a:p>
        </p:txBody>
      </p:sp>
      <p:sp>
        <p:nvSpPr>
          <p:cNvPr id="93" name="ZoneTexte 92">
            <a:extLst>
              <a:ext uri="{FF2B5EF4-FFF2-40B4-BE49-F238E27FC236}">
                <a16:creationId xmlns:a16="http://schemas.microsoft.com/office/drawing/2014/main" id="{37385537-88CC-4A45-BC25-4A083F62289F}"/>
              </a:ext>
            </a:extLst>
          </p:cNvPr>
          <p:cNvSpPr txBox="1"/>
          <p:nvPr/>
        </p:nvSpPr>
        <p:spPr>
          <a:xfrm>
            <a:off x="8466050" y="4274622"/>
            <a:ext cx="48763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00" dirty="0"/>
              <a:t>7 cm</a:t>
            </a:r>
          </a:p>
        </p:txBody>
      </p:sp>
      <p:pic>
        <p:nvPicPr>
          <p:cNvPr id="73" name="Image 72">
            <a:extLst>
              <a:ext uri="{FF2B5EF4-FFF2-40B4-BE49-F238E27FC236}">
                <a16:creationId xmlns:a16="http://schemas.microsoft.com/office/drawing/2014/main" id="{2199772B-296A-48A5-90CA-557EB2B3101B}"/>
              </a:ext>
            </a:extLst>
          </p:cNvPr>
          <p:cNvPicPr>
            <a:picLocks noChangeAspect="1"/>
          </p:cNvPicPr>
          <p:nvPr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8829344" flipH="1">
            <a:off x="10611578" y="4164602"/>
            <a:ext cx="778065" cy="771471"/>
          </a:xfrm>
          <a:prstGeom prst="roundRect">
            <a:avLst>
              <a:gd name="adj" fmla="val 50000"/>
            </a:avLst>
          </a:prstGeom>
        </p:spPr>
      </p:pic>
      <p:sp>
        <p:nvSpPr>
          <p:cNvPr id="2" name="ZoneTexte 1">
            <a:extLst>
              <a:ext uri="{FF2B5EF4-FFF2-40B4-BE49-F238E27FC236}">
                <a16:creationId xmlns:a16="http://schemas.microsoft.com/office/drawing/2014/main" id="{C471355C-42CB-44DC-AC2D-56F2387F9102}"/>
              </a:ext>
            </a:extLst>
          </p:cNvPr>
          <p:cNvSpPr txBox="1"/>
          <p:nvPr/>
        </p:nvSpPr>
        <p:spPr>
          <a:xfrm>
            <a:off x="1228254" y="5779559"/>
            <a:ext cx="666618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600" b="1" dirty="0"/>
              <a:t>Câblage Caisson Batterie v5 mono</a:t>
            </a:r>
          </a:p>
        </p:txBody>
      </p:sp>
    </p:spTree>
    <p:extLst>
      <p:ext uri="{BB962C8B-B14F-4D97-AF65-F5344CB8AC3E}">
        <p14:creationId xmlns:p14="http://schemas.microsoft.com/office/powerpoint/2010/main" val="288334869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78" name="Connecteur droit 177">
            <a:extLst>
              <a:ext uri="{FF2B5EF4-FFF2-40B4-BE49-F238E27FC236}">
                <a16:creationId xmlns:a16="http://schemas.microsoft.com/office/drawing/2014/main" id="{B4675436-5ADF-416A-90B7-E4092BDED464}"/>
              </a:ext>
            </a:extLst>
          </p:cNvPr>
          <p:cNvCxnSpPr>
            <a:cxnSpLocks/>
          </p:cNvCxnSpPr>
          <p:nvPr/>
        </p:nvCxnSpPr>
        <p:spPr>
          <a:xfrm flipH="1">
            <a:off x="6720840" y="534493"/>
            <a:ext cx="2729670" cy="0"/>
          </a:xfrm>
          <a:prstGeom prst="line">
            <a:avLst/>
          </a:prstGeom>
          <a:ln w="5715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0" name="Connecteur droit 179">
            <a:extLst>
              <a:ext uri="{FF2B5EF4-FFF2-40B4-BE49-F238E27FC236}">
                <a16:creationId xmlns:a16="http://schemas.microsoft.com/office/drawing/2014/main" id="{9A265238-3EBC-4AA9-81D9-ACB972294694}"/>
              </a:ext>
            </a:extLst>
          </p:cNvPr>
          <p:cNvCxnSpPr>
            <a:cxnSpLocks/>
          </p:cNvCxnSpPr>
          <p:nvPr/>
        </p:nvCxnSpPr>
        <p:spPr>
          <a:xfrm flipH="1">
            <a:off x="6723731" y="620911"/>
            <a:ext cx="2729670" cy="0"/>
          </a:xfrm>
          <a:prstGeom prst="line">
            <a:avLst/>
          </a:prstGeom>
          <a:ln w="5715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2" name="Image 171">
            <a:extLst>
              <a:ext uri="{FF2B5EF4-FFF2-40B4-BE49-F238E27FC236}">
                <a16:creationId xmlns:a16="http://schemas.microsoft.com/office/drawing/2014/main" id="{C2E0DC9B-2907-45F3-93DB-FCE2CEE5C6A9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screen">
            <a:grayscl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299504" y="227531"/>
            <a:ext cx="1407191" cy="860777"/>
          </a:xfrm>
          <a:prstGeom prst="roundRect">
            <a:avLst>
              <a:gd name="adj" fmla="val 18052"/>
            </a:avLst>
          </a:prstGeom>
        </p:spPr>
      </p:pic>
      <p:sp>
        <p:nvSpPr>
          <p:cNvPr id="181" name="ZoneTexte 180">
            <a:extLst>
              <a:ext uri="{FF2B5EF4-FFF2-40B4-BE49-F238E27FC236}">
                <a16:creationId xmlns:a16="http://schemas.microsoft.com/office/drawing/2014/main" id="{87EF485F-5573-4962-96C9-9468303E44E1}"/>
              </a:ext>
            </a:extLst>
          </p:cNvPr>
          <p:cNvSpPr txBox="1"/>
          <p:nvPr/>
        </p:nvSpPr>
        <p:spPr>
          <a:xfrm>
            <a:off x="7728289" y="277725"/>
            <a:ext cx="56618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00" dirty="0"/>
              <a:t>10 cm</a:t>
            </a:r>
          </a:p>
        </p:txBody>
      </p:sp>
      <p:sp>
        <p:nvSpPr>
          <p:cNvPr id="182" name="ZoneTexte 181">
            <a:extLst>
              <a:ext uri="{FF2B5EF4-FFF2-40B4-BE49-F238E27FC236}">
                <a16:creationId xmlns:a16="http://schemas.microsoft.com/office/drawing/2014/main" id="{5A11191B-9C15-4407-81EF-8D90DBF644A9}"/>
              </a:ext>
            </a:extLst>
          </p:cNvPr>
          <p:cNvSpPr txBox="1"/>
          <p:nvPr/>
        </p:nvSpPr>
        <p:spPr>
          <a:xfrm>
            <a:off x="10707601" y="364826"/>
            <a:ext cx="129582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b="1" dirty="0"/>
              <a:t>Interrupteur magnétique</a:t>
            </a:r>
          </a:p>
          <a:p>
            <a:r>
              <a:rPr lang="fr-FR" sz="1200" dirty="0"/>
              <a:t>tape arrière</a:t>
            </a:r>
            <a:endParaRPr lang="fr-FR" sz="1050" dirty="0"/>
          </a:p>
        </p:txBody>
      </p:sp>
      <p:pic>
        <p:nvPicPr>
          <p:cNvPr id="198" name="Image 197">
            <a:extLst>
              <a:ext uri="{FF2B5EF4-FFF2-40B4-BE49-F238E27FC236}">
                <a16:creationId xmlns:a16="http://schemas.microsoft.com/office/drawing/2014/main" id="{9B21700E-A31E-4EEB-B3E0-EC3AAC8A0B68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screen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33000"/>
                    </a14:imgEffect>
                    <a14:imgEffect>
                      <a14:brightnessContrast bright="20000" contrast="-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10800000">
            <a:off x="6365429" y="364824"/>
            <a:ext cx="487633" cy="491111"/>
          </a:xfrm>
          <a:prstGeom prst="rect">
            <a:avLst/>
          </a:prstGeom>
        </p:spPr>
      </p:pic>
      <p:grpSp>
        <p:nvGrpSpPr>
          <p:cNvPr id="3" name="Groupe 2">
            <a:extLst>
              <a:ext uri="{FF2B5EF4-FFF2-40B4-BE49-F238E27FC236}">
                <a16:creationId xmlns:a16="http://schemas.microsoft.com/office/drawing/2014/main" id="{2932161F-7FB8-4BF1-B1C5-A43FE4BE0827}"/>
              </a:ext>
            </a:extLst>
          </p:cNvPr>
          <p:cNvGrpSpPr/>
          <p:nvPr/>
        </p:nvGrpSpPr>
        <p:grpSpPr>
          <a:xfrm>
            <a:off x="6245739" y="2027542"/>
            <a:ext cx="5353140" cy="827250"/>
            <a:chOff x="6561989" y="4697086"/>
            <a:chExt cx="5353140" cy="827250"/>
          </a:xfrm>
        </p:grpSpPr>
        <p:cxnSp>
          <p:nvCxnSpPr>
            <p:cNvPr id="18" name="Connecteur droit 17">
              <a:extLst>
                <a:ext uri="{FF2B5EF4-FFF2-40B4-BE49-F238E27FC236}">
                  <a16:creationId xmlns:a16="http://schemas.microsoft.com/office/drawing/2014/main" id="{575913F0-CEA9-4837-87AA-AABD23DF144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758870" y="4937503"/>
              <a:ext cx="170688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Connecteur droit 18">
              <a:extLst>
                <a:ext uri="{FF2B5EF4-FFF2-40B4-BE49-F238E27FC236}">
                  <a16:creationId xmlns:a16="http://schemas.microsoft.com/office/drawing/2014/main" id="{292D8313-7B6F-4D13-A7B3-63BFAC7A59E4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758870" y="5294805"/>
              <a:ext cx="1706881" cy="11914"/>
            </a:xfrm>
            <a:prstGeom prst="line">
              <a:avLst/>
            </a:prstGeom>
            <a:ln w="5715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Connecteur droit 19">
              <a:extLst>
                <a:ext uri="{FF2B5EF4-FFF2-40B4-BE49-F238E27FC236}">
                  <a16:creationId xmlns:a16="http://schemas.microsoft.com/office/drawing/2014/main" id="{14C32680-36A6-4C89-8001-05DAD53A5FA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758870" y="5043345"/>
              <a:ext cx="1706880" cy="0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Connecteur droit 20">
              <a:extLst>
                <a:ext uri="{FF2B5EF4-FFF2-40B4-BE49-F238E27FC236}">
                  <a16:creationId xmlns:a16="http://schemas.microsoft.com/office/drawing/2014/main" id="{0334C6EF-9785-4D88-B38D-DF89AF509FD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758870" y="5167453"/>
              <a:ext cx="1706880" cy="0"/>
            </a:xfrm>
            <a:prstGeom prst="line">
              <a:avLst/>
            </a:prstGeom>
            <a:ln w="5715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ZoneTexte 25">
              <a:extLst>
                <a:ext uri="{FF2B5EF4-FFF2-40B4-BE49-F238E27FC236}">
                  <a16:creationId xmlns:a16="http://schemas.microsoft.com/office/drawing/2014/main" id="{4B8DA4C4-3DF9-4960-B228-8A71FD1EA28D}"/>
                </a:ext>
              </a:extLst>
            </p:cNvPr>
            <p:cNvSpPr txBox="1"/>
            <p:nvPr/>
          </p:nvSpPr>
          <p:spPr>
            <a:xfrm>
              <a:off x="8312568" y="4697086"/>
              <a:ext cx="566181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1200" dirty="0"/>
                <a:t>10 cm</a:t>
              </a:r>
            </a:p>
          </p:txBody>
        </p:sp>
        <p:pic>
          <p:nvPicPr>
            <p:cNvPr id="17" name="Image 16">
              <a:extLst>
                <a:ext uri="{FF2B5EF4-FFF2-40B4-BE49-F238E27FC236}">
                  <a16:creationId xmlns:a16="http://schemas.microsoft.com/office/drawing/2014/main" id="{196F90B8-4FF9-4236-9D28-A50E5A762DA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 rot="18829344" flipH="1">
              <a:off x="9252005" y="4735614"/>
              <a:ext cx="778065" cy="771471"/>
            </a:xfrm>
            <a:prstGeom prst="roundRect">
              <a:avLst>
                <a:gd name="adj" fmla="val 50000"/>
              </a:avLst>
            </a:prstGeom>
          </p:spPr>
        </p:pic>
        <p:sp>
          <p:nvSpPr>
            <p:cNvPr id="98" name="ZoneTexte 97">
              <a:extLst>
                <a:ext uri="{FF2B5EF4-FFF2-40B4-BE49-F238E27FC236}">
                  <a16:creationId xmlns:a16="http://schemas.microsoft.com/office/drawing/2014/main" id="{875DA04E-60F1-44BC-A48E-ACA2177F6ED5}"/>
                </a:ext>
              </a:extLst>
            </p:cNvPr>
            <p:cNvSpPr txBox="1"/>
            <p:nvPr/>
          </p:nvSpPr>
          <p:spPr>
            <a:xfrm>
              <a:off x="10624977" y="4898760"/>
              <a:ext cx="129015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/>
                <a:t>Communication Moteur</a:t>
              </a:r>
            </a:p>
          </p:txBody>
        </p:sp>
        <p:sp>
          <p:nvSpPr>
            <p:cNvPr id="183" name="ZoneTexte 182">
              <a:extLst>
                <a:ext uri="{FF2B5EF4-FFF2-40B4-BE49-F238E27FC236}">
                  <a16:creationId xmlns:a16="http://schemas.microsoft.com/office/drawing/2014/main" id="{2E0EB48B-033B-4D18-BA51-06908D0C8A88}"/>
                </a:ext>
              </a:extLst>
            </p:cNvPr>
            <p:cNvSpPr txBox="1"/>
            <p:nvPr/>
          </p:nvSpPr>
          <p:spPr>
            <a:xfrm>
              <a:off x="10105058" y="4766732"/>
              <a:ext cx="461986" cy="73866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1050" dirty="0"/>
                <a:t>GND</a:t>
              </a:r>
            </a:p>
            <a:p>
              <a:r>
                <a:rPr lang="fr-FR" sz="1050" dirty="0"/>
                <a:t>GPIO</a:t>
              </a:r>
            </a:p>
            <a:p>
              <a:r>
                <a:rPr lang="fr-FR" sz="1050" dirty="0"/>
                <a:t>SCL</a:t>
              </a:r>
            </a:p>
            <a:p>
              <a:r>
                <a:rPr lang="fr-FR" sz="1050" dirty="0"/>
                <a:t>SDA</a:t>
              </a:r>
            </a:p>
          </p:txBody>
        </p:sp>
        <p:pic>
          <p:nvPicPr>
            <p:cNvPr id="194" name="Image 193">
              <a:extLst>
                <a:ext uri="{FF2B5EF4-FFF2-40B4-BE49-F238E27FC236}">
                  <a16:creationId xmlns:a16="http://schemas.microsoft.com/office/drawing/2014/main" id="{CC99FA19-3361-4DC8-99CF-7BD8A2B3FC2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7223037" y="4716577"/>
              <a:ext cx="536184" cy="807759"/>
            </a:xfrm>
            <a:prstGeom prst="rect">
              <a:avLst/>
            </a:prstGeom>
          </p:spPr>
        </p:pic>
        <p:sp>
          <p:nvSpPr>
            <p:cNvPr id="201" name="ZoneTexte 200">
              <a:extLst>
                <a:ext uri="{FF2B5EF4-FFF2-40B4-BE49-F238E27FC236}">
                  <a16:creationId xmlns:a16="http://schemas.microsoft.com/office/drawing/2014/main" id="{0F6C3394-C44E-40B4-B3B3-287C73C882E8}"/>
                </a:ext>
              </a:extLst>
            </p:cNvPr>
            <p:cNvSpPr txBox="1"/>
            <p:nvPr/>
          </p:nvSpPr>
          <p:spPr>
            <a:xfrm>
              <a:off x="6561989" y="4921843"/>
              <a:ext cx="657552" cy="4154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1050" dirty="0"/>
                <a:t>JST 4 pin</a:t>
              </a:r>
            </a:p>
            <a:p>
              <a:r>
                <a:rPr lang="fr-FR" sz="1050" dirty="0"/>
                <a:t>à sertir</a:t>
              </a:r>
            </a:p>
          </p:txBody>
        </p:sp>
      </p:grpSp>
      <p:grpSp>
        <p:nvGrpSpPr>
          <p:cNvPr id="4" name="Groupe 3">
            <a:extLst>
              <a:ext uri="{FF2B5EF4-FFF2-40B4-BE49-F238E27FC236}">
                <a16:creationId xmlns:a16="http://schemas.microsoft.com/office/drawing/2014/main" id="{978168B6-0CA6-417F-8469-67510450CF42}"/>
              </a:ext>
            </a:extLst>
          </p:cNvPr>
          <p:cNvGrpSpPr/>
          <p:nvPr/>
        </p:nvGrpSpPr>
        <p:grpSpPr>
          <a:xfrm>
            <a:off x="6304817" y="3173579"/>
            <a:ext cx="5016807" cy="819752"/>
            <a:chOff x="6946637" y="5443791"/>
            <a:chExt cx="5016807" cy="819752"/>
          </a:xfrm>
        </p:grpSpPr>
        <p:cxnSp>
          <p:nvCxnSpPr>
            <p:cNvPr id="83" name="Connecteur droit 82">
              <a:extLst>
                <a:ext uri="{FF2B5EF4-FFF2-40B4-BE49-F238E27FC236}">
                  <a16:creationId xmlns:a16="http://schemas.microsoft.com/office/drawing/2014/main" id="{6626060B-6BA2-465F-ABD5-12238A45DD4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083111" y="5992362"/>
              <a:ext cx="1706880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Connecteur droit 83">
              <a:extLst>
                <a:ext uri="{FF2B5EF4-FFF2-40B4-BE49-F238E27FC236}">
                  <a16:creationId xmlns:a16="http://schemas.microsoft.com/office/drawing/2014/main" id="{E24865B0-A620-4651-93DA-1818359D2E6A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8083111" y="5849746"/>
              <a:ext cx="1706881" cy="11914"/>
            </a:xfrm>
            <a:prstGeom prst="line">
              <a:avLst/>
            </a:prstGeom>
            <a:ln w="3810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Connecteur droit 84">
              <a:extLst>
                <a:ext uri="{FF2B5EF4-FFF2-40B4-BE49-F238E27FC236}">
                  <a16:creationId xmlns:a16="http://schemas.microsoft.com/office/drawing/2014/main" id="{3C6F1B33-DA86-4C98-9AA8-BB388607D3D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083111" y="5924446"/>
              <a:ext cx="1706880" cy="0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" name="Connecteur droit 86">
              <a:extLst>
                <a:ext uri="{FF2B5EF4-FFF2-40B4-BE49-F238E27FC236}">
                  <a16:creationId xmlns:a16="http://schemas.microsoft.com/office/drawing/2014/main" id="{0DDF7D57-A7EB-4453-A5B4-4CCD925DC1A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083111" y="5790609"/>
              <a:ext cx="1706880" cy="0"/>
            </a:xfrm>
            <a:prstGeom prst="line">
              <a:avLst/>
            </a:prstGeom>
            <a:ln w="381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0" name="ZoneTexte 89">
              <a:extLst>
                <a:ext uri="{FF2B5EF4-FFF2-40B4-BE49-F238E27FC236}">
                  <a16:creationId xmlns:a16="http://schemas.microsoft.com/office/drawing/2014/main" id="{5AB45A6E-BEB4-4FCA-A1DD-9FDE6C0FB9ED}"/>
                </a:ext>
              </a:extLst>
            </p:cNvPr>
            <p:cNvSpPr txBox="1"/>
            <p:nvPr/>
          </p:nvSpPr>
          <p:spPr>
            <a:xfrm>
              <a:off x="8686929" y="5534404"/>
              <a:ext cx="48763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1200" dirty="0"/>
                <a:t>7 cm</a:t>
              </a:r>
            </a:p>
          </p:txBody>
        </p:sp>
        <p:pic>
          <p:nvPicPr>
            <p:cNvPr id="37" name="Image 36">
              <a:extLst>
                <a:ext uri="{FF2B5EF4-FFF2-40B4-BE49-F238E27FC236}">
                  <a16:creationId xmlns:a16="http://schemas.microsoft.com/office/drawing/2014/main" id="{6274530C-45AB-4A40-AFA9-19B618559AC1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7" cstate="screen">
              <a:extLst>
                <a:ext uri="{BEBA8EAE-BF5A-486C-A8C5-ECC9F3942E4B}">
                  <a14:imgProps xmlns:a14="http://schemas.microsoft.com/office/drawing/2010/main">
                    <a14:imgLayer r:embed="rId8">
                      <a14:imgEffect>
                        <a14:brightnessContrast bright="40000" contrast="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 rot="157435">
              <a:off x="9658171" y="5565241"/>
              <a:ext cx="956887" cy="662416"/>
            </a:xfrm>
            <a:prstGeom prst="roundRect">
              <a:avLst>
                <a:gd name="adj" fmla="val 50000"/>
              </a:avLst>
            </a:prstGeom>
          </p:spPr>
        </p:pic>
        <p:sp>
          <p:nvSpPr>
            <p:cNvPr id="95" name="ZoneTexte 94">
              <a:extLst>
                <a:ext uri="{FF2B5EF4-FFF2-40B4-BE49-F238E27FC236}">
                  <a16:creationId xmlns:a16="http://schemas.microsoft.com/office/drawing/2014/main" id="{42C2FEFD-AC39-4D80-8FFD-D06A3ECD14C1}"/>
                </a:ext>
              </a:extLst>
            </p:cNvPr>
            <p:cNvSpPr txBox="1"/>
            <p:nvPr/>
          </p:nvSpPr>
          <p:spPr>
            <a:xfrm>
              <a:off x="11038025" y="5773189"/>
              <a:ext cx="925419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/>
                <a:t>Capteur TP</a:t>
              </a:r>
            </a:p>
          </p:txBody>
        </p:sp>
        <p:sp>
          <p:nvSpPr>
            <p:cNvPr id="184" name="ZoneTexte 183">
              <a:extLst>
                <a:ext uri="{FF2B5EF4-FFF2-40B4-BE49-F238E27FC236}">
                  <a16:creationId xmlns:a16="http://schemas.microsoft.com/office/drawing/2014/main" id="{2AEE07DE-FC56-4376-90E1-98B7536C40EE}"/>
                </a:ext>
              </a:extLst>
            </p:cNvPr>
            <p:cNvSpPr txBox="1"/>
            <p:nvPr/>
          </p:nvSpPr>
          <p:spPr>
            <a:xfrm>
              <a:off x="10571986" y="5524879"/>
              <a:ext cx="463588" cy="73866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1050" dirty="0"/>
                <a:t>3.3 V</a:t>
              </a:r>
            </a:p>
            <a:p>
              <a:r>
                <a:rPr lang="fr-FR" sz="1050" dirty="0"/>
                <a:t>SDA</a:t>
              </a:r>
            </a:p>
            <a:p>
              <a:r>
                <a:rPr lang="fr-FR" sz="1050" dirty="0"/>
                <a:t>SCL</a:t>
              </a:r>
            </a:p>
            <a:p>
              <a:r>
                <a:rPr lang="fr-FR" sz="1050" dirty="0"/>
                <a:t>GND</a:t>
              </a:r>
            </a:p>
          </p:txBody>
        </p:sp>
        <p:pic>
          <p:nvPicPr>
            <p:cNvPr id="200" name="Image 199">
              <a:extLst>
                <a:ext uri="{FF2B5EF4-FFF2-40B4-BE49-F238E27FC236}">
                  <a16:creationId xmlns:a16="http://schemas.microsoft.com/office/drawing/2014/main" id="{9D11A5CE-0F5B-410B-A91A-AB6CC1284FA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7559028" y="5443791"/>
              <a:ext cx="536184" cy="807759"/>
            </a:xfrm>
            <a:prstGeom prst="rect">
              <a:avLst/>
            </a:prstGeom>
          </p:spPr>
        </p:pic>
        <p:sp>
          <p:nvSpPr>
            <p:cNvPr id="81" name="ZoneTexte 80">
              <a:extLst>
                <a:ext uri="{FF2B5EF4-FFF2-40B4-BE49-F238E27FC236}">
                  <a16:creationId xmlns:a16="http://schemas.microsoft.com/office/drawing/2014/main" id="{15DBEEC4-7220-4601-99D9-DACE9C9A85B2}"/>
                </a:ext>
              </a:extLst>
            </p:cNvPr>
            <p:cNvSpPr txBox="1"/>
            <p:nvPr/>
          </p:nvSpPr>
          <p:spPr>
            <a:xfrm>
              <a:off x="6946637" y="5655982"/>
              <a:ext cx="657552" cy="4154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1050" dirty="0"/>
                <a:t>JST 4 pin</a:t>
              </a:r>
            </a:p>
            <a:p>
              <a:r>
                <a:rPr lang="fr-FR" sz="1050" dirty="0"/>
                <a:t>à sertir</a:t>
              </a:r>
            </a:p>
          </p:txBody>
        </p:sp>
      </p:grpSp>
      <p:sp>
        <p:nvSpPr>
          <p:cNvPr id="86" name="ZoneTexte 85">
            <a:extLst>
              <a:ext uri="{FF2B5EF4-FFF2-40B4-BE49-F238E27FC236}">
                <a16:creationId xmlns:a16="http://schemas.microsoft.com/office/drawing/2014/main" id="{CA4E5962-9920-4A6B-9ACF-AFCF1015DFA5}"/>
              </a:ext>
            </a:extLst>
          </p:cNvPr>
          <p:cNvSpPr txBox="1"/>
          <p:nvPr/>
        </p:nvSpPr>
        <p:spPr>
          <a:xfrm>
            <a:off x="5764214" y="399107"/>
            <a:ext cx="657552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50" dirty="0"/>
              <a:t>JST 2 pin</a:t>
            </a:r>
          </a:p>
          <a:p>
            <a:r>
              <a:rPr lang="fr-FR" sz="1050" dirty="0"/>
              <a:t>à sertir</a:t>
            </a:r>
          </a:p>
        </p:txBody>
      </p:sp>
      <p:grpSp>
        <p:nvGrpSpPr>
          <p:cNvPr id="12" name="Groupe 11">
            <a:extLst>
              <a:ext uri="{FF2B5EF4-FFF2-40B4-BE49-F238E27FC236}">
                <a16:creationId xmlns:a16="http://schemas.microsoft.com/office/drawing/2014/main" id="{8F5B629B-DBBA-466E-83B4-A8F73F73750C}"/>
              </a:ext>
            </a:extLst>
          </p:cNvPr>
          <p:cNvGrpSpPr/>
          <p:nvPr/>
        </p:nvGrpSpPr>
        <p:grpSpPr>
          <a:xfrm>
            <a:off x="398514" y="261469"/>
            <a:ext cx="4779711" cy="1675008"/>
            <a:chOff x="29261" y="40461"/>
            <a:chExt cx="4779711" cy="1675008"/>
          </a:xfrm>
        </p:grpSpPr>
        <p:pic>
          <p:nvPicPr>
            <p:cNvPr id="8" name="Image 7">
              <a:extLst>
                <a:ext uri="{FF2B5EF4-FFF2-40B4-BE49-F238E27FC236}">
                  <a16:creationId xmlns:a16="http://schemas.microsoft.com/office/drawing/2014/main" id="{1BFA0EE2-B302-4039-B9AB-5EA0CF5AB98E}"/>
                </a:ext>
              </a:extLst>
            </p:cNvPr>
            <p:cNvPicPr>
              <a:picLocks noChangeAspect="1"/>
            </p:cNvPicPr>
            <p:nvPr/>
          </p:nvPicPr>
          <p:blipFill>
            <a:blip r:embed="rId9" cstate="screen">
              <a:clrChange>
                <a:clrFrom>
                  <a:srgbClr val="FEFEFC"/>
                </a:clrFrom>
                <a:clrTo>
                  <a:srgbClr val="FEFEFC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 rot="5400000">
              <a:off x="2397364" y="172637"/>
              <a:ext cx="219431" cy="627942"/>
            </a:xfrm>
            <a:prstGeom prst="rect">
              <a:avLst/>
            </a:prstGeom>
          </p:spPr>
        </p:pic>
        <p:grpSp>
          <p:nvGrpSpPr>
            <p:cNvPr id="6" name="Groupe 5">
              <a:extLst>
                <a:ext uri="{FF2B5EF4-FFF2-40B4-BE49-F238E27FC236}">
                  <a16:creationId xmlns:a16="http://schemas.microsoft.com/office/drawing/2014/main" id="{4F7C1FC2-FEF2-465F-B652-C173E2CC0719}"/>
                </a:ext>
              </a:extLst>
            </p:cNvPr>
            <p:cNvGrpSpPr/>
            <p:nvPr/>
          </p:nvGrpSpPr>
          <p:grpSpPr>
            <a:xfrm>
              <a:off x="29261" y="40461"/>
              <a:ext cx="2307061" cy="1473593"/>
              <a:chOff x="98197" y="211222"/>
              <a:chExt cx="2307061" cy="1473593"/>
            </a:xfrm>
          </p:grpSpPr>
          <p:cxnSp>
            <p:nvCxnSpPr>
              <p:cNvPr id="187" name="Connecteur droit 186">
                <a:extLst>
                  <a:ext uri="{FF2B5EF4-FFF2-40B4-BE49-F238E27FC236}">
                    <a16:creationId xmlns:a16="http://schemas.microsoft.com/office/drawing/2014/main" id="{1DB0F15E-6F3B-4308-9954-B532E785C021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06424" y="599871"/>
                <a:ext cx="1798834" cy="752"/>
              </a:xfrm>
              <a:prstGeom prst="line">
                <a:avLst/>
              </a:prstGeom>
              <a:ln w="57150">
                <a:solidFill>
                  <a:schemeClr val="bg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8" name="Connecteur droit 187">
                <a:extLst>
                  <a:ext uri="{FF2B5EF4-FFF2-40B4-BE49-F238E27FC236}">
                    <a16:creationId xmlns:a16="http://schemas.microsoft.com/office/drawing/2014/main" id="{330DBA4C-A3EB-4D09-8BED-D76C53FD65E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999139" y="707074"/>
                <a:ext cx="1406119" cy="0"/>
              </a:xfrm>
              <a:prstGeom prst="line">
                <a:avLst/>
              </a:prstGeom>
              <a:ln w="57150">
                <a:solidFill>
                  <a:schemeClr val="bg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89" name="ZoneTexte 188">
                <a:extLst>
                  <a:ext uri="{FF2B5EF4-FFF2-40B4-BE49-F238E27FC236}">
                    <a16:creationId xmlns:a16="http://schemas.microsoft.com/office/drawing/2014/main" id="{5454EF1F-560A-428D-9AFF-167388C4DBEE}"/>
                  </a:ext>
                </a:extLst>
              </p:cNvPr>
              <p:cNvSpPr txBox="1"/>
              <p:nvPr/>
            </p:nvSpPr>
            <p:spPr>
              <a:xfrm>
                <a:off x="1674260" y="343912"/>
                <a:ext cx="566181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fr-FR" sz="1200" dirty="0"/>
                  <a:t>12 cm</a:t>
                </a:r>
              </a:p>
            </p:txBody>
          </p:sp>
          <p:pic>
            <p:nvPicPr>
              <p:cNvPr id="186" name="Image 185">
                <a:extLst>
                  <a:ext uri="{FF2B5EF4-FFF2-40B4-BE49-F238E27FC236}">
                    <a16:creationId xmlns:a16="http://schemas.microsoft.com/office/drawing/2014/main" id="{6343795C-9039-4308-BCAD-AB5D4A9687AD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2" cstate="screen">
                <a:grayscl/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/>
            </p:blipFill>
            <p:spPr>
              <a:xfrm>
                <a:off x="98197" y="211222"/>
                <a:ext cx="1407191" cy="860777"/>
              </a:xfrm>
              <a:prstGeom prst="roundRect">
                <a:avLst>
                  <a:gd name="adj" fmla="val 18052"/>
                </a:avLst>
              </a:prstGeom>
            </p:spPr>
          </p:pic>
          <p:sp>
            <p:nvSpPr>
              <p:cNvPr id="190" name="ZoneTexte 189">
                <a:extLst>
                  <a:ext uri="{FF2B5EF4-FFF2-40B4-BE49-F238E27FC236}">
                    <a16:creationId xmlns:a16="http://schemas.microsoft.com/office/drawing/2014/main" id="{09C466DD-CD7A-4F02-8999-6AB727C51BD9}"/>
                  </a:ext>
                </a:extLst>
              </p:cNvPr>
              <p:cNvSpPr txBox="1"/>
              <p:nvPr/>
            </p:nvSpPr>
            <p:spPr>
              <a:xfrm>
                <a:off x="120067" y="1038484"/>
                <a:ext cx="1295821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FR" sz="1200" b="1" dirty="0"/>
                  <a:t>Interrupteur magnétique</a:t>
                </a:r>
              </a:p>
              <a:p>
                <a:r>
                  <a:rPr lang="fr-FR" sz="1200" dirty="0"/>
                  <a:t>tape avant</a:t>
                </a:r>
                <a:endParaRPr lang="fr-FR" sz="1050" dirty="0"/>
              </a:p>
            </p:txBody>
          </p:sp>
        </p:grpSp>
        <p:sp>
          <p:nvSpPr>
            <p:cNvPr id="10" name="ZoneTexte 9">
              <a:extLst>
                <a:ext uri="{FF2B5EF4-FFF2-40B4-BE49-F238E27FC236}">
                  <a16:creationId xmlns:a16="http://schemas.microsoft.com/office/drawing/2014/main" id="{510D1AFE-BB43-4202-9B72-9BFFDF5AC7EA}"/>
                </a:ext>
              </a:extLst>
            </p:cNvPr>
            <p:cNvSpPr txBox="1"/>
            <p:nvPr/>
          </p:nvSpPr>
          <p:spPr>
            <a:xfrm>
              <a:off x="2097119" y="563749"/>
              <a:ext cx="54694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800" dirty="0"/>
                <a:t>2 pins</a:t>
              </a:r>
            </a:p>
            <a:p>
              <a:r>
                <a:rPr lang="fr-FR" sz="800" dirty="0"/>
                <a:t>à souder</a:t>
              </a:r>
            </a:p>
          </p:txBody>
        </p:sp>
        <p:sp>
          <p:nvSpPr>
            <p:cNvPr id="23" name="Forme libre : forme 22">
              <a:extLst>
                <a:ext uri="{FF2B5EF4-FFF2-40B4-BE49-F238E27FC236}">
                  <a16:creationId xmlns:a16="http://schemas.microsoft.com/office/drawing/2014/main" id="{8D2BE595-0091-47D5-AC6F-150EA68C8A8D}"/>
                </a:ext>
              </a:extLst>
            </p:cNvPr>
            <p:cNvSpPr/>
            <p:nvPr/>
          </p:nvSpPr>
          <p:spPr>
            <a:xfrm>
              <a:off x="1301250" y="460664"/>
              <a:ext cx="2047932" cy="856605"/>
            </a:xfrm>
            <a:custGeom>
              <a:avLst/>
              <a:gdLst>
                <a:gd name="connsiteX0" fmla="*/ 241702 w 2145435"/>
                <a:gd name="connsiteY0" fmla="*/ 1015663 h 1015663"/>
                <a:gd name="connsiteX1" fmla="*/ 1753 w 2145435"/>
                <a:gd name="connsiteY1" fmla="*/ 866505 h 1015663"/>
                <a:gd name="connsiteX2" fmla="*/ 351949 w 2145435"/>
                <a:gd name="connsiteY2" fmla="*/ 594131 h 1015663"/>
                <a:gd name="connsiteX3" fmla="*/ 1421992 w 2145435"/>
                <a:gd name="connsiteY3" fmla="*/ 639527 h 1015663"/>
                <a:gd name="connsiteX4" fmla="*/ 1992681 w 2145435"/>
                <a:gd name="connsiteY4" fmla="*/ 516310 h 1015663"/>
                <a:gd name="connsiteX5" fmla="*/ 2122383 w 2145435"/>
                <a:gd name="connsiteY5" fmla="*/ 49382 h 1015663"/>
                <a:gd name="connsiteX6" fmla="*/ 1610060 w 2145435"/>
                <a:gd name="connsiteY6" fmla="*/ 36412 h 10156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145435" h="1015663">
                  <a:moveTo>
                    <a:pt x="241702" y="1015663"/>
                  </a:moveTo>
                  <a:cubicBezTo>
                    <a:pt x="112540" y="976211"/>
                    <a:pt x="-16621" y="936760"/>
                    <a:pt x="1753" y="866505"/>
                  </a:cubicBezTo>
                  <a:cubicBezTo>
                    <a:pt x="20127" y="796250"/>
                    <a:pt x="115242" y="631961"/>
                    <a:pt x="351949" y="594131"/>
                  </a:cubicBezTo>
                  <a:cubicBezTo>
                    <a:pt x="588656" y="556301"/>
                    <a:pt x="1148537" y="652497"/>
                    <a:pt x="1421992" y="639527"/>
                  </a:cubicBezTo>
                  <a:cubicBezTo>
                    <a:pt x="1695447" y="626557"/>
                    <a:pt x="1875949" y="614667"/>
                    <a:pt x="1992681" y="516310"/>
                  </a:cubicBezTo>
                  <a:cubicBezTo>
                    <a:pt x="2109413" y="417953"/>
                    <a:pt x="2186153" y="129365"/>
                    <a:pt x="2122383" y="49382"/>
                  </a:cubicBezTo>
                  <a:cubicBezTo>
                    <a:pt x="2058613" y="-30601"/>
                    <a:pt x="1834336" y="2905"/>
                    <a:pt x="1610060" y="36412"/>
                  </a:cubicBezTo>
                </a:path>
              </a:pathLst>
            </a:custGeom>
            <a:noFill/>
            <a:ln w="9525"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grpSp>
          <p:nvGrpSpPr>
            <p:cNvPr id="25" name="Groupe 24">
              <a:extLst>
                <a:ext uri="{FF2B5EF4-FFF2-40B4-BE49-F238E27FC236}">
                  <a16:creationId xmlns:a16="http://schemas.microsoft.com/office/drawing/2014/main" id="{C4C14C3D-0BD6-400F-89ED-92C3DC3F499E}"/>
                </a:ext>
              </a:extLst>
            </p:cNvPr>
            <p:cNvGrpSpPr/>
            <p:nvPr/>
          </p:nvGrpSpPr>
          <p:grpSpPr>
            <a:xfrm>
              <a:off x="1629740" y="1115827"/>
              <a:ext cx="3062087" cy="599642"/>
              <a:chOff x="1727520" y="1276074"/>
              <a:chExt cx="3062087" cy="599642"/>
            </a:xfrm>
          </p:grpSpPr>
          <p:grpSp>
            <p:nvGrpSpPr>
              <p:cNvPr id="22" name="Groupe 21">
                <a:extLst>
                  <a:ext uri="{FF2B5EF4-FFF2-40B4-BE49-F238E27FC236}">
                    <a16:creationId xmlns:a16="http://schemas.microsoft.com/office/drawing/2014/main" id="{08340108-B9CD-4C46-9780-FE51842315CF}"/>
                  </a:ext>
                </a:extLst>
              </p:cNvPr>
              <p:cNvGrpSpPr/>
              <p:nvPr/>
            </p:nvGrpSpPr>
            <p:grpSpPr>
              <a:xfrm>
                <a:off x="1727520" y="1276074"/>
                <a:ext cx="3062087" cy="548916"/>
                <a:chOff x="1681548" y="1119092"/>
                <a:chExt cx="3062087" cy="548916"/>
              </a:xfrm>
            </p:grpSpPr>
            <p:cxnSp>
              <p:nvCxnSpPr>
                <p:cNvPr id="89" name="Connecteur droit 88">
                  <a:extLst>
                    <a:ext uri="{FF2B5EF4-FFF2-40B4-BE49-F238E27FC236}">
                      <a16:creationId xmlns:a16="http://schemas.microsoft.com/office/drawing/2014/main" id="{EF2E669A-A476-4022-BD81-181F9A8698D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1793479" y="1369055"/>
                  <a:ext cx="2729670" cy="0"/>
                </a:xfrm>
                <a:prstGeom prst="line">
                  <a:avLst/>
                </a:prstGeom>
                <a:ln w="57150">
                  <a:solidFill>
                    <a:schemeClr val="bg2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1" name="Connecteur droit 90">
                  <a:extLst>
                    <a:ext uri="{FF2B5EF4-FFF2-40B4-BE49-F238E27FC236}">
                      <a16:creationId xmlns:a16="http://schemas.microsoft.com/office/drawing/2014/main" id="{A80092D0-FC3F-46EE-8CD4-5C7957A7087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1796370" y="1455473"/>
                  <a:ext cx="2729670" cy="0"/>
                </a:xfrm>
                <a:prstGeom prst="line">
                  <a:avLst/>
                </a:prstGeom>
                <a:ln w="57150">
                  <a:solidFill>
                    <a:schemeClr val="bg2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pic>
              <p:nvPicPr>
                <p:cNvPr id="88" name="Image 87">
                  <a:extLst>
                    <a:ext uri="{FF2B5EF4-FFF2-40B4-BE49-F238E27FC236}">
                      <a16:creationId xmlns:a16="http://schemas.microsoft.com/office/drawing/2014/main" id="{9B766421-3A36-49FD-A794-49A533CBCE5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 rotWithShape="1">
                <a:blip r:embed="rId3" cstate="screen">
                  <a:extLst>
                    <a:ext uri="{BEBA8EAE-BF5A-486C-A8C5-ECC9F3942E4B}">
                      <a14:imgProps xmlns:a14="http://schemas.microsoft.com/office/drawing/2010/main">
                        <a14:imgLayer r:embed="rId4">
                          <a14:imgEffect>
                            <a14:saturation sat="33000"/>
                          </a14:imgEffect>
                          <a14:imgEffect>
                            <a14:brightnessContrast bright="20000" contrast="-4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/>
                    </a:ext>
                  </a:extLst>
                </a:blip>
                <a:srcRect/>
                <a:stretch/>
              </p:blipFill>
              <p:spPr>
                <a:xfrm rot="10800000">
                  <a:off x="1681548" y="1162243"/>
                  <a:ext cx="487633" cy="491111"/>
                </a:xfrm>
                <a:prstGeom prst="rect">
                  <a:avLst/>
                </a:prstGeom>
              </p:spPr>
            </p:pic>
            <p:pic>
              <p:nvPicPr>
                <p:cNvPr id="92" name="Image 91">
                  <a:extLst>
                    <a:ext uri="{FF2B5EF4-FFF2-40B4-BE49-F238E27FC236}">
                      <a16:creationId xmlns:a16="http://schemas.microsoft.com/office/drawing/2014/main" id="{966B22B3-CFA0-4C6E-8E73-B53CC1F2372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 rotWithShape="1">
                <a:blip r:embed="rId3" cstate="screen">
                  <a:extLst>
                    <a:ext uri="{BEBA8EAE-BF5A-486C-A8C5-ECC9F3942E4B}">
                      <a14:imgProps xmlns:a14="http://schemas.microsoft.com/office/drawing/2010/main">
                        <a14:imgLayer r:embed="rId4">
                          <a14:imgEffect>
                            <a14:saturation sat="33000"/>
                          </a14:imgEffect>
                          <a14:imgEffect>
                            <a14:brightnessContrast bright="20000" contrast="-4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/>
                    </a:ext>
                  </a:extLst>
                </a:blip>
                <a:srcRect/>
                <a:stretch/>
              </p:blipFill>
              <p:spPr>
                <a:xfrm rot="10800000" flipH="1">
                  <a:off x="4256001" y="1176897"/>
                  <a:ext cx="487634" cy="491111"/>
                </a:xfrm>
                <a:prstGeom prst="rect">
                  <a:avLst/>
                </a:prstGeom>
              </p:spPr>
            </p:pic>
            <p:sp>
              <p:nvSpPr>
                <p:cNvPr id="93" name="ZoneTexte 92">
                  <a:extLst>
                    <a:ext uri="{FF2B5EF4-FFF2-40B4-BE49-F238E27FC236}">
                      <a16:creationId xmlns:a16="http://schemas.microsoft.com/office/drawing/2014/main" id="{A45D37F2-4B26-4DE6-B669-798439051F30}"/>
                    </a:ext>
                  </a:extLst>
                </p:cNvPr>
                <p:cNvSpPr txBox="1"/>
                <p:nvPr/>
              </p:nvSpPr>
              <p:spPr>
                <a:xfrm>
                  <a:off x="2956687" y="1119092"/>
                  <a:ext cx="566181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fr-FR" sz="1200" dirty="0"/>
                    <a:t>10 cm</a:t>
                  </a:r>
                </a:p>
              </p:txBody>
            </p:sp>
          </p:grpSp>
          <p:sp>
            <p:nvSpPr>
              <p:cNvPr id="24" name="ZoneTexte 23">
                <a:extLst>
                  <a:ext uri="{FF2B5EF4-FFF2-40B4-BE49-F238E27FC236}">
                    <a16:creationId xmlns:a16="http://schemas.microsoft.com/office/drawing/2014/main" id="{213F2E61-C236-4DE6-AC5C-D245E788315F}"/>
                  </a:ext>
                </a:extLst>
              </p:cNvPr>
              <p:cNvSpPr txBox="1"/>
              <p:nvPr/>
            </p:nvSpPr>
            <p:spPr>
              <a:xfrm>
                <a:off x="2190215" y="1614106"/>
                <a:ext cx="2137124" cy="2616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fr-FR" sz="1100" dirty="0"/>
                  <a:t>Rallonge interrupteur magnétique</a:t>
                </a:r>
              </a:p>
            </p:txBody>
          </p:sp>
        </p:grpSp>
        <p:sp>
          <p:nvSpPr>
            <p:cNvPr id="163" name="ZoneTexte 162">
              <a:extLst>
                <a:ext uri="{FF2B5EF4-FFF2-40B4-BE49-F238E27FC236}">
                  <a16:creationId xmlns:a16="http://schemas.microsoft.com/office/drawing/2014/main" id="{2D28279B-FD5F-44EE-A5DF-A50E6EDD4336}"/>
                </a:ext>
              </a:extLst>
            </p:cNvPr>
            <p:cNvSpPr txBox="1"/>
            <p:nvPr/>
          </p:nvSpPr>
          <p:spPr>
            <a:xfrm>
              <a:off x="1055921" y="1287709"/>
              <a:ext cx="657552" cy="4154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1050" dirty="0"/>
                <a:t>JST 2 pin</a:t>
              </a:r>
            </a:p>
            <a:p>
              <a:r>
                <a:rPr lang="fr-FR" sz="1050" dirty="0"/>
                <a:t>à sertir</a:t>
              </a:r>
            </a:p>
          </p:txBody>
        </p:sp>
        <p:sp>
          <p:nvSpPr>
            <p:cNvPr id="170" name="ZoneTexte 169">
              <a:extLst>
                <a:ext uri="{FF2B5EF4-FFF2-40B4-BE49-F238E27FC236}">
                  <a16:creationId xmlns:a16="http://schemas.microsoft.com/office/drawing/2014/main" id="{20D38F05-9816-416B-AED8-4DA945C6404D}"/>
                </a:ext>
              </a:extLst>
            </p:cNvPr>
            <p:cNvSpPr txBox="1"/>
            <p:nvPr/>
          </p:nvSpPr>
          <p:spPr>
            <a:xfrm>
              <a:off x="4151420" y="820840"/>
              <a:ext cx="657552" cy="4154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1050" dirty="0"/>
                <a:t>JST 2 pin</a:t>
              </a:r>
            </a:p>
            <a:p>
              <a:r>
                <a:rPr lang="fr-FR" sz="1050" dirty="0"/>
                <a:t>à sertir</a:t>
              </a:r>
            </a:p>
          </p:txBody>
        </p:sp>
      </p:grpSp>
      <p:grpSp>
        <p:nvGrpSpPr>
          <p:cNvPr id="219" name="Groupe 218">
            <a:extLst>
              <a:ext uri="{FF2B5EF4-FFF2-40B4-BE49-F238E27FC236}">
                <a16:creationId xmlns:a16="http://schemas.microsoft.com/office/drawing/2014/main" id="{6E745991-5D9E-43A1-BC94-E3CF9447FC06}"/>
              </a:ext>
            </a:extLst>
          </p:cNvPr>
          <p:cNvGrpSpPr/>
          <p:nvPr/>
        </p:nvGrpSpPr>
        <p:grpSpPr>
          <a:xfrm>
            <a:off x="845264" y="6073243"/>
            <a:ext cx="4902630" cy="685879"/>
            <a:chOff x="4359459" y="1793621"/>
            <a:chExt cx="4902630" cy="685879"/>
          </a:xfrm>
        </p:grpSpPr>
        <p:sp>
          <p:nvSpPr>
            <p:cNvPr id="220" name="ZoneTexte 219">
              <a:extLst>
                <a:ext uri="{FF2B5EF4-FFF2-40B4-BE49-F238E27FC236}">
                  <a16:creationId xmlns:a16="http://schemas.microsoft.com/office/drawing/2014/main" id="{3BD363DD-698D-4526-817A-87B09798C119}"/>
                </a:ext>
              </a:extLst>
            </p:cNvPr>
            <p:cNvSpPr txBox="1"/>
            <p:nvPr/>
          </p:nvSpPr>
          <p:spPr>
            <a:xfrm>
              <a:off x="6252948" y="1793621"/>
              <a:ext cx="48763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1200" dirty="0"/>
                <a:t>5 cm</a:t>
              </a:r>
            </a:p>
          </p:txBody>
        </p:sp>
        <p:pic>
          <p:nvPicPr>
            <p:cNvPr id="221" name="Image 220">
              <a:extLst>
                <a:ext uri="{FF2B5EF4-FFF2-40B4-BE49-F238E27FC236}">
                  <a16:creationId xmlns:a16="http://schemas.microsoft.com/office/drawing/2014/main" id="{69E5D3E9-04C6-4C64-A8FF-64A3AB56DBF6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5654576" y="2008757"/>
              <a:ext cx="1596861" cy="338354"/>
            </a:xfrm>
            <a:prstGeom prst="rect">
              <a:avLst/>
            </a:prstGeom>
          </p:spPr>
        </p:pic>
        <p:pic>
          <p:nvPicPr>
            <p:cNvPr id="222" name="Image 221">
              <a:extLst>
                <a:ext uri="{FF2B5EF4-FFF2-40B4-BE49-F238E27FC236}">
                  <a16:creationId xmlns:a16="http://schemas.microsoft.com/office/drawing/2014/main" id="{6F78EEC8-21D9-40EA-9107-D19084278DC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1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7151634" y="1879211"/>
              <a:ext cx="820420" cy="600289"/>
            </a:xfrm>
            <a:prstGeom prst="roundRect">
              <a:avLst>
                <a:gd name="adj" fmla="val 50000"/>
              </a:avLst>
            </a:prstGeom>
          </p:spPr>
        </p:pic>
        <p:sp>
          <p:nvSpPr>
            <p:cNvPr id="223" name="ZoneTexte 222">
              <a:extLst>
                <a:ext uri="{FF2B5EF4-FFF2-40B4-BE49-F238E27FC236}">
                  <a16:creationId xmlns:a16="http://schemas.microsoft.com/office/drawing/2014/main" id="{27435793-2A3C-4BD8-9A0D-88AB957BAB8C}"/>
                </a:ext>
              </a:extLst>
            </p:cNvPr>
            <p:cNvSpPr txBox="1"/>
            <p:nvPr/>
          </p:nvSpPr>
          <p:spPr>
            <a:xfrm>
              <a:off x="8493630" y="1975330"/>
              <a:ext cx="768459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/>
                <a:t>Echange données</a:t>
              </a:r>
            </a:p>
          </p:txBody>
        </p:sp>
        <p:sp>
          <p:nvSpPr>
            <p:cNvPr id="224" name="ZoneTexte 223">
              <a:extLst>
                <a:ext uri="{FF2B5EF4-FFF2-40B4-BE49-F238E27FC236}">
                  <a16:creationId xmlns:a16="http://schemas.microsoft.com/office/drawing/2014/main" id="{38959CD0-B66F-4FA7-A500-8CFFC871EEC4}"/>
                </a:ext>
              </a:extLst>
            </p:cNvPr>
            <p:cNvSpPr txBox="1"/>
            <p:nvPr/>
          </p:nvSpPr>
          <p:spPr>
            <a:xfrm>
              <a:off x="7943479" y="2034964"/>
              <a:ext cx="455574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1050" dirty="0"/>
                <a:t>8 pin</a:t>
              </a:r>
            </a:p>
          </p:txBody>
        </p:sp>
        <p:pic>
          <p:nvPicPr>
            <p:cNvPr id="225" name="Image 224">
              <a:extLst>
                <a:ext uri="{FF2B5EF4-FFF2-40B4-BE49-F238E27FC236}">
                  <a16:creationId xmlns:a16="http://schemas.microsoft.com/office/drawing/2014/main" id="{2882A1C4-5B62-45F6-AC8C-DFFEE4FDD515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 rot="5400000">
              <a:off x="4999093" y="1729314"/>
              <a:ext cx="468868" cy="870284"/>
            </a:xfrm>
            <a:prstGeom prst="rect">
              <a:avLst/>
            </a:prstGeom>
          </p:spPr>
        </p:pic>
        <p:sp>
          <p:nvSpPr>
            <p:cNvPr id="226" name="ZoneTexte 225">
              <a:extLst>
                <a:ext uri="{FF2B5EF4-FFF2-40B4-BE49-F238E27FC236}">
                  <a16:creationId xmlns:a16="http://schemas.microsoft.com/office/drawing/2014/main" id="{F0B289F3-0432-42CD-92A8-A31918FEABAA}"/>
                </a:ext>
              </a:extLst>
            </p:cNvPr>
            <p:cNvSpPr txBox="1"/>
            <p:nvPr/>
          </p:nvSpPr>
          <p:spPr>
            <a:xfrm>
              <a:off x="4359459" y="2037498"/>
              <a:ext cx="567784" cy="4154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1050" dirty="0"/>
                <a:t>RJ 45</a:t>
              </a:r>
            </a:p>
            <a:p>
              <a:r>
                <a:rPr lang="fr-FR" sz="1050" dirty="0"/>
                <a:t>à sertir</a:t>
              </a:r>
            </a:p>
          </p:txBody>
        </p:sp>
      </p:grpSp>
      <p:grpSp>
        <p:nvGrpSpPr>
          <p:cNvPr id="139" name="Groupe 138">
            <a:extLst>
              <a:ext uri="{FF2B5EF4-FFF2-40B4-BE49-F238E27FC236}">
                <a16:creationId xmlns:a16="http://schemas.microsoft.com/office/drawing/2014/main" id="{4F50847B-DF19-40A1-85DB-0DEE8D97F925}"/>
              </a:ext>
            </a:extLst>
          </p:cNvPr>
          <p:cNvGrpSpPr/>
          <p:nvPr/>
        </p:nvGrpSpPr>
        <p:grpSpPr>
          <a:xfrm>
            <a:off x="922483" y="4661247"/>
            <a:ext cx="8508588" cy="958403"/>
            <a:chOff x="1138977" y="1137097"/>
            <a:chExt cx="8508588" cy="958403"/>
          </a:xfrm>
        </p:grpSpPr>
        <p:cxnSp>
          <p:nvCxnSpPr>
            <p:cNvPr id="142" name="Connecteur droit 141">
              <a:extLst>
                <a:ext uri="{FF2B5EF4-FFF2-40B4-BE49-F238E27FC236}">
                  <a16:creationId xmlns:a16="http://schemas.microsoft.com/office/drawing/2014/main" id="{3920AE78-8403-4C33-9AE5-47FA5AAC1FD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589727" y="1413154"/>
              <a:ext cx="993446" cy="0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3" name="ZoneTexte 142">
              <a:extLst>
                <a:ext uri="{FF2B5EF4-FFF2-40B4-BE49-F238E27FC236}">
                  <a16:creationId xmlns:a16="http://schemas.microsoft.com/office/drawing/2014/main" id="{3A34E2B2-238D-48ED-B051-E1F9D6A15D6F}"/>
                </a:ext>
              </a:extLst>
            </p:cNvPr>
            <p:cNvSpPr txBox="1"/>
            <p:nvPr/>
          </p:nvSpPr>
          <p:spPr>
            <a:xfrm>
              <a:off x="1138977" y="1462111"/>
              <a:ext cx="109846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1200" b="1" dirty="0"/>
                <a:t>Alimentation</a:t>
              </a:r>
            </a:p>
          </p:txBody>
        </p:sp>
        <p:pic>
          <p:nvPicPr>
            <p:cNvPr id="144" name="Image 143">
              <a:extLst>
                <a:ext uri="{FF2B5EF4-FFF2-40B4-BE49-F238E27FC236}">
                  <a16:creationId xmlns:a16="http://schemas.microsoft.com/office/drawing/2014/main" id="{89C69C7E-CA6C-4E12-A8E0-61F22900BC1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3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 rot="10800000">
              <a:off x="2162695" y="1437032"/>
              <a:ext cx="748422" cy="223720"/>
            </a:xfrm>
            <a:prstGeom prst="rect">
              <a:avLst/>
            </a:prstGeom>
          </p:spPr>
        </p:pic>
        <p:cxnSp>
          <p:nvCxnSpPr>
            <p:cNvPr id="145" name="Connecteur droit 144">
              <a:extLst>
                <a:ext uri="{FF2B5EF4-FFF2-40B4-BE49-F238E27FC236}">
                  <a16:creationId xmlns:a16="http://schemas.microsoft.com/office/drawing/2014/main" id="{83DF1BED-B518-4A77-B88F-145F31FF3AE1}"/>
                </a:ext>
              </a:extLst>
            </p:cNvPr>
            <p:cNvCxnSpPr>
              <a:cxnSpLocks/>
            </p:cNvCxnSpPr>
            <p:nvPr/>
          </p:nvCxnSpPr>
          <p:spPr>
            <a:xfrm>
              <a:off x="2810912" y="1535779"/>
              <a:ext cx="1772261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146" name="Image 145">
              <a:extLst>
                <a:ext uri="{FF2B5EF4-FFF2-40B4-BE49-F238E27FC236}">
                  <a16:creationId xmlns:a16="http://schemas.microsoft.com/office/drawing/2014/main" id="{300A6889-6D0C-40D4-BCD7-AF5C1B8736DF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3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 rot="10800000">
              <a:off x="2150068" y="1601262"/>
              <a:ext cx="748422" cy="223720"/>
            </a:xfrm>
            <a:prstGeom prst="rect">
              <a:avLst/>
            </a:prstGeom>
          </p:spPr>
        </p:pic>
        <p:cxnSp>
          <p:nvCxnSpPr>
            <p:cNvPr id="149" name="Connecteur droit 148">
              <a:extLst>
                <a:ext uri="{FF2B5EF4-FFF2-40B4-BE49-F238E27FC236}">
                  <a16:creationId xmlns:a16="http://schemas.microsoft.com/office/drawing/2014/main" id="{8A3D8749-CF87-4A09-A34F-1586BB5FDA0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810913" y="1668926"/>
              <a:ext cx="1760672" cy="9062"/>
            </a:xfrm>
            <a:prstGeom prst="line">
              <a:avLst/>
            </a:prstGeom>
            <a:ln w="57150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1" name="ZoneTexte 150">
              <a:extLst>
                <a:ext uri="{FF2B5EF4-FFF2-40B4-BE49-F238E27FC236}">
                  <a16:creationId xmlns:a16="http://schemas.microsoft.com/office/drawing/2014/main" id="{616F7356-0000-4378-8B03-169C85BD0454}"/>
                </a:ext>
              </a:extLst>
            </p:cNvPr>
            <p:cNvSpPr txBox="1"/>
            <p:nvPr/>
          </p:nvSpPr>
          <p:spPr>
            <a:xfrm>
              <a:off x="2826003" y="1671510"/>
              <a:ext cx="566181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1200" dirty="0"/>
                <a:t>14 cm</a:t>
              </a:r>
            </a:p>
          </p:txBody>
        </p:sp>
        <p:sp>
          <p:nvSpPr>
            <p:cNvPr id="171" name="ZoneTexte 170">
              <a:extLst>
                <a:ext uri="{FF2B5EF4-FFF2-40B4-BE49-F238E27FC236}">
                  <a16:creationId xmlns:a16="http://schemas.microsoft.com/office/drawing/2014/main" id="{E5AA1DAA-0CDE-4469-A75D-EAD491CE063F}"/>
                </a:ext>
              </a:extLst>
            </p:cNvPr>
            <p:cNvSpPr txBox="1"/>
            <p:nvPr/>
          </p:nvSpPr>
          <p:spPr>
            <a:xfrm>
              <a:off x="3744769" y="1149597"/>
              <a:ext cx="48763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1200" dirty="0"/>
                <a:t>3 cm</a:t>
              </a:r>
            </a:p>
          </p:txBody>
        </p:sp>
        <p:pic>
          <p:nvPicPr>
            <p:cNvPr id="173" name="Image 172">
              <a:extLst>
                <a:ext uri="{FF2B5EF4-FFF2-40B4-BE49-F238E27FC236}">
                  <a16:creationId xmlns:a16="http://schemas.microsoft.com/office/drawing/2014/main" id="{F32C2361-F706-4031-B48E-282B756D6FCF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4">
              <a:extLst>
                <a:ext uri="{BEBA8EAE-BF5A-486C-A8C5-ECC9F3942E4B}">
                  <a14:imgProps xmlns:a14="http://schemas.microsoft.com/office/drawing/2010/main">
                    <a14:imgLayer r:embed="rId15">
                      <a14:imgEffect>
                        <a14:brightnessContrast bright="40000" contrast="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5002"/>
            <a:stretch/>
          </p:blipFill>
          <p:spPr>
            <a:xfrm rot="10800000">
              <a:off x="4330157" y="1137097"/>
              <a:ext cx="1489372" cy="757723"/>
            </a:xfrm>
            <a:prstGeom prst="roundRect">
              <a:avLst>
                <a:gd name="adj" fmla="val 50000"/>
              </a:avLst>
            </a:prstGeom>
          </p:spPr>
        </p:pic>
        <p:sp>
          <p:nvSpPr>
            <p:cNvPr id="185" name="ZoneTexte 184">
              <a:extLst>
                <a:ext uri="{FF2B5EF4-FFF2-40B4-BE49-F238E27FC236}">
                  <a16:creationId xmlns:a16="http://schemas.microsoft.com/office/drawing/2014/main" id="{77AB3BE9-80DD-49B7-B5EB-C37BEC57677F}"/>
                </a:ext>
              </a:extLst>
            </p:cNvPr>
            <p:cNvSpPr txBox="1"/>
            <p:nvPr/>
          </p:nvSpPr>
          <p:spPr>
            <a:xfrm>
              <a:off x="2840260" y="1238961"/>
              <a:ext cx="566181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1200" dirty="0"/>
                <a:t>14 cm</a:t>
              </a:r>
            </a:p>
          </p:txBody>
        </p:sp>
        <p:sp>
          <p:nvSpPr>
            <p:cNvPr id="191" name="Rectangle 190">
              <a:extLst>
                <a:ext uri="{FF2B5EF4-FFF2-40B4-BE49-F238E27FC236}">
                  <a16:creationId xmlns:a16="http://schemas.microsoft.com/office/drawing/2014/main" id="{51D056A7-BAFB-4A24-A3B1-2FBBED040D43}"/>
                </a:ext>
              </a:extLst>
            </p:cNvPr>
            <p:cNvSpPr/>
            <p:nvPr/>
          </p:nvSpPr>
          <p:spPr>
            <a:xfrm>
              <a:off x="5804289" y="1462620"/>
              <a:ext cx="1845523" cy="135911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192" name="Image 191">
              <a:extLst>
                <a:ext uri="{FF2B5EF4-FFF2-40B4-BE49-F238E27FC236}">
                  <a16:creationId xmlns:a16="http://schemas.microsoft.com/office/drawing/2014/main" id="{5F9ADBCC-723B-4467-A680-057CCF0D460D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6">
              <a:extLst>
                <a:ext uri="{BEBA8EAE-BF5A-486C-A8C5-ECC9F3942E4B}">
                  <a14:imgProps xmlns:a14="http://schemas.microsoft.com/office/drawing/2010/main">
                    <a14:imgLayer r:embed="rId17">
                      <a14:imgEffect>
                        <a14:backgroundRemoval t="34144" b="61839" l="10127" r="93882">
                          <a14:foregroundMark x1="90928" y1="54017" x2="90928" y2="54017"/>
                          <a14:foregroundMark x1="87553" y1="56025" x2="87553" y2="56025"/>
                          <a14:foregroundMark x1="87553" y1="55920" x2="87553" y2="55920"/>
                          <a14:foregroundMark x1="86287" y1="55391" x2="86287" y2="55391"/>
                          <a14:foregroundMark x1="81646" y1="53911" x2="81646" y2="53911"/>
                          <a14:foregroundMark x1="76899" y1="51374" x2="76899" y2="51374"/>
                          <a14:foregroundMark x1="76793" y1="57928" x2="76793" y2="57928"/>
                          <a14:foregroundMark x1="74367" y1="55074" x2="74367" y2="55074"/>
                          <a14:foregroundMark x1="93987" y1="53911" x2="93987" y2="53911"/>
                          <a14:foregroundMark x1="85021" y1="60359" x2="85021" y2="60359"/>
                          <a14:foregroundMark x1="10127" y1="44609" x2="10127" y2="44609"/>
                          <a14:foregroundMark x1="77743" y1="52537" x2="77743" y2="52537"/>
                          <a14:foregroundMark x1="90717" y1="57082" x2="90717" y2="57082"/>
                          <a14:foregroundMark x1="88291" y1="61839" x2="88291" y2="61839"/>
                          <a14:backgroundMark x1="13291" y1="48626" x2="13291" y2="48626"/>
                          <a14:backgroundMark x1="13819" y1="47569" x2="13819" y2="47569"/>
                          <a14:backgroundMark x1="12553" y1="47886" x2="14873" y2="50000"/>
                        </a14:backgroundRemoval>
                      </a14:imgEffect>
                    </a14:imgLayer>
                  </a14:imgProps>
                </a:ext>
              </a:extLst>
            </a:blip>
            <a:srcRect l="14462" t="30998" r="3867" b="35569"/>
            <a:stretch/>
          </p:blipFill>
          <p:spPr>
            <a:xfrm>
              <a:off x="7527337" y="1229413"/>
              <a:ext cx="2120228" cy="866087"/>
            </a:xfrm>
            <a:prstGeom prst="rect">
              <a:avLst/>
            </a:prstGeom>
          </p:spPr>
        </p:pic>
        <p:sp>
          <p:nvSpPr>
            <p:cNvPr id="193" name="ZoneTexte 192">
              <a:extLst>
                <a:ext uri="{FF2B5EF4-FFF2-40B4-BE49-F238E27FC236}">
                  <a16:creationId xmlns:a16="http://schemas.microsoft.com/office/drawing/2014/main" id="{F1EC7BEC-4250-49AA-9223-126E1AA34CF4}"/>
                </a:ext>
              </a:extLst>
            </p:cNvPr>
            <p:cNvSpPr txBox="1"/>
            <p:nvPr/>
          </p:nvSpPr>
          <p:spPr>
            <a:xfrm>
              <a:off x="6856983" y="1608956"/>
              <a:ext cx="566181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1200" dirty="0"/>
                <a:t>18 cm</a:t>
              </a:r>
            </a:p>
          </p:txBody>
        </p:sp>
      </p:grpSp>
      <p:sp>
        <p:nvSpPr>
          <p:cNvPr id="2" name="ZoneTexte 1">
            <a:extLst>
              <a:ext uri="{FF2B5EF4-FFF2-40B4-BE49-F238E27FC236}">
                <a16:creationId xmlns:a16="http://schemas.microsoft.com/office/drawing/2014/main" id="{4009E9C2-635B-4BD6-B344-E885A55EDB56}"/>
              </a:ext>
            </a:extLst>
          </p:cNvPr>
          <p:cNvSpPr txBox="1"/>
          <p:nvPr/>
        </p:nvSpPr>
        <p:spPr>
          <a:xfrm>
            <a:off x="6720840" y="6036364"/>
            <a:ext cx="489621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800" b="1" dirty="0"/>
              <a:t>Connectiques internes v5 mono</a:t>
            </a:r>
          </a:p>
        </p:txBody>
      </p:sp>
      <p:grpSp>
        <p:nvGrpSpPr>
          <p:cNvPr id="5" name="Groupe 4">
            <a:extLst>
              <a:ext uri="{FF2B5EF4-FFF2-40B4-BE49-F238E27FC236}">
                <a16:creationId xmlns:a16="http://schemas.microsoft.com/office/drawing/2014/main" id="{8B068DB2-064D-4F59-AD91-E4CE6FF16217}"/>
              </a:ext>
            </a:extLst>
          </p:cNvPr>
          <p:cNvGrpSpPr/>
          <p:nvPr/>
        </p:nvGrpSpPr>
        <p:grpSpPr>
          <a:xfrm>
            <a:off x="217948" y="2472018"/>
            <a:ext cx="5669236" cy="1412192"/>
            <a:chOff x="-38401" y="2484439"/>
            <a:chExt cx="5669236" cy="1412192"/>
          </a:xfrm>
        </p:grpSpPr>
        <p:grpSp>
          <p:nvGrpSpPr>
            <p:cNvPr id="36" name="Groupe 35">
              <a:extLst>
                <a:ext uri="{FF2B5EF4-FFF2-40B4-BE49-F238E27FC236}">
                  <a16:creationId xmlns:a16="http://schemas.microsoft.com/office/drawing/2014/main" id="{EB84963A-5109-4145-B652-0C39D187DDE6}"/>
                </a:ext>
              </a:extLst>
            </p:cNvPr>
            <p:cNvGrpSpPr/>
            <p:nvPr/>
          </p:nvGrpSpPr>
          <p:grpSpPr>
            <a:xfrm>
              <a:off x="-38401" y="2484439"/>
              <a:ext cx="4636256" cy="1412192"/>
              <a:chOff x="434897" y="2426564"/>
              <a:chExt cx="4636256" cy="1412192"/>
            </a:xfrm>
          </p:grpSpPr>
          <p:grpSp>
            <p:nvGrpSpPr>
              <p:cNvPr id="77" name="Groupe 76">
                <a:extLst>
                  <a:ext uri="{FF2B5EF4-FFF2-40B4-BE49-F238E27FC236}">
                    <a16:creationId xmlns:a16="http://schemas.microsoft.com/office/drawing/2014/main" id="{08440C9C-F205-4F9A-8C2F-400D6BE2F805}"/>
                  </a:ext>
                </a:extLst>
              </p:cNvPr>
              <p:cNvGrpSpPr/>
              <p:nvPr/>
            </p:nvGrpSpPr>
            <p:grpSpPr>
              <a:xfrm>
                <a:off x="434897" y="2426564"/>
                <a:ext cx="4636256" cy="1412192"/>
                <a:chOff x="398094" y="3549623"/>
                <a:chExt cx="4636256" cy="1412192"/>
              </a:xfrm>
            </p:grpSpPr>
            <p:grpSp>
              <p:nvGrpSpPr>
                <p:cNvPr id="76" name="Groupe 75">
                  <a:extLst>
                    <a:ext uri="{FF2B5EF4-FFF2-40B4-BE49-F238E27FC236}">
                      <a16:creationId xmlns:a16="http://schemas.microsoft.com/office/drawing/2014/main" id="{42888F21-E511-4F49-8485-99D493D21E74}"/>
                    </a:ext>
                  </a:extLst>
                </p:cNvPr>
                <p:cNvGrpSpPr/>
                <p:nvPr/>
              </p:nvGrpSpPr>
              <p:grpSpPr>
                <a:xfrm>
                  <a:off x="398094" y="3549623"/>
                  <a:ext cx="4636256" cy="1412192"/>
                  <a:chOff x="139788" y="4214163"/>
                  <a:chExt cx="4636256" cy="1412192"/>
                </a:xfrm>
              </p:grpSpPr>
              <p:grpSp>
                <p:nvGrpSpPr>
                  <p:cNvPr id="74" name="Groupe 73">
                    <a:extLst>
                      <a:ext uri="{FF2B5EF4-FFF2-40B4-BE49-F238E27FC236}">
                        <a16:creationId xmlns:a16="http://schemas.microsoft.com/office/drawing/2014/main" id="{55FF3080-EEB4-401D-8A7B-F99CB7EC4EE4}"/>
                      </a:ext>
                    </a:extLst>
                  </p:cNvPr>
                  <p:cNvGrpSpPr/>
                  <p:nvPr/>
                </p:nvGrpSpPr>
                <p:grpSpPr>
                  <a:xfrm>
                    <a:off x="139788" y="4214163"/>
                    <a:ext cx="4636256" cy="1412192"/>
                    <a:chOff x="218612" y="4734455"/>
                    <a:chExt cx="4636256" cy="1412192"/>
                  </a:xfrm>
                </p:grpSpPr>
                <p:cxnSp>
                  <p:nvCxnSpPr>
                    <p:cNvPr id="123" name="Connecteur droit 122">
                      <a:extLst>
                        <a:ext uri="{FF2B5EF4-FFF2-40B4-BE49-F238E27FC236}">
                          <a16:creationId xmlns:a16="http://schemas.microsoft.com/office/drawing/2014/main" id="{16F757C8-7B19-4AE2-A779-E085E7CB6D99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H="1" flipV="1">
                      <a:off x="1435253" y="5536106"/>
                      <a:ext cx="2477524" cy="115828"/>
                    </a:xfrm>
                    <a:prstGeom prst="line">
                      <a:avLst/>
                    </a:prstGeom>
                    <a:ln w="57150">
                      <a:solidFill>
                        <a:srgbClr val="00B050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27" name="Connecteur droit 126">
                      <a:extLst>
                        <a:ext uri="{FF2B5EF4-FFF2-40B4-BE49-F238E27FC236}">
                          <a16:creationId xmlns:a16="http://schemas.microsoft.com/office/drawing/2014/main" id="{C9EE2B9B-40CC-43B5-8FD2-E0233F9BEDC0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H="1">
                      <a:off x="1489717" y="5510631"/>
                      <a:ext cx="2475547" cy="153943"/>
                    </a:xfrm>
                    <a:prstGeom prst="line">
                      <a:avLst/>
                    </a:prstGeom>
                    <a:ln w="57150">
                      <a:solidFill>
                        <a:srgbClr val="FF0000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96" name="Connecteur droit 95">
                      <a:extLst>
                        <a:ext uri="{FF2B5EF4-FFF2-40B4-BE49-F238E27FC236}">
                          <a16:creationId xmlns:a16="http://schemas.microsoft.com/office/drawing/2014/main" id="{4CC7DE74-5462-4C31-9094-A1F63E62BFFD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H="1">
                      <a:off x="1489717" y="5389517"/>
                      <a:ext cx="2490073" cy="421139"/>
                    </a:xfrm>
                    <a:prstGeom prst="line">
                      <a:avLst/>
                    </a:prstGeom>
                    <a:ln w="571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00" name="Connecteur droit 99">
                      <a:extLst>
                        <a:ext uri="{FF2B5EF4-FFF2-40B4-BE49-F238E27FC236}">
                          <a16:creationId xmlns:a16="http://schemas.microsoft.com/office/drawing/2014/main" id="{2C5FE25E-2E46-4334-B698-70601F944F1B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H="1" flipV="1">
                      <a:off x="1420318" y="5370528"/>
                      <a:ext cx="2490482" cy="399031"/>
                    </a:xfrm>
                    <a:prstGeom prst="line">
                      <a:avLst/>
                    </a:prstGeom>
                    <a:ln w="57150">
                      <a:solidFill>
                        <a:schemeClr val="bg2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pic>
                  <p:nvPicPr>
                    <p:cNvPr id="101" name="Image 100">
                      <a:extLst>
                        <a:ext uri="{FF2B5EF4-FFF2-40B4-BE49-F238E27FC236}">
                          <a16:creationId xmlns:a16="http://schemas.microsoft.com/office/drawing/2014/main" id="{8EE9D795-C766-4906-BD89-F11A2B9C3E4B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6" cstate="screen">
                      <a:extLst>
                        <a:ext uri="{28A0092B-C50C-407E-A947-70E740481C1C}">
                          <a14:useLocalDpi xmlns:a14="http://schemas.microsoft.com/office/drawing/2010/main"/>
                        </a:ext>
                      </a:extLst>
                    </a:blip>
                    <a:stretch>
                      <a:fillRect/>
                    </a:stretch>
                  </p:blipFill>
                  <p:spPr>
                    <a:xfrm>
                      <a:off x="1265533" y="5052111"/>
                      <a:ext cx="536184" cy="955385"/>
                    </a:xfrm>
                    <a:prstGeom prst="rect">
                      <a:avLst/>
                    </a:prstGeom>
                  </p:spPr>
                </p:pic>
                <p:pic>
                  <p:nvPicPr>
                    <p:cNvPr id="102" name="Image 101">
                      <a:extLst>
                        <a:ext uri="{FF2B5EF4-FFF2-40B4-BE49-F238E27FC236}">
                          <a16:creationId xmlns:a16="http://schemas.microsoft.com/office/drawing/2014/main" id="{EC4F3DF9-475E-4325-97CD-B4F549AC240A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6" cstate="screen">
                      <a:extLst>
                        <a:ext uri="{28A0092B-C50C-407E-A947-70E740481C1C}">
                          <a14:useLocalDpi xmlns:a14="http://schemas.microsoft.com/office/drawing/2010/main"/>
                        </a:ext>
                      </a:extLst>
                    </a:blip>
                    <a:stretch>
                      <a:fillRect/>
                    </a:stretch>
                  </p:blipFill>
                  <p:spPr>
                    <a:xfrm rot="10800000">
                      <a:off x="3912244" y="5198239"/>
                      <a:ext cx="536184" cy="948408"/>
                    </a:xfrm>
                    <a:prstGeom prst="rect">
                      <a:avLst/>
                    </a:prstGeom>
                  </p:spPr>
                </p:pic>
                <p:sp>
                  <p:nvSpPr>
                    <p:cNvPr id="103" name="ZoneTexte 102">
                      <a:extLst>
                        <a:ext uri="{FF2B5EF4-FFF2-40B4-BE49-F238E27FC236}">
                          <a16:creationId xmlns:a16="http://schemas.microsoft.com/office/drawing/2014/main" id="{46304FFD-7393-4908-9C7D-6F4CB924BE31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971065" y="4837396"/>
                      <a:ext cx="657552" cy="415498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fr-FR" sz="1050" dirty="0"/>
                        <a:t>JST </a:t>
                      </a:r>
                      <a:r>
                        <a:rPr lang="fr-FR" sz="1050" b="1" dirty="0"/>
                        <a:t>5</a:t>
                      </a:r>
                      <a:r>
                        <a:rPr lang="fr-FR" sz="1050" dirty="0"/>
                        <a:t> pin</a:t>
                      </a:r>
                    </a:p>
                    <a:p>
                      <a:r>
                        <a:rPr lang="fr-FR" sz="1050" dirty="0"/>
                        <a:t>à sertir</a:t>
                      </a:r>
                    </a:p>
                  </p:txBody>
                </p:sp>
                <p:sp>
                  <p:nvSpPr>
                    <p:cNvPr id="104" name="ZoneTexte 103">
                      <a:extLst>
                        <a:ext uri="{FF2B5EF4-FFF2-40B4-BE49-F238E27FC236}">
                          <a16:creationId xmlns:a16="http://schemas.microsoft.com/office/drawing/2014/main" id="{E87C2821-A309-4546-B94F-C1323A14B814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204849" y="4734455"/>
                      <a:ext cx="657552" cy="415498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fr-FR" sz="1050" dirty="0"/>
                        <a:t>JST </a:t>
                      </a:r>
                      <a:r>
                        <a:rPr lang="fr-FR" sz="1050" b="1" dirty="0"/>
                        <a:t>5</a:t>
                      </a:r>
                      <a:r>
                        <a:rPr lang="fr-FR" sz="1050" dirty="0"/>
                        <a:t> pin</a:t>
                      </a:r>
                    </a:p>
                    <a:p>
                      <a:r>
                        <a:rPr lang="fr-FR" sz="1050" dirty="0"/>
                        <a:t>à sertir</a:t>
                      </a:r>
                    </a:p>
                  </p:txBody>
                </p:sp>
                <p:sp>
                  <p:nvSpPr>
                    <p:cNvPr id="137" name="ZoneTexte 136">
                      <a:extLst>
                        <a:ext uri="{FF2B5EF4-FFF2-40B4-BE49-F238E27FC236}">
                          <a16:creationId xmlns:a16="http://schemas.microsoft.com/office/drawing/2014/main" id="{A75057A0-8475-484C-AA93-550507E14F5E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391280" y="5252451"/>
                      <a:ext cx="463588" cy="73866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fr-FR" sz="1050" dirty="0"/>
                        <a:t>GND</a:t>
                      </a:r>
                    </a:p>
                    <a:p>
                      <a:r>
                        <a:rPr lang="fr-FR" sz="1050" dirty="0"/>
                        <a:t>3.3 V</a:t>
                      </a:r>
                    </a:p>
                    <a:p>
                      <a:r>
                        <a:rPr lang="fr-FR" sz="1050" dirty="0"/>
                        <a:t>SDA</a:t>
                      </a:r>
                    </a:p>
                    <a:p>
                      <a:r>
                        <a:rPr lang="fr-FR" sz="1050" dirty="0"/>
                        <a:t>SCL</a:t>
                      </a:r>
                    </a:p>
                  </p:txBody>
                </p:sp>
                <p:sp>
                  <p:nvSpPr>
                    <p:cNvPr id="138" name="ZoneTexte 137">
                      <a:extLst>
                        <a:ext uri="{FF2B5EF4-FFF2-40B4-BE49-F238E27FC236}">
                          <a16:creationId xmlns:a16="http://schemas.microsoft.com/office/drawing/2014/main" id="{5951C2D9-C835-4084-A92E-B16A613B8480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834859" y="5237180"/>
                      <a:ext cx="439544" cy="73866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fr-FR" sz="1050" dirty="0"/>
                        <a:t>SCL</a:t>
                      </a:r>
                    </a:p>
                    <a:p>
                      <a:r>
                        <a:rPr lang="fr-FR" sz="1050" dirty="0"/>
                        <a:t>SDA</a:t>
                      </a:r>
                    </a:p>
                    <a:p>
                      <a:r>
                        <a:rPr lang="fr-FR" sz="1050" dirty="0"/>
                        <a:t>3.3V</a:t>
                      </a:r>
                    </a:p>
                    <a:p>
                      <a:r>
                        <a:rPr lang="fr-FR" sz="1050" dirty="0"/>
                        <a:t>GND</a:t>
                      </a:r>
                    </a:p>
                  </p:txBody>
                </p:sp>
                <p:sp>
                  <p:nvSpPr>
                    <p:cNvPr id="147" name="ZoneTexte 146">
                      <a:extLst>
                        <a:ext uri="{FF2B5EF4-FFF2-40B4-BE49-F238E27FC236}">
                          <a16:creationId xmlns:a16="http://schemas.microsoft.com/office/drawing/2014/main" id="{8C31F805-1617-4306-93F1-4D8E22199452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18612" y="5442749"/>
                      <a:ext cx="823748" cy="27699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fr-FR" sz="1200" b="1" dirty="0"/>
                        <a:t>Luxmètre</a:t>
                      </a:r>
                    </a:p>
                  </p:txBody>
                </p:sp>
              </p:grpSp>
              <p:sp>
                <p:nvSpPr>
                  <p:cNvPr id="150" name="ZoneTexte 149">
                    <a:extLst>
                      <a:ext uri="{FF2B5EF4-FFF2-40B4-BE49-F238E27FC236}">
                        <a16:creationId xmlns:a16="http://schemas.microsoft.com/office/drawing/2014/main" id="{6C22CD58-2FB4-41E5-A4DF-535C01D53F33}"/>
                      </a:ext>
                    </a:extLst>
                  </p:cNvPr>
                  <p:cNvSpPr txBox="1"/>
                  <p:nvPr/>
                </p:nvSpPr>
                <p:spPr>
                  <a:xfrm>
                    <a:off x="1884152" y="4547529"/>
                    <a:ext cx="1252266" cy="261610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fr-FR" sz="1100" dirty="0"/>
                      <a:t>Rallonge Luxmètre</a:t>
                    </a:r>
                  </a:p>
                </p:txBody>
              </p:sp>
            </p:grpSp>
            <p:sp>
              <p:nvSpPr>
                <p:cNvPr id="159" name="ZoneTexte 158">
                  <a:extLst>
                    <a:ext uri="{FF2B5EF4-FFF2-40B4-BE49-F238E27FC236}">
                      <a16:creationId xmlns:a16="http://schemas.microsoft.com/office/drawing/2014/main" id="{D571589D-EE58-4833-AD77-3CE5A5A90910}"/>
                    </a:ext>
                  </a:extLst>
                </p:cNvPr>
                <p:cNvSpPr txBox="1"/>
                <p:nvPr/>
              </p:nvSpPr>
              <p:spPr>
                <a:xfrm>
                  <a:off x="2596964" y="4609672"/>
                  <a:ext cx="487634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fr-FR" sz="1200" dirty="0"/>
                    <a:t>5 cm</a:t>
                  </a:r>
                </a:p>
              </p:txBody>
            </p:sp>
          </p:grpSp>
          <p:cxnSp>
            <p:nvCxnSpPr>
              <p:cNvPr id="156" name="Connecteur droit 155">
                <a:extLst>
                  <a:ext uri="{FF2B5EF4-FFF2-40B4-BE49-F238E27FC236}">
                    <a16:creationId xmlns:a16="http://schemas.microsoft.com/office/drawing/2014/main" id="{4447C034-C8D5-4738-B293-C05A5456F34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48134" y="2933332"/>
                <a:ext cx="47991" cy="93702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8" name="Connecteur droit 157">
                <a:extLst>
                  <a:ext uri="{FF2B5EF4-FFF2-40B4-BE49-F238E27FC236}">
                    <a16:creationId xmlns:a16="http://schemas.microsoft.com/office/drawing/2014/main" id="{3AA87ECB-968B-4DEB-8B6C-F081E5869D4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035785" y="2914021"/>
                <a:ext cx="80628" cy="113013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4" name="Connecteur droit 173">
                <a:extLst>
                  <a:ext uri="{FF2B5EF4-FFF2-40B4-BE49-F238E27FC236}">
                    <a16:creationId xmlns:a16="http://schemas.microsoft.com/office/drawing/2014/main" id="{933DFE06-C755-41CC-9C74-971B76DC7F4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024475" y="3563605"/>
                <a:ext cx="47991" cy="93702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5" name="Connecteur droit 174">
                <a:extLst>
                  <a:ext uri="{FF2B5EF4-FFF2-40B4-BE49-F238E27FC236}">
                    <a16:creationId xmlns:a16="http://schemas.microsoft.com/office/drawing/2014/main" id="{DA69F688-63A2-4C74-91D8-93DEF63548C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012126" y="3544294"/>
                <a:ext cx="80628" cy="113013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97" name="ZoneTexte 96">
              <a:extLst>
                <a:ext uri="{FF2B5EF4-FFF2-40B4-BE49-F238E27FC236}">
                  <a16:creationId xmlns:a16="http://schemas.microsoft.com/office/drawing/2014/main" id="{5EE1E176-2E65-47F1-8BEC-6E125C8FFB58}"/>
                </a:ext>
              </a:extLst>
            </p:cNvPr>
            <p:cNvSpPr txBox="1"/>
            <p:nvPr/>
          </p:nvSpPr>
          <p:spPr>
            <a:xfrm>
              <a:off x="4540511" y="3008067"/>
              <a:ext cx="109032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/>
                <a:t>Carte électronique</a:t>
              </a:r>
            </a:p>
          </p:txBody>
        </p:sp>
      </p:grpSp>
      <p:grpSp>
        <p:nvGrpSpPr>
          <p:cNvPr id="99" name="Groupe 98">
            <a:extLst>
              <a:ext uri="{FF2B5EF4-FFF2-40B4-BE49-F238E27FC236}">
                <a16:creationId xmlns:a16="http://schemas.microsoft.com/office/drawing/2014/main" id="{1B5D6BFA-3105-47E9-A943-A9D1D6D7C572}"/>
              </a:ext>
            </a:extLst>
          </p:cNvPr>
          <p:cNvGrpSpPr/>
          <p:nvPr/>
        </p:nvGrpSpPr>
        <p:grpSpPr>
          <a:xfrm>
            <a:off x="3253806" y="4865393"/>
            <a:ext cx="80628" cy="113013"/>
            <a:chOff x="2029471" y="2824253"/>
            <a:chExt cx="80628" cy="113013"/>
          </a:xfrm>
        </p:grpSpPr>
        <p:cxnSp>
          <p:nvCxnSpPr>
            <p:cNvPr id="105" name="Connecteur droit 104">
              <a:extLst>
                <a:ext uri="{FF2B5EF4-FFF2-40B4-BE49-F238E27FC236}">
                  <a16:creationId xmlns:a16="http://schemas.microsoft.com/office/drawing/2014/main" id="{F2777D12-24A7-4788-B919-B1A2320D0686}"/>
                </a:ext>
              </a:extLst>
            </p:cNvPr>
            <p:cNvCxnSpPr>
              <a:cxnSpLocks/>
            </p:cNvCxnSpPr>
            <p:nvPr/>
          </p:nvCxnSpPr>
          <p:spPr>
            <a:xfrm>
              <a:off x="2041820" y="2843564"/>
              <a:ext cx="47991" cy="93702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Connecteur droit 105">
              <a:extLst>
                <a:ext uri="{FF2B5EF4-FFF2-40B4-BE49-F238E27FC236}">
                  <a16:creationId xmlns:a16="http://schemas.microsoft.com/office/drawing/2014/main" id="{4F867278-D0D0-4DBD-B78C-46D140417D8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029471" y="2824253"/>
              <a:ext cx="80628" cy="113013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54214935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7" name="Connecteur droit 86">
            <a:extLst>
              <a:ext uri="{FF2B5EF4-FFF2-40B4-BE49-F238E27FC236}">
                <a16:creationId xmlns:a16="http://schemas.microsoft.com/office/drawing/2014/main" id="{63412780-4A12-4701-9EB0-83D8FE8EBB25}"/>
              </a:ext>
            </a:extLst>
          </p:cNvPr>
          <p:cNvCxnSpPr>
            <a:cxnSpLocks/>
          </p:cNvCxnSpPr>
          <p:nvPr/>
        </p:nvCxnSpPr>
        <p:spPr>
          <a:xfrm flipV="1">
            <a:off x="7128457" y="3353112"/>
            <a:ext cx="2522" cy="51417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0" name="Connecteur droit 209">
            <a:extLst>
              <a:ext uri="{FF2B5EF4-FFF2-40B4-BE49-F238E27FC236}">
                <a16:creationId xmlns:a16="http://schemas.microsoft.com/office/drawing/2014/main" id="{1F6BC757-9914-458C-9865-5DF576F1C550}"/>
              </a:ext>
            </a:extLst>
          </p:cNvPr>
          <p:cNvCxnSpPr>
            <a:cxnSpLocks/>
          </p:cNvCxnSpPr>
          <p:nvPr/>
        </p:nvCxnSpPr>
        <p:spPr>
          <a:xfrm flipV="1">
            <a:off x="8569804" y="4736976"/>
            <a:ext cx="1581154" cy="159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Connecteur droit 110">
            <a:extLst>
              <a:ext uri="{FF2B5EF4-FFF2-40B4-BE49-F238E27FC236}">
                <a16:creationId xmlns:a16="http://schemas.microsoft.com/office/drawing/2014/main" id="{7FE1AF6E-0AC2-4479-A299-249F31FFB341}"/>
              </a:ext>
            </a:extLst>
          </p:cNvPr>
          <p:cNvCxnSpPr>
            <a:cxnSpLocks/>
          </p:cNvCxnSpPr>
          <p:nvPr/>
        </p:nvCxnSpPr>
        <p:spPr>
          <a:xfrm flipH="1">
            <a:off x="7388007" y="5191586"/>
            <a:ext cx="2808916" cy="39280"/>
          </a:xfrm>
          <a:prstGeom prst="line">
            <a:avLst/>
          </a:prstGeom>
          <a:ln w="5715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onnecteur droit 12">
            <a:extLst>
              <a:ext uri="{FF2B5EF4-FFF2-40B4-BE49-F238E27FC236}">
                <a16:creationId xmlns:a16="http://schemas.microsoft.com/office/drawing/2014/main" id="{A8624286-D664-424B-AABA-9F9FF68F8D3A}"/>
              </a:ext>
            </a:extLst>
          </p:cNvPr>
          <p:cNvCxnSpPr/>
          <p:nvPr/>
        </p:nvCxnSpPr>
        <p:spPr>
          <a:xfrm flipH="1">
            <a:off x="8444078" y="3221688"/>
            <a:ext cx="1706880" cy="0"/>
          </a:xfrm>
          <a:prstGeom prst="line">
            <a:avLst/>
          </a:prstGeom>
          <a:ln w="57150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onnecteur droit 13">
            <a:extLst>
              <a:ext uri="{FF2B5EF4-FFF2-40B4-BE49-F238E27FC236}">
                <a16:creationId xmlns:a16="http://schemas.microsoft.com/office/drawing/2014/main" id="{9202B084-869C-4E1E-B0B7-FD489E21DE3A}"/>
              </a:ext>
            </a:extLst>
          </p:cNvPr>
          <p:cNvCxnSpPr>
            <a:cxnSpLocks/>
          </p:cNvCxnSpPr>
          <p:nvPr/>
        </p:nvCxnSpPr>
        <p:spPr>
          <a:xfrm flipH="1">
            <a:off x="7216588" y="3364446"/>
            <a:ext cx="2873322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necteur droit 14">
            <a:extLst>
              <a:ext uri="{FF2B5EF4-FFF2-40B4-BE49-F238E27FC236}">
                <a16:creationId xmlns:a16="http://schemas.microsoft.com/office/drawing/2014/main" id="{D47F3939-53F1-4E12-BACF-48EF99E7D345}"/>
              </a:ext>
            </a:extLst>
          </p:cNvPr>
          <p:cNvCxnSpPr>
            <a:cxnSpLocks/>
          </p:cNvCxnSpPr>
          <p:nvPr/>
        </p:nvCxnSpPr>
        <p:spPr>
          <a:xfrm flipH="1">
            <a:off x="8444078" y="3496479"/>
            <a:ext cx="1706880" cy="11216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Connecteur droit 18">
            <a:extLst>
              <a:ext uri="{FF2B5EF4-FFF2-40B4-BE49-F238E27FC236}">
                <a16:creationId xmlns:a16="http://schemas.microsoft.com/office/drawing/2014/main" id="{292D8313-7B6F-4D13-A7B3-63BFAC7A59E4}"/>
              </a:ext>
            </a:extLst>
          </p:cNvPr>
          <p:cNvCxnSpPr>
            <a:cxnSpLocks/>
          </p:cNvCxnSpPr>
          <p:nvPr/>
        </p:nvCxnSpPr>
        <p:spPr>
          <a:xfrm flipH="1">
            <a:off x="8407333" y="4889326"/>
            <a:ext cx="2098850" cy="0"/>
          </a:xfrm>
          <a:prstGeom prst="line">
            <a:avLst/>
          </a:prstGeom>
          <a:ln w="571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Connecteur droit 19">
            <a:extLst>
              <a:ext uri="{FF2B5EF4-FFF2-40B4-BE49-F238E27FC236}">
                <a16:creationId xmlns:a16="http://schemas.microsoft.com/office/drawing/2014/main" id="{14C32680-36A6-4C89-8001-05DAD53A5FAA}"/>
              </a:ext>
            </a:extLst>
          </p:cNvPr>
          <p:cNvCxnSpPr>
            <a:cxnSpLocks/>
          </p:cNvCxnSpPr>
          <p:nvPr/>
        </p:nvCxnSpPr>
        <p:spPr>
          <a:xfrm flipH="1">
            <a:off x="5137575" y="5018500"/>
            <a:ext cx="5088630" cy="40798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Image 4">
            <a:extLst>
              <a:ext uri="{FF2B5EF4-FFF2-40B4-BE49-F238E27FC236}">
                <a16:creationId xmlns:a16="http://schemas.microsoft.com/office/drawing/2014/main" id="{DDDBF1C9-5F4C-4EB7-9058-441DE555E838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173666" y="154700"/>
            <a:ext cx="2651957" cy="2308291"/>
          </a:xfrm>
          <a:prstGeom prst="rect">
            <a:avLst/>
          </a:prstGeom>
        </p:spPr>
      </p:pic>
      <p:sp>
        <p:nvSpPr>
          <p:cNvPr id="148" name="ZoneTexte 147">
            <a:extLst>
              <a:ext uri="{FF2B5EF4-FFF2-40B4-BE49-F238E27FC236}">
                <a16:creationId xmlns:a16="http://schemas.microsoft.com/office/drawing/2014/main" id="{A4139612-895F-4F34-9220-B9D8C3C0C963}"/>
              </a:ext>
            </a:extLst>
          </p:cNvPr>
          <p:cNvSpPr txBox="1"/>
          <p:nvPr/>
        </p:nvSpPr>
        <p:spPr>
          <a:xfrm>
            <a:off x="10850680" y="3055505"/>
            <a:ext cx="537327" cy="5770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50" dirty="0"/>
              <a:t>5V</a:t>
            </a:r>
          </a:p>
          <a:p>
            <a:r>
              <a:rPr lang="fr-FR" sz="1050" dirty="0"/>
              <a:t>Masse</a:t>
            </a:r>
          </a:p>
          <a:p>
            <a:r>
              <a:rPr lang="fr-FR" sz="1050" dirty="0"/>
              <a:t>12V</a:t>
            </a:r>
          </a:p>
        </p:txBody>
      </p:sp>
      <p:sp>
        <p:nvSpPr>
          <p:cNvPr id="149" name="ZoneTexte 148">
            <a:extLst>
              <a:ext uri="{FF2B5EF4-FFF2-40B4-BE49-F238E27FC236}">
                <a16:creationId xmlns:a16="http://schemas.microsoft.com/office/drawing/2014/main" id="{FAD4E591-40BE-43DD-8835-82A0B18391E1}"/>
              </a:ext>
            </a:extLst>
          </p:cNvPr>
          <p:cNvSpPr txBox="1"/>
          <p:nvPr/>
        </p:nvSpPr>
        <p:spPr>
          <a:xfrm>
            <a:off x="10863667" y="4582746"/>
            <a:ext cx="800219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50" dirty="0"/>
              <a:t>12V </a:t>
            </a:r>
            <a:r>
              <a:rPr lang="fr-FR" sz="1050" dirty="0" err="1"/>
              <a:t>fonc</a:t>
            </a:r>
            <a:endParaRPr lang="fr-FR" sz="1050" dirty="0"/>
          </a:p>
          <a:p>
            <a:r>
              <a:rPr lang="fr-FR" sz="1050" dirty="0"/>
              <a:t>12V charge</a:t>
            </a:r>
          </a:p>
          <a:p>
            <a:r>
              <a:rPr lang="fr-FR" sz="1050" dirty="0"/>
              <a:t>12V charge</a:t>
            </a:r>
          </a:p>
          <a:p>
            <a:r>
              <a:rPr lang="fr-FR" sz="1050" dirty="0"/>
              <a:t>12V </a:t>
            </a:r>
            <a:r>
              <a:rPr lang="fr-FR" sz="1050" dirty="0" err="1"/>
              <a:t>fonc</a:t>
            </a:r>
            <a:endParaRPr lang="fr-FR" sz="1050" dirty="0"/>
          </a:p>
        </p:txBody>
      </p:sp>
      <p:pic>
        <p:nvPicPr>
          <p:cNvPr id="75" name="Image 74">
            <a:extLst>
              <a:ext uri="{FF2B5EF4-FFF2-40B4-BE49-F238E27FC236}">
                <a16:creationId xmlns:a16="http://schemas.microsoft.com/office/drawing/2014/main" id="{90BE24BB-EFC0-4462-A876-C5489686A18A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0085846" y="3028786"/>
            <a:ext cx="796540" cy="591195"/>
          </a:xfrm>
          <a:prstGeom prst="rect">
            <a:avLst/>
          </a:prstGeom>
        </p:spPr>
      </p:pic>
      <p:cxnSp>
        <p:nvCxnSpPr>
          <p:cNvPr id="82" name="Connecteur droit 81">
            <a:extLst>
              <a:ext uri="{FF2B5EF4-FFF2-40B4-BE49-F238E27FC236}">
                <a16:creationId xmlns:a16="http://schemas.microsoft.com/office/drawing/2014/main" id="{F82FDA02-557B-492A-B1A2-F81723501A9B}"/>
              </a:ext>
            </a:extLst>
          </p:cNvPr>
          <p:cNvCxnSpPr>
            <a:cxnSpLocks/>
          </p:cNvCxnSpPr>
          <p:nvPr/>
        </p:nvCxnSpPr>
        <p:spPr>
          <a:xfrm flipV="1">
            <a:off x="8600088" y="4278797"/>
            <a:ext cx="0" cy="485382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3" name="Image 72">
            <a:extLst>
              <a:ext uri="{FF2B5EF4-FFF2-40B4-BE49-F238E27FC236}">
                <a16:creationId xmlns:a16="http://schemas.microsoft.com/office/drawing/2014/main" id="{2199772B-296A-48A5-90CA-557EB2B3101B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8829344" flipH="1">
            <a:off x="10089711" y="4548414"/>
            <a:ext cx="778065" cy="771471"/>
          </a:xfrm>
          <a:prstGeom prst="roundRect">
            <a:avLst>
              <a:gd name="adj" fmla="val 50000"/>
            </a:avLst>
          </a:prstGeom>
        </p:spPr>
      </p:pic>
      <p:sp>
        <p:nvSpPr>
          <p:cNvPr id="2" name="ZoneTexte 1">
            <a:extLst>
              <a:ext uri="{FF2B5EF4-FFF2-40B4-BE49-F238E27FC236}">
                <a16:creationId xmlns:a16="http://schemas.microsoft.com/office/drawing/2014/main" id="{C471355C-42CB-44DC-AC2D-56F2387F9102}"/>
              </a:ext>
            </a:extLst>
          </p:cNvPr>
          <p:cNvSpPr txBox="1"/>
          <p:nvPr/>
        </p:nvSpPr>
        <p:spPr>
          <a:xfrm>
            <a:off x="64453" y="-31507"/>
            <a:ext cx="1808508" cy="21236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600" b="1" dirty="0"/>
              <a:t>Câblage </a:t>
            </a:r>
          </a:p>
          <a:p>
            <a:r>
              <a:rPr lang="fr-FR" sz="3600" b="1" dirty="0"/>
              <a:t>Caisson </a:t>
            </a:r>
          </a:p>
          <a:p>
            <a:r>
              <a:rPr lang="fr-FR" sz="2000" b="1" dirty="0"/>
              <a:t>v3.5</a:t>
            </a:r>
          </a:p>
          <a:p>
            <a:r>
              <a:rPr lang="fr-FR" sz="2000" b="1" dirty="0"/>
              <a:t>v6 stéréo</a:t>
            </a:r>
          </a:p>
          <a:p>
            <a:r>
              <a:rPr lang="fr-FR" sz="2000" b="1" dirty="0" err="1"/>
              <a:t>Magpi</a:t>
            </a:r>
            <a:r>
              <a:rPr lang="fr-FR" sz="2000" b="1" dirty="0"/>
              <a:t> sans Lux</a:t>
            </a:r>
          </a:p>
        </p:txBody>
      </p:sp>
      <p:sp>
        <p:nvSpPr>
          <p:cNvPr id="150" name="ZoneTexte 149">
            <a:extLst>
              <a:ext uri="{FF2B5EF4-FFF2-40B4-BE49-F238E27FC236}">
                <a16:creationId xmlns:a16="http://schemas.microsoft.com/office/drawing/2014/main" id="{1DA837A8-2D65-4981-B191-C8F12BF7E75A}"/>
              </a:ext>
            </a:extLst>
          </p:cNvPr>
          <p:cNvSpPr txBox="1"/>
          <p:nvPr/>
        </p:nvSpPr>
        <p:spPr>
          <a:xfrm>
            <a:off x="2332262" y="3852648"/>
            <a:ext cx="930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Batterie</a:t>
            </a:r>
          </a:p>
        </p:txBody>
      </p:sp>
      <p:cxnSp>
        <p:nvCxnSpPr>
          <p:cNvPr id="11" name="Connecteur droit 10">
            <a:extLst>
              <a:ext uri="{FF2B5EF4-FFF2-40B4-BE49-F238E27FC236}">
                <a16:creationId xmlns:a16="http://schemas.microsoft.com/office/drawing/2014/main" id="{3260856D-06D6-42A9-8E38-941C19B8E425}"/>
              </a:ext>
            </a:extLst>
          </p:cNvPr>
          <p:cNvCxnSpPr>
            <a:cxnSpLocks/>
          </p:cNvCxnSpPr>
          <p:nvPr/>
        </p:nvCxnSpPr>
        <p:spPr>
          <a:xfrm flipH="1">
            <a:off x="3477853" y="5041072"/>
            <a:ext cx="918395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onnecteur droit 9">
            <a:extLst>
              <a:ext uri="{FF2B5EF4-FFF2-40B4-BE49-F238E27FC236}">
                <a16:creationId xmlns:a16="http://schemas.microsoft.com/office/drawing/2014/main" id="{1AD5D23C-688A-425A-A342-06F5C6A12CC2}"/>
              </a:ext>
            </a:extLst>
          </p:cNvPr>
          <p:cNvCxnSpPr>
            <a:cxnSpLocks/>
          </p:cNvCxnSpPr>
          <p:nvPr/>
        </p:nvCxnSpPr>
        <p:spPr>
          <a:xfrm flipH="1">
            <a:off x="2947032" y="4908860"/>
            <a:ext cx="1452806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2" name="Image 31">
            <a:extLst>
              <a:ext uri="{FF2B5EF4-FFF2-40B4-BE49-F238E27FC236}">
                <a16:creationId xmlns:a16="http://schemas.microsoft.com/office/drawing/2014/main" id="{F4616C2A-2E04-43A4-AE9D-1AC4E4DD374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5400000">
            <a:off x="1960745" y="4101278"/>
            <a:ext cx="1600282" cy="1739989"/>
          </a:xfrm>
          <a:prstGeom prst="roundRect">
            <a:avLst>
              <a:gd name="adj" fmla="val 30000"/>
            </a:avLst>
          </a:prstGeom>
        </p:spPr>
      </p:pic>
      <p:sp>
        <p:nvSpPr>
          <p:cNvPr id="144" name="ZoneTexte 143">
            <a:extLst>
              <a:ext uri="{FF2B5EF4-FFF2-40B4-BE49-F238E27FC236}">
                <a16:creationId xmlns:a16="http://schemas.microsoft.com/office/drawing/2014/main" id="{57E793D7-1A90-4888-B5B1-7834A16E5FB1}"/>
              </a:ext>
            </a:extLst>
          </p:cNvPr>
          <p:cNvSpPr txBox="1"/>
          <p:nvPr/>
        </p:nvSpPr>
        <p:spPr>
          <a:xfrm>
            <a:off x="3602130" y="4526869"/>
            <a:ext cx="7873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Masse</a:t>
            </a:r>
          </a:p>
        </p:txBody>
      </p:sp>
      <p:sp>
        <p:nvSpPr>
          <p:cNvPr id="145" name="ZoneTexte 144">
            <a:extLst>
              <a:ext uri="{FF2B5EF4-FFF2-40B4-BE49-F238E27FC236}">
                <a16:creationId xmlns:a16="http://schemas.microsoft.com/office/drawing/2014/main" id="{69BA6FEE-5ED3-47F4-B047-6DF5A1541194}"/>
              </a:ext>
            </a:extLst>
          </p:cNvPr>
          <p:cNvSpPr txBox="1"/>
          <p:nvPr/>
        </p:nvSpPr>
        <p:spPr>
          <a:xfrm>
            <a:off x="3676011" y="5015672"/>
            <a:ext cx="5501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12V</a:t>
            </a:r>
          </a:p>
        </p:txBody>
      </p:sp>
      <p:grpSp>
        <p:nvGrpSpPr>
          <p:cNvPr id="22" name="Groupe 21">
            <a:extLst>
              <a:ext uri="{FF2B5EF4-FFF2-40B4-BE49-F238E27FC236}">
                <a16:creationId xmlns:a16="http://schemas.microsoft.com/office/drawing/2014/main" id="{1824BDE9-6D9D-4C00-A3E6-7314E41A61C6}"/>
              </a:ext>
            </a:extLst>
          </p:cNvPr>
          <p:cNvGrpSpPr/>
          <p:nvPr/>
        </p:nvGrpSpPr>
        <p:grpSpPr>
          <a:xfrm rot="10800000">
            <a:off x="4733578" y="4785110"/>
            <a:ext cx="583814" cy="606735"/>
            <a:chOff x="1738408" y="4827919"/>
            <a:chExt cx="583814" cy="606735"/>
          </a:xfrm>
        </p:grpSpPr>
        <p:grpSp>
          <p:nvGrpSpPr>
            <p:cNvPr id="12" name="Groupe 11">
              <a:extLst>
                <a:ext uri="{FF2B5EF4-FFF2-40B4-BE49-F238E27FC236}">
                  <a16:creationId xmlns:a16="http://schemas.microsoft.com/office/drawing/2014/main" id="{02D6B77C-BEB7-472A-A95C-A2C13E2E5BFF}"/>
                </a:ext>
              </a:extLst>
            </p:cNvPr>
            <p:cNvGrpSpPr/>
            <p:nvPr/>
          </p:nvGrpSpPr>
          <p:grpSpPr>
            <a:xfrm>
              <a:off x="1913791" y="5065322"/>
              <a:ext cx="302113" cy="369332"/>
              <a:chOff x="2272683" y="5175682"/>
              <a:chExt cx="302113" cy="369332"/>
            </a:xfrm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34FE750F-6A35-4246-90D1-BADE23778E5C}"/>
                  </a:ext>
                </a:extLst>
              </p:cNvPr>
              <p:cNvSpPr/>
              <p:nvPr/>
            </p:nvSpPr>
            <p:spPr>
              <a:xfrm>
                <a:off x="2272683" y="5175682"/>
                <a:ext cx="159799" cy="369332"/>
              </a:xfrm>
              <a:prstGeom prst="rect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59D0710D-F218-45E4-B73E-C7218B788F60}"/>
                  </a:ext>
                </a:extLst>
              </p:cNvPr>
              <p:cNvSpPr/>
              <p:nvPr/>
            </p:nvSpPr>
            <p:spPr>
              <a:xfrm>
                <a:off x="2438648" y="5250822"/>
                <a:ext cx="136148" cy="77568"/>
              </a:xfrm>
              <a:prstGeom prst="rect">
                <a:avLst/>
              </a:prstGeom>
              <a:solidFill>
                <a:srgbClr val="FFC000"/>
              </a:solidFill>
              <a:ln>
                <a:solidFill>
                  <a:srgbClr val="FFC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120" name="Rectangle 119">
                <a:extLst>
                  <a:ext uri="{FF2B5EF4-FFF2-40B4-BE49-F238E27FC236}">
                    <a16:creationId xmlns:a16="http://schemas.microsoft.com/office/drawing/2014/main" id="{F33B8CE3-8853-4163-B3C4-79029064F777}"/>
                  </a:ext>
                </a:extLst>
              </p:cNvPr>
              <p:cNvSpPr/>
              <p:nvPr/>
            </p:nvSpPr>
            <p:spPr>
              <a:xfrm>
                <a:off x="2436770" y="5410618"/>
                <a:ext cx="136148" cy="77568"/>
              </a:xfrm>
              <a:prstGeom prst="rect">
                <a:avLst/>
              </a:prstGeom>
              <a:solidFill>
                <a:srgbClr val="FFC000"/>
              </a:solidFill>
              <a:ln>
                <a:solidFill>
                  <a:srgbClr val="FFC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sp>
          <p:nvSpPr>
            <p:cNvPr id="16" name="ZoneTexte 15">
              <a:extLst>
                <a:ext uri="{FF2B5EF4-FFF2-40B4-BE49-F238E27FC236}">
                  <a16:creationId xmlns:a16="http://schemas.microsoft.com/office/drawing/2014/main" id="{3C5F14F8-9F58-4CBF-AFA7-1F296C6EB3B7}"/>
                </a:ext>
              </a:extLst>
            </p:cNvPr>
            <p:cNvSpPr txBox="1"/>
            <p:nvPr/>
          </p:nvSpPr>
          <p:spPr>
            <a:xfrm rot="10800000">
              <a:off x="1738408" y="4827919"/>
              <a:ext cx="583814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1050" dirty="0"/>
                <a:t>XT30m</a:t>
              </a:r>
            </a:p>
          </p:txBody>
        </p:sp>
      </p:grpSp>
      <p:grpSp>
        <p:nvGrpSpPr>
          <p:cNvPr id="158" name="Groupe 157">
            <a:extLst>
              <a:ext uri="{FF2B5EF4-FFF2-40B4-BE49-F238E27FC236}">
                <a16:creationId xmlns:a16="http://schemas.microsoft.com/office/drawing/2014/main" id="{D6B9CD81-20E0-424E-AB47-A0D56B765C94}"/>
              </a:ext>
            </a:extLst>
          </p:cNvPr>
          <p:cNvGrpSpPr/>
          <p:nvPr/>
        </p:nvGrpSpPr>
        <p:grpSpPr>
          <a:xfrm>
            <a:off x="8317740" y="3169528"/>
            <a:ext cx="80628" cy="113013"/>
            <a:chOff x="2029471" y="2824253"/>
            <a:chExt cx="80628" cy="113013"/>
          </a:xfrm>
        </p:grpSpPr>
        <p:cxnSp>
          <p:nvCxnSpPr>
            <p:cNvPr id="159" name="Connecteur droit 158">
              <a:extLst>
                <a:ext uri="{FF2B5EF4-FFF2-40B4-BE49-F238E27FC236}">
                  <a16:creationId xmlns:a16="http://schemas.microsoft.com/office/drawing/2014/main" id="{D9DE1ADE-16D8-4E00-AB98-1B1934857D31}"/>
                </a:ext>
              </a:extLst>
            </p:cNvPr>
            <p:cNvCxnSpPr>
              <a:cxnSpLocks/>
            </p:cNvCxnSpPr>
            <p:nvPr/>
          </p:nvCxnSpPr>
          <p:spPr>
            <a:xfrm>
              <a:off x="2041820" y="2843564"/>
              <a:ext cx="47991" cy="93702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0" name="Connecteur droit 159">
              <a:extLst>
                <a:ext uri="{FF2B5EF4-FFF2-40B4-BE49-F238E27FC236}">
                  <a16:creationId xmlns:a16="http://schemas.microsoft.com/office/drawing/2014/main" id="{8DF45D3B-1804-4811-AAE3-473A4578E6D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029471" y="2824253"/>
              <a:ext cx="80628" cy="113013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0" name="Groupe 169">
            <a:extLst>
              <a:ext uri="{FF2B5EF4-FFF2-40B4-BE49-F238E27FC236}">
                <a16:creationId xmlns:a16="http://schemas.microsoft.com/office/drawing/2014/main" id="{1E4F311D-F432-40D4-BB17-E71F9FE996E0}"/>
              </a:ext>
            </a:extLst>
          </p:cNvPr>
          <p:cNvGrpSpPr/>
          <p:nvPr/>
        </p:nvGrpSpPr>
        <p:grpSpPr>
          <a:xfrm rot="10800000">
            <a:off x="4209021" y="4784545"/>
            <a:ext cx="500458" cy="573279"/>
            <a:chOff x="2270241" y="4850757"/>
            <a:chExt cx="500458" cy="573279"/>
          </a:xfrm>
        </p:grpSpPr>
        <p:grpSp>
          <p:nvGrpSpPr>
            <p:cNvPr id="171" name="Groupe 170">
              <a:extLst>
                <a:ext uri="{FF2B5EF4-FFF2-40B4-BE49-F238E27FC236}">
                  <a16:creationId xmlns:a16="http://schemas.microsoft.com/office/drawing/2014/main" id="{96BCA03A-7B39-41A5-8991-E43EA880654D}"/>
                </a:ext>
              </a:extLst>
            </p:cNvPr>
            <p:cNvGrpSpPr/>
            <p:nvPr/>
          </p:nvGrpSpPr>
          <p:grpSpPr>
            <a:xfrm>
              <a:off x="2343110" y="5054704"/>
              <a:ext cx="302012" cy="369332"/>
              <a:chOff x="2423435" y="5175682"/>
              <a:chExt cx="302012" cy="369332"/>
            </a:xfrm>
          </p:grpSpPr>
          <p:sp>
            <p:nvSpPr>
              <p:cNvPr id="173" name="Rectangle 172">
                <a:extLst>
                  <a:ext uri="{FF2B5EF4-FFF2-40B4-BE49-F238E27FC236}">
                    <a16:creationId xmlns:a16="http://schemas.microsoft.com/office/drawing/2014/main" id="{CCF41A00-E6F0-4BA3-B0D7-84885841743C}"/>
                  </a:ext>
                </a:extLst>
              </p:cNvPr>
              <p:cNvSpPr/>
              <p:nvPr/>
            </p:nvSpPr>
            <p:spPr>
              <a:xfrm>
                <a:off x="2425949" y="5175682"/>
                <a:ext cx="299498" cy="369332"/>
              </a:xfrm>
              <a:prstGeom prst="rect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174" name="Rectangle 173">
                <a:extLst>
                  <a:ext uri="{FF2B5EF4-FFF2-40B4-BE49-F238E27FC236}">
                    <a16:creationId xmlns:a16="http://schemas.microsoft.com/office/drawing/2014/main" id="{3EC0EA7A-0536-4E69-ABF8-E407ED2D97A0}"/>
                  </a:ext>
                </a:extLst>
              </p:cNvPr>
              <p:cNvSpPr/>
              <p:nvPr/>
            </p:nvSpPr>
            <p:spPr>
              <a:xfrm>
                <a:off x="2425948" y="5238122"/>
                <a:ext cx="136148" cy="77568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175" name="Rectangle 174">
                <a:extLst>
                  <a:ext uri="{FF2B5EF4-FFF2-40B4-BE49-F238E27FC236}">
                    <a16:creationId xmlns:a16="http://schemas.microsoft.com/office/drawing/2014/main" id="{04E748FC-8C66-4997-806E-DB03DA64E96A}"/>
                  </a:ext>
                </a:extLst>
              </p:cNvPr>
              <p:cNvSpPr/>
              <p:nvPr/>
            </p:nvSpPr>
            <p:spPr>
              <a:xfrm>
                <a:off x="2423435" y="5391568"/>
                <a:ext cx="136148" cy="77568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sp>
          <p:nvSpPr>
            <p:cNvPr id="172" name="ZoneTexte 171">
              <a:extLst>
                <a:ext uri="{FF2B5EF4-FFF2-40B4-BE49-F238E27FC236}">
                  <a16:creationId xmlns:a16="http://schemas.microsoft.com/office/drawing/2014/main" id="{11F75EA0-A66E-4732-B017-F70E5FE0E1CD}"/>
                </a:ext>
              </a:extLst>
            </p:cNvPr>
            <p:cNvSpPr txBox="1"/>
            <p:nvPr/>
          </p:nvSpPr>
          <p:spPr>
            <a:xfrm rot="10800000">
              <a:off x="2270241" y="4850757"/>
              <a:ext cx="500458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1050" dirty="0"/>
                <a:t>XT30f</a:t>
              </a:r>
            </a:p>
          </p:txBody>
        </p:sp>
      </p:grpSp>
      <p:cxnSp>
        <p:nvCxnSpPr>
          <p:cNvPr id="205" name="Connecteur droit 204">
            <a:extLst>
              <a:ext uri="{FF2B5EF4-FFF2-40B4-BE49-F238E27FC236}">
                <a16:creationId xmlns:a16="http://schemas.microsoft.com/office/drawing/2014/main" id="{972B8D5E-372C-4AE6-80ED-08F3AD4FC63E}"/>
              </a:ext>
            </a:extLst>
          </p:cNvPr>
          <p:cNvCxnSpPr>
            <a:cxnSpLocks/>
          </p:cNvCxnSpPr>
          <p:nvPr/>
        </p:nvCxnSpPr>
        <p:spPr>
          <a:xfrm>
            <a:off x="8462008" y="3487024"/>
            <a:ext cx="0" cy="235961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5" name="Connecteur droit 214">
            <a:extLst>
              <a:ext uri="{FF2B5EF4-FFF2-40B4-BE49-F238E27FC236}">
                <a16:creationId xmlns:a16="http://schemas.microsoft.com/office/drawing/2014/main" id="{ABE9786A-B78C-4F26-8971-DEB8BA9CD502}"/>
              </a:ext>
            </a:extLst>
          </p:cNvPr>
          <p:cNvCxnSpPr/>
          <p:nvPr/>
        </p:nvCxnSpPr>
        <p:spPr>
          <a:xfrm>
            <a:off x="4661326" y="4971272"/>
            <a:ext cx="153822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ZoneTexte 27">
            <a:extLst>
              <a:ext uri="{FF2B5EF4-FFF2-40B4-BE49-F238E27FC236}">
                <a16:creationId xmlns:a16="http://schemas.microsoft.com/office/drawing/2014/main" id="{0E8DD2D7-9EAF-4271-A6F9-A4777DF64046}"/>
              </a:ext>
            </a:extLst>
          </p:cNvPr>
          <p:cNvSpPr txBox="1"/>
          <p:nvPr/>
        </p:nvSpPr>
        <p:spPr>
          <a:xfrm>
            <a:off x="5097502" y="5472837"/>
            <a:ext cx="175278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00" dirty="0"/>
              <a:t>Vers convertisseur + 12 V</a:t>
            </a:r>
          </a:p>
        </p:txBody>
      </p:sp>
      <p:pic>
        <p:nvPicPr>
          <p:cNvPr id="249" name="Image 248">
            <a:extLst>
              <a:ext uri="{FF2B5EF4-FFF2-40B4-BE49-F238E27FC236}">
                <a16:creationId xmlns:a16="http://schemas.microsoft.com/office/drawing/2014/main" id="{20E18CA3-E5D4-4A6B-9F83-978BE0EC4A69}"/>
              </a:ext>
            </a:extLst>
          </p:cNvPr>
          <p:cNvPicPr>
            <a:picLocks noChangeAspect="1"/>
          </p:cNvPicPr>
          <p:nvPr/>
        </p:nvPicPr>
        <p:blipFill rotWithShape="1"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791360" y="1031991"/>
            <a:ext cx="655381" cy="195908"/>
          </a:xfrm>
          <a:prstGeom prst="rect">
            <a:avLst/>
          </a:prstGeom>
        </p:spPr>
      </p:pic>
      <p:pic>
        <p:nvPicPr>
          <p:cNvPr id="250" name="Image 249">
            <a:extLst>
              <a:ext uri="{FF2B5EF4-FFF2-40B4-BE49-F238E27FC236}">
                <a16:creationId xmlns:a16="http://schemas.microsoft.com/office/drawing/2014/main" id="{E3C725AC-C4DE-4F8D-BA7A-B276BCDE8325}"/>
              </a:ext>
            </a:extLst>
          </p:cNvPr>
          <p:cNvPicPr>
            <a:picLocks noChangeAspect="1"/>
          </p:cNvPicPr>
          <p:nvPr/>
        </p:nvPicPr>
        <p:blipFill rotWithShape="1"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788452" y="1197620"/>
            <a:ext cx="656674" cy="196294"/>
          </a:xfrm>
          <a:prstGeom prst="rect">
            <a:avLst/>
          </a:prstGeom>
        </p:spPr>
      </p:pic>
      <p:cxnSp>
        <p:nvCxnSpPr>
          <p:cNvPr id="247" name="Connecteur droit 246">
            <a:extLst>
              <a:ext uri="{FF2B5EF4-FFF2-40B4-BE49-F238E27FC236}">
                <a16:creationId xmlns:a16="http://schemas.microsoft.com/office/drawing/2014/main" id="{D61C2D08-0BB2-4A15-8BD1-0B10E789A9DC}"/>
              </a:ext>
            </a:extLst>
          </p:cNvPr>
          <p:cNvCxnSpPr>
            <a:cxnSpLocks/>
          </p:cNvCxnSpPr>
          <p:nvPr/>
        </p:nvCxnSpPr>
        <p:spPr>
          <a:xfrm flipV="1">
            <a:off x="7644351" y="1311008"/>
            <a:ext cx="1209894" cy="280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1" name="Connecteur droit 250">
            <a:extLst>
              <a:ext uri="{FF2B5EF4-FFF2-40B4-BE49-F238E27FC236}">
                <a16:creationId xmlns:a16="http://schemas.microsoft.com/office/drawing/2014/main" id="{00E8E1E8-F053-4A96-87B9-6ADB0539AF56}"/>
              </a:ext>
            </a:extLst>
          </p:cNvPr>
          <p:cNvCxnSpPr>
            <a:cxnSpLocks/>
          </p:cNvCxnSpPr>
          <p:nvPr/>
        </p:nvCxnSpPr>
        <p:spPr>
          <a:xfrm flipH="1">
            <a:off x="7653495" y="1150954"/>
            <a:ext cx="1199225" cy="0"/>
          </a:xfrm>
          <a:prstGeom prst="line">
            <a:avLst/>
          </a:prstGeom>
          <a:ln w="57150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3" name="ZoneTexte 252">
            <a:extLst>
              <a:ext uri="{FF2B5EF4-FFF2-40B4-BE49-F238E27FC236}">
                <a16:creationId xmlns:a16="http://schemas.microsoft.com/office/drawing/2014/main" id="{9B373B6B-3E96-4F95-AA74-F428C1281035}"/>
              </a:ext>
            </a:extLst>
          </p:cNvPr>
          <p:cNvSpPr txBox="1"/>
          <p:nvPr/>
        </p:nvSpPr>
        <p:spPr>
          <a:xfrm>
            <a:off x="9508935" y="1012954"/>
            <a:ext cx="4844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Rpi</a:t>
            </a:r>
            <a:endParaRPr lang="fr-FR" dirty="0"/>
          </a:p>
        </p:txBody>
      </p:sp>
      <p:sp>
        <p:nvSpPr>
          <p:cNvPr id="254" name="ZoneTexte 253">
            <a:extLst>
              <a:ext uri="{FF2B5EF4-FFF2-40B4-BE49-F238E27FC236}">
                <a16:creationId xmlns:a16="http://schemas.microsoft.com/office/drawing/2014/main" id="{CA7FB2D6-6995-415C-9AEE-195DD8A4C0AE}"/>
              </a:ext>
            </a:extLst>
          </p:cNvPr>
          <p:cNvSpPr txBox="1"/>
          <p:nvPr/>
        </p:nvSpPr>
        <p:spPr>
          <a:xfrm>
            <a:off x="7732381" y="903653"/>
            <a:ext cx="537327" cy="66941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50" dirty="0"/>
              <a:t>5V</a:t>
            </a:r>
            <a:endParaRPr lang="fr-FR" sz="600" dirty="0"/>
          </a:p>
          <a:p>
            <a:endParaRPr lang="fr-FR" sz="600" dirty="0"/>
          </a:p>
          <a:p>
            <a:endParaRPr lang="fr-FR" sz="1050" dirty="0"/>
          </a:p>
          <a:p>
            <a:r>
              <a:rPr lang="fr-FR" sz="1050" dirty="0"/>
              <a:t>Masse</a:t>
            </a:r>
          </a:p>
        </p:txBody>
      </p:sp>
      <p:sp>
        <p:nvSpPr>
          <p:cNvPr id="216" name="ZoneTexte 215">
            <a:extLst>
              <a:ext uri="{FF2B5EF4-FFF2-40B4-BE49-F238E27FC236}">
                <a16:creationId xmlns:a16="http://schemas.microsoft.com/office/drawing/2014/main" id="{530376E9-724F-4139-8086-01DC8B904076}"/>
              </a:ext>
            </a:extLst>
          </p:cNvPr>
          <p:cNvSpPr txBox="1"/>
          <p:nvPr/>
        </p:nvSpPr>
        <p:spPr>
          <a:xfrm>
            <a:off x="5744398" y="997899"/>
            <a:ext cx="183614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00" dirty="0"/>
              <a:t>Vers convertisseur    + 5 V</a:t>
            </a:r>
          </a:p>
          <a:p>
            <a:r>
              <a:rPr lang="fr-FR" sz="1200" dirty="0"/>
              <a:t>Vers convertisseur   Masse</a:t>
            </a: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ABE49FBC-3A8D-4020-AE99-BBF9677FE676}"/>
              </a:ext>
            </a:extLst>
          </p:cNvPr>
          <p:cNvSpPr txBox="1"/>
          <p:nvPr/>
        </p:nvSpPr>
        <p:spPr>
          <a:xfrm>
            <a:off x="8275653" y="906636"/>
            <a:ext cx="70128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/>
              <a:t>20 cm</a:t>
            </a:r>
          </a:p>
        </p:txBody>
      </p:sp>
      <p:cxnSp>
        <p:nvCxnSpPr>
          <p:cNvPr id="124" name="Connecteur droit 123">
            <a:extLst>
              <a:ext uri="{FF2B5EF4-FFF2-40B4-BE49-F238E27FC236}">
                <a16:creationId xmlns:a16="http://schemas.microsoft.com/office/drawing/2014/main" id="{C7F06BAF-033D-4223-8D22-BD0CB1F4FE3A}"/>
              </a:ext>
            </a:extLst>
          </p:cNvPr>
          <p:cNvCxnSpPr>
            <a:cxnSpLocks/>
          </p:cNvCxnSpPr>
          <p:nvPr/>
        </p:nvCxnSpPr>
        <p:spPr>
          <a:xfrm flipV="1">
            <a:off x="8431966" y="4297941"/>
            <a:ext cx="0" cy="609315"/>
          </a:xfrm>
          <a:prstGeom prst="line">
            <a:avLst/>
          </a:prstGeom>
          <a:ln w="571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1" name="Image 120">
            <a:extLst>
              <a:ext uri="{FF2B5EF4-FFF2-40B4-BE49-F238E27FC236}">
                <a16:creationId xmlns:a16="http://schemas.microsoft.com/office/drawing/2014/main" id="{DC48F878-0726-427F-8E22-30FCCDAFE897}"/>
              </a:ext>
            </a:extLst>
          </p:cNvPr>
          <p:cNvPicPr>
            <a:picLocks noChangeAspect="1"/>
          </p:cNvPicPr>
          <p:nvPr/>
        </p:nvPicPr>
        <p:blipFill rotWithShape="1"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5400000">
            <a:off x="8147188" y="3819512"/>
            <a:ext cx="700291" cy="286499"/>
          </a:xfrm>
          <a:prstGeom prst="rect">
            <a:avLst/>
          </a:prstGeom>
        </p:spPr>
      </p:pic>
      <p:pic>
        <p:nvPicPr>
          <p:cNvPr id="131" name="Image 130">
            <a:extLst>
              <a:ext uri="{FF2B5EF4-FFF2-40B4-BE49-F238E27FC236}">
                <a16:creationId xmlns:a16="http://schemas.microsoft.com/office/drawing/2014/main" id="{59A27271-5CE1-490D-BA1F-5AAA91F4FF21}"/>
              </a:ext>
            </a:extLst>
          </p:cNvPr>
          <p:cNvPicPr>
            <a:picLocks noChangeAspect="1"/>
          </p:cNvPicPr>
          <p:nvPr/>
        </p:nvPicPr>
        <p:blipFill rotWithShape="1"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5400000">
            <a:off x="6820544" y="3945916"/>
            <a:ext cx="700291" cy="286499"/>
          </a:xfrm>
          <a:prstGeom prst="rect">
            <a:avLst/>
          </a:prstGeom>
        </p:spPr>
      </p:pic>
      <p:cxnSp>
        <p:nvCxnSpPr>
          <p:cNvPr id="79" name="Connecteur droit 78">
            <a:extLst>
              <a:ext uri="{FF2B5EF4-FFF2-40B4-BE49-F238E27FC236}">
                <a16:creationId xmlns:a16="http://schemas.microsoft.com/office/drawing/2014/main" id="{5DFC20D9-9B82-4FF1-B413-8EC384623457}"/>
              </a:ext>
            </a:extLst>
          </p:cNvPr>
          <p:cNvCxnSpPr>
            <a:cxnSpLocks/>
          </p:cNvCxnSpPr>
          <p:nvPr/>
        </p:nvCxnSpPr>
        <p:spPr>
          <a:xfrm flipH="1" flipV="1">
            <a:off x="5156624" y="4892005"/>
            <a:ext cx="2014065" cy="4196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Connecteur droit 82">
            <a:extLst>
              <a:ext uri="{FF2B5EF4-FFF2-40B4-BE49-F238E27FC236}">
                <a16:creationId xmlns:a16="http://schemas.microsoft.com/office/drawing/2014/main" id="{BDCE8A1A-2010-48DC-BB8C-E0A9D3629E05}"/>
              </a:ext>
            </a:extLst>
          </p:cNvPr>
          <p:cNvCxnSpPr>
            <a:cxnSpLocks/>
          </p:cNvCxnSpPr>
          <p:nvPr/>
        </p:nvCxnSpPr>
        <p:spPr>
          <a:xfrm flipV="1">
            <a:off x="7237040" y="3344045"/>
            <a:ext cx="0" cy="440444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Connecteur droit 83">
            <a:extLst>
              <a:ext uri="{FF2B5EF4-FFF2-40B4-BE49-F238E27FC236}">
                <a16:creationId xmlns:a16="http://schemas.microsoft.com/office/drawing/2014/main" id="{96C3CBEA-5698-4F1D-89E3-00F6CA076588}"/>
              </a:ext>
            </a:extLst>
          </p:cNvPr>
          <p:cNvCxnSpPr>
            <a:cxnSpLocks/>
          </p:cNvCxnSpPr>
          <p:nvPr/>
        </p:nvCxnSpPr>
        <p:spPr>
          <a:xfrm flipV="1">
            <a:off x="7170689" y="4411014"/>
            <a:ext cx="2522" cy="51417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Connecteur droit 87">
            <a:extLst>
              <a:ext uri="{FF2B5EF4-FFF2-40B4-BE49-F238E27FC236}">
                <a16:creationId xmlns:a16="http://schemas.microsoft.com/office/drawing/2014/main" id="{F98B67DB-4EC7-45C1-A25A-DE643123AEAC}"/>
              </a:ext>
            </a:extLst>
          </p:cNvPr>
          <p:cNvCxnSpPr>
            <a:cxnSpLocks/>
          </p:cNvCxnSpPr>
          <p:nvPr/>
        </p:nvCxnSpPr>
        <p:spPr>
          <a:xfrm flipV="1">
            <a:off x="5943161" y="3363679"/>
            <a:ext cx="1209894" cy="280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9" name="ZoneTexte 88">
            <a:extLst>
              <a:ext uri="{FF2B5EF4-FFF2-40B4-BE49-F238E27FC236}">
                <a16:creationId xmlns:a16="http://schemas.microsoft.com/office/drawing/2014/main" id="{E0891DB0-EE27-4118-AE80-17271F6B818C}"/>
              </a:ext>
            </a:extLst>
          </p:cNvPr>
          <p:cNvSpPr txBox="1"/>
          <p:nvPr/>
        </p:nvSpPr>
        <p:spPr>
          <a:xfrm>
            <a:off x="4256375" y="3230448"/>
            <a:ext cx="176561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00" dirty="0"/>
              <a:t>Vers convertisseur Masse</a:t>
            </a:r>
          </a:p>
        </p:txBody>
      </p:sp>
      <p:cxnSp>
        <p:nvCxnSpPr>
          <p:cNvPr id="92" name="Connecteur droit 91">
            <a:extLst>
              <a:ext uri="{FF2B5EF4-FFF2-40B4-BE49-F238E27FC236}">
                <a16:creationId xmlns:a16="http://schemas.microsoft.com/office/drawing/2014/main" id="{00696DFA-EC2A-45A9-BE26-C1E10F58F233}"/>
              </a:ext>
            </a:extLst>
          </p:cNvPr>
          <p:cNvCxnSpPr>
            <a:cxnSpLocks/>
          </p:cNvCxnSpPr>
          <p:nvPr/>
        </p:nvCxnSpPr>
        <p:spPr>
          <a:xfrm flipH="1">
            <a:off x="6843940" y="5611337"/>
            <a:ext cx="589214" cy="0"/>
          </a:xfrm>
          <a:prstGeom prst="line">
            <a:avLst/>
          </a:prstGeom>
          <a:ln w="5715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Connecteur droit 93">
            <a:extLst>
              <a:ext uri="{FF2B5EF4-FFF2-40B4-BE49-F238E27FC236}">
                <a16:creationId xmlns:a16="http://schemas.microsoft.com/office/drawing/2014/main" id="{FD7B69CD-2EBA-4169-87DD-4D900D4A708A}"/>
              </a:ext>
            </a:extLst>
          </p:cNvPr>
          <p:cNvCxnSpPr>
            <a:cxnSpLocks/>
          </p:cNvCxnSpPr>
          <p:nvPr/>
        </p:nvCxnSpPr>
        <p:spPr>
          <a:xfrm>
            <a:off x="7412606" y="5208088"/>
            <a:ext cx="0" cy="430399"/>
          </a:xfrm>
          <a:prstGeom prst="line">
            <a:avLst/>
          </a:prstGeom>
          <a:ln w="5715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6887869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51" name="Connecteur droit 150">
            <a:extLst>
              <a:ext uri="{FF2B5EF4-FFF2-40B4-BE49-F238E27FC236}">
                <a16:creationId xmlns:a16="http://schemas.microsoft.com/office/drawing/2014/main" id="{A7B5474B-999C-45A4-91F6-C6ECBCEE438E}"/>
              </a:ext>
            </a:extLst>
          </p:cNvPr>
          <p:cNvCxnSpPr>
            <a:cxnSpLocks/>
          </p:cNvCxnSpPr>
          <p:nvPr/>
        </p:nvCxnSpPr>
        <p:spPr>
          <a:xfrm flipV="1">
            <a:off x="6357758" y="4007380"/>
            <a:ext cx="14688" cy="2382744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1" name="Connecteur droit 300">
            <a:extLst>
              <a:ext uri="{FF2B5EF4-FFF2-40B4-BE49-F238E27FC236}">
                <a16:creationId xmlns:a16="http://schemas.microsoft.com/office/drawing/2014/main" id="{00C09AE1-B9AC-4800-80B8-2EB0C80817D9}"/>
              </a:ext>
            </a:extLst>
          </p:cNvPr>
          <p:cNvCxnSpPr>
            <a:cxnSpLocks/>
          </p:cNvCxnSpPr>
          <p:nvPr/>
        </p:nvCxnSpPr>
        <p:spPr>
          <a:xfrm flipV="1">
            <a:off x="6443695" y="3964738"/>
            <a:ext cx="14617" cy="1751485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9" name="Connecteur droit 298">
            <a:extLst>
              <a:ext uri="{FF2B5EF4-FFF2-40B4-BE49-F238E27FC236}">
                <a16:creationId xmlns:a16="http://schemas.microsoft.com/office/drawing/2014/main" id="{0FD4ECFB-9DB8-4B79-B2B0-60A1E8411CB1}"/>
              </a:ext>
            </a:extLst>
          </p:cNvPr>
          <p:cNvCxnSpPr>
            <a:cxnSpLocks/>
          </p:cNvCxnSpPr>
          <p:nvPr/>
        </p:nvCxnSpPr>
        <p:spPr>
          <a:xfrm flipH="1">
            <a:off x="5886917" y="5674605"/>
            <a:ext cx="328662" cy="1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7" name="Connecteur droit 296">
            <a:extLst>
              <a:ext uri="{FF2B5EF4-FFF2-40B4-BE49-F238E27FC236}">
                <a16:creationId xmlns:a16="http://schemas.microsoft.com/office/drawing/2014/main" id="{CD0E57FC-F4FA-4F48-B00B-6114724E5C9B}"/>
              </a:ext>
            </a:extLst>
          </p:cNvPr>
          <p:cNvCxnSpPr>
            <a:cxnSpLocks/>
          </p:cNvCxnSpPr>
          <p:nvPr/>
        </p:nvCxnSpPr>
        <p:spPr>
          <a:xfrm flipH="1">
            <a:off x="5737440" y="5826352"/>
            <a:ext cx="328662" cy="1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3" name="Connecteur droit 292">
            <a:extLst>
              <a:ext uri="{FF2B5EF4-FFF2-40B4-BE49-F238E27FC236}">
                <a16:creationId xmlns:a16="http://schemas.microsoft.com/office/drawing/2014/main" id="{FC1B92A3-5665-4F92-B22E-81C130E64F09}"/>
              </a:ext>
            </a:extLst>
          </p:cNvPr>
          <p:cNvCxnSpPr>
            <a:cxnSpLocks/>
          </p:cNvCxnSpPr>
          <p:nvPr/>
        </p:nvCxnSpPr>
        <p:spPr>
          <a:xfrm>
            <a:off x="4900521" y="5693508"/>
            <a:ext cx="269123" cy="0"/>
          </a:xfrm>
          <a:prstGeom prst="line">
            <a:avLst/>
          </a:prstGeom>
          <a:ln w="5715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Image 4">
            <a:extLst>
              <a:ext uri="{FF2B5EF4-FFF2-40B4-BE49-F238E27FC236}">
                <a16:creationId xmlns:a16="http://schemas.microsoft.com/office/drawing/2014/main" id="{DDDBF1C9-5F4C-4EB7-9058-441DE555E838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311990" y="44585"/>
            <a:ext cx="2651957" cy="2308291"/>
          </a:xfrm>
          <a:prstGeom prst="rect">
            <a:avLst/>
          </a:prstGeom>
        </p:spPr>
      </p:pic>
      <p:sp>
        <p:nvSpPr>
          <p:cNvPr id="2" name="ZoneTexte 1">
            <a:extLst>
              <a:ext uri="{FF2B5EF4-FFF2-40B4-BE49-F238E27FC236}">
                <a16:creationId xmlns:a16="http://schemas.microsoft.com/office/drawing/2014/main" id="{C471355C-42CB-44DC-AC2D-56F2387F9102}"/>
              </a:ext>
            </a:extLst>
          </p:cNvPr>
          <p:cNvSpPr txBox="1"/>
          <p:nvPr/>
        </p:nvSpPr>
        <p:spPr>
          <a:xfrm>
            <a:off x="64453" y="-31507"/>
            <a:ext cx="2034531" cy="150810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600" b="1" dirty="0"/>
              <a:t>Câblage </a:t>
            </a:r>
          </a:p>
          <a:p>
            <a:r>
              <a:rPr lang="fr-FR" sz="3600" b="1" dirty="0"/>
              <a:t>Caisson </a:t>
            </a:r>
          </a:p>
          <a:p>
            <a:r>
              <a:rPr lang="fr-FR" sz="2000" b="1" dirty="0" err="1"/>
              <a:t>MagPi</a:t>
            </a:r>
            <a:r>
              <a:rPr lang="fr-FR" sz="2000" b="1" dirty="0"/>
              <a:t> double lux</a:t>
            </a:r>
          </a:p>
        </p:txBody>
      </p:sp>
      <p:pic>
        <p:nvPicPr>
          <p:cNvPr id="83" name="Image 82">
            <a:extLst>
              <a:ext uri="{FF2B5EF4-FFF2-40B4-BE49-F238E27FC236}">
                <a16:creationId xmlns:a16="http://schemas.microsoft.com/office/drawing/2014/main" id="{62E21C26-3DDA-4BE1-BAC7-090042FECACC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10800000">
            <a:off x="9114339" y="5335224"/>
            <a:ext cx="1305366" cy="804742"/>
          </a:xfrm>
          <a:prstGeom prst="rect">
            <a:avLst/>
          </a:prstGeom>
        </p:spPr>
      </p:pic>
      <p:sp>
        <p:nvSpPr>
          <p:cNvPr id="84" name="ZoneTexte 83">
            <a:extLst>
              <a:ext uri="{FF2B5EF4-FFF2-40B4-BE49-F238E27FC236}">
                <a16:creationId xmlns:a16="http://schemas.microsoft.com/office/drawing/2014/main" id="{A2D2E824-A433-455D-8817-E2D04A7CC97C}"/>
              </a:ext>
            </a:extLst>
          </p:cNvPr>
          <p:cNvSpPr txBox="1"/>
          <p:nvPr/>
        </p:nvSpPr>
        <p:spPr>
          <a:xfrm>
            <a:off x="10361429" y="5478123"/>
            <a:ext cx="537327" cy="5770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50" dirty="0"/>
              <a:t>GPIO</a:t>
            </a:r>
          </a:p>
          <a:p>
            <a:r>
              <a:rPr lang="fr-FR" sz="1050" dirty="0"/>
              <a:t>Masse</a:t>
            </a:r>
          </a:p>
          <a:p>
            <a:r>
              <a:rPr lang="fr-FR" sz="1050" dirty="0"/>
              <a:t>12 V</a:t>
            </a:r>
          </a:p>
        </p:txBody>
      </p:sp>
      <p:sp>
        <p:nvSpPr>
          <p:cNvPr id="86" name="ZoneTexte 85">
            <a:extLst>
              <a:ext uri="{FF2B5EF4-FFF2-40B4-BE49-F238E27FC236}">
                <a16:creationId xmlns:a16="http://schemas.microsoft.com/office/drawing/2014/main" id="{58763856-2969-4BCF-BA8E-3E7ABE672B7A}"/>
              </a:ext>
            </a:extLst>
          </p:cNvPr>
          <p:cNvSpPr txBox="1"/>
          <p:nvPr/>
        </p:nvSpPr>
        <p:spPr>
          <a:xfrm>
            <a:off x="10817315" y="5542591"/>
            <a:ext cx="109846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b="1" dirty="0"/>
              <a:t>Spot Lumineux 1</a:t>
            </a:r>
            <a:endParaRPr lang="fr-FR" sz="1050" b="1" dirty="0"/>
          </a:p>
        </p:txBody>
      </p:sp>
      <p:cxnSp>
        <p:nvCxnSpPr>
          <p:cNvPr id="94" name="Connecteur droit 93">
            <a:extLst>
              <a:ext uri="{FF2B5EF4-FFF2-40B4-BE49-F238E27FC236}">
                <a16:creationId xmlns:a16="http://schemas.microsoft.com/office/drawing/2014/main" id="{3CAED75C-A95C-42E4-91EE-2EE03FA11227}"/>
              </a:ext>
            </a:extLst>
          </p:cNvPr>
          <p:cNvCxnSpPr>
            <a:cxnSpLocks/>
          </p:cNvCxnSpPr>
          <p:nvPr/>
        </p:nvCxnSpPr>
        <p:spPr>
          <a:xfrm flipH="1" flipV="1">
            <a:off x="5281394" y="6622828"/>
            <a:ext cx="3725193" cy="15669"/>
          </a:xfrm>
          <a:prstGeom prst="line">
            <a:avLst/>
          </a:prstGeom>
          <a:ln w="19050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Connecteur droit 94">
            <a:extLst>
              <a:ext uri="{FF2B5EF4-FFF2-40B4-BE49-F238E27FC236}">
                <a16:creationId xmlns:a16="http://schemas.microsoft.com/office/drawing/2014/main" id="{834F7AA5-0AC0-44F9-82E8-2AA24FF221A6}"/>
              </a:ext>
            </a:extLst>
          </p:cNvPr>
          <p:cNvCxnSpPr>
            <a:cxnSpLocks/>
          </p:cNvCxnSpPr>
          <p:nvPr/>
        </p:nvCxnSpPr>
        <p:spPr>
          <a:xfrm flipH="1" flipV="1">
            <a:off x="6335171" y="6367241"/>
            <a:ext cx="2671416" cy="34385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Connecteur droit 95">
            <a:extLst>
              <a:ext uri="{FF2B5EF4-FFF2-40B4-BE49-F238E27FC236}">
                <a16:creationId xmlns:a16="http://schemas.microsoft.com/office/drawing/2014/main" id="{D8CED62C-55ED-4853-9B80-4B7E29F06BC7}"/>
              </a:ext>
            </a:extLst>
          </p:cNvPr>
          <p:cNvCxnSpPr>
            <a:cxnSpLocks/>
          </p:cNvCxnSpPr>
          <p:nvPr/>
        </p:nvCxnSpPr>
        <p:spPr>
          <a:xfrm flipH="1" flipV="1">
            <a:off x="6011320" y="6482131"/>
            <a:ext cx="2995267" cy="29638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8" name="Image 97">
            <a:extLst>
              <a:ext uri="{FF2B5EF4-FFF2-40B4-BE49-F238E27FC236}">
                <a16:creationId xmlns:a16="http://schemas.microsoft.com/office/drawing/2014/main" id="{D56DA4A8-41C6-4778-ADA5-E166E779E947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10800000">
            <a:off x="9073565" y="6115714"/>
            <a:ext cx="1305366" cy="804742"/>
          </a:xfrm>
          <a:prstGeom prst="rect">
            <a:avLst/>
          </a:prstGeom>
        </p:spPr>
      </p:pic>
      <p:sp>
        <p:nvSpPr>
          <p:cNvPr id="102" name="ZoneTexte 101">
            <a:extLst>
              <a:ext uri="{FF2B5EF4-FFF2-40B4-BE49-F238E27FC236}">
                <a16:creationId xmlns:a16="http://schemas.microsoft.com/office/drawing/2014/main" id="{B4EC4FCD-54A5-4311-9DA9-66B055BA0915}"/>
              </a:ext>
            </a:extLst>
          </p:cNvPr>
          <p:cNvSpPr txBox="1"/>
          <p:nvPr/>
        </p:nvSpPr>
        <p:spPr>
          <a:xfrm>
            <a:off x="10339707" y="6217327"/>
            <a:ext cx="537327" cy="5770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50" dirty="0"/>
              <a:t>Masse</a:t>
            </a:r>
          </a:p>
          <a:p>
            <a:r>
              <a:rPr lang="fr-FR" sz="1050" dirty="0"/>
              <a:t>12 V</a:t>
            </a:r>
          </a:p>
          <a:p>
            <a:r>
              <a:rPr lang="fr-FR" sz="1050" dirty="0"/>
              <a:t>GPIO</a:t>
            </a:r>
          </a:p>
        </p:txBody>
      </p:sp>
      <p:cxnSp>
        <p:nvCxnSpPr>
          <p:cNvPr id="115" name="Connecteur droit 114">
            <a:extLst>
              <a:ext uri="{FF2B5EF4-FFF2-40B4-BE49-F238E27FC236}">
                <a16:creationId xmlns:a16="http://schemas.microsoft.com/office/drawing/2014/main" id="{1DD5A8BE-02B6-4F04-84E4-F88D25AA4EDA}"/>
              </a:ext>
            </a:extLst>
          </p:cNvPr>
          <p:cNvCxnSpPr>
            <a:cxnSpLocks/>
          </p:cNvCxnSpPr>
          <p:nvPr/>
        </p:nvCxnSpPr>
        <p:spPr>
          <a:xfrm flipH="1">
            <a:off x="7115484" y="5590919"/>
            <a:ext cx="1945152" cy="1278"/>
          </a:xfrm>
          <a:prstGeom prst="line">
            <a:avLst/>
          </a:prstGeom>
          <a:ln w="19050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Connecteur droit 115">
            <a:extLst>
              <a:ext uri="{FF2B5EF4-FFF2-40B4-BE49-F238E27FC236}">
                <a16:creationId xmlns:a16="http://schemas.microsoft.com/office/drawing/2014/main" id="{55F2D97E-B841-415C-A083-C623A3FCBF3B}"/>
              </a:ext>
            </a:extLst>
          </p:cNvPr>
          <p:cNvCxnSpPr>
            <a:cxnSpLocks/>
          </p:cNvCxnSpPr>
          <p:nvPr/>
        </p:nvCxnSpPr>
        <p:spPr>
          <a:xfrm flipH="1">
            <a:off x="6420902" y="5706697"/>
            <a:ext cx="2659593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Connecteur droit 116">
            <a:extLst>
              <a:ext uri="{FF2B5EF4-FFF2-40B4-BE49-F238E27FC236}">
                <a16:creationId xmlns:a16="http://schemas.microsoft.com/office/drawing/2014/main" id="{566CE57D-E35D-4497-97E8-C3AF05DF840C}"/>
              </a:ext>
            </a:extLst>
          </p:cNvPr>
          <p:cNvCxnSpPr>
            <a:cxnSpLocks/>
          </p:cNvCxnSpPr>
          <p:nvPr/>
        </p:nvCxnSpPr>
        <p:spPr>
          <a:xfrm flipH="1">
            <a:off x="6189526" y="5828617"/>
            <a:ext cx="2890970" cy="2519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9" name="ZoneTexte 118">
            <a:extLst>
              <a:ext uri="{FF2B5EF4-FFF2-40B4-BE49-F238E27FC236}">
                <a16:creationId xmlns:a16="http://schemas.microsoft.com/office/drawing/2014/main" id="{F5412486-2A9E-4BE6-8EC5-82E180094B5B}"/>
              </a:ext>
            </a:extLst>
          </p:cNvPr>
          <p:cNvSpPr txBox="1"/>
          <p:nvPr/>
        </p:nvSpPr>
        <p:spPr>
          <a:xfrm>
            <a:off x="10817315" y="6251299"/>
            <a:ext cx="109846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b="1" dirty="0"/>
              <a:t>Spot Lumineux 2</a:t>
            </a:r>
            <a:endParaRPr lang="fr-FR" sz="1050" b="1" dirty="0"/>
          </a:p>
        </p:txBody>
      </p:sp>
      <p:cxnSp>
        <p:nvCxnSpPr>
          <p:cNvPr id="157" name="Connecteur droit 156">
            <a:extLst>
              <a:ext uri="{FF2B5EF4-FFF2-40B4-BE49-F238E27FC236}">
                <a16:creationId xmlns:a16="http://schemas.microsoft.com/office/drawing/2014/main" id="{EA78CA60-5C4A-4485-AD16-0657BFFE1220}"/>
              </a:ext>
            </a:extLst>
          </p:cNvPr>
          <p:cNvCxnSpPr>
            <a:cxnSpLocks/>
          </p:cNvCxnSpPr>
          <p:nvPr/>
        </p:nvCxnSpPr>
        <p:spPr>
          <a:xfrm flipH="1">
            <a:off x="4765780" y="5816827"/>
            <a:ext cx="328662" cy="1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4" name="Image 153">
            <a:extLst>
              <a:ext uri="{FF2B5EF4-FFF2-40B4-BE49-F238E27FC236}">
                <a16:creationId xmlns:a16="http://schemas.microsoft.com/office/drawing/2014/main" id="{8DE265B8-3BBF-4CFD-AF61-5533639A8B3A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10800000">
            <a:off x="5091377" y="5590919"/>
            <a:ext cx="804759" cy="329239"/>
          </a:xfrm>
          <a:prstGeom prst="rect">
            <a:avLst/>
          </a:prstGeom>
        </p:spPr>
      </p:pic>
      <p:sp>
        <p:nvSpPr>
          <p:cNvPr id="30" name="ZoneTexte 29">
            <a:extLst>
              <a:ext uri="{FF2B5EF4-FFF2-40B4-BE49-F238E27FC236}">
                <a16:creationId xmlns:a16="http://schemas.microsoft.com/office/drawing/2014/main" id="{851000A2-D528-45A1-8A79-5EE16CA1D08B}"/>
              </a:ext>
            </a:extLst>
          </p:cNvPr>
          <p:cNvSpPr txBox="1"/>
          <p:nvPr/>
        </p:nvSpPr>
        <p:spPr>
          <a:xfrm>
            <a:off x="4606223" y="6490801"/>
            <a:ext cx="761747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50" dirty="0"/>
              <a:t>Vers GPIO</a:t>
            </a:r>
          </a:p>
        </p:txBody>
      </p:sp>
      <p:grpSp>
        <p:nvGrpSpPr>
          <p:cNvPr id="218" name="Groupe 217">
            <a:extLst>
              <a:ext uri="{FF2B5EF4-FFF2-40B4-BE49-F238E27FC236}">
                <a16:creationId xmlns:a16="http://schemas.microsoft.com/office/drawing/2014/main" id="{9372381B-837A-42FE-A0E9-814D9F4A95D6}"/>
              </a:ext>
            </a:extLst>
          </p:cNvPr>
          <p:cNvGrpSpPr/>
          <p:nvPr/>
        </p:nvGrpSpPr>
        <p:grpSpPr>
          <a:xfrm>
            <a:off x="5727428" y="96537"/>
            <a:ext cx="4902630" cy="685879"/>
            <a:chOff x="4359459" y="1793621"/>
            <a:chExt cx="4902630" cy="685879"/>
          </a:xfrm>
        </p:grpSpPr>
        <p:sp>
          <p:nvSpPr>
            <p:cNvPr id="219" name="ZoneTexte 218">
              <a:extLst>
                <a:ext uri="{FF2B5EF4-FFF2-40B4-BE49-F238E27FC236}">
                  <a16:creationId xmlns:a16="http://schemas.microsoft.com/office/drawing/2014/main" id="{1EA9BA40-868D-47C7-860B-FF27C5DAE302}"/>
                </a:ext>
              </a:extLst>
            </p:cNvPr>
            <p:cNvSpPr txBox="1"/>
            <p:nvPr/>
          </p:nvSpPr>
          <p:spPr>
            <a:xfrm>
              <a:off x="6252948" y="1793621"/>
              <a:ext cx="550151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1200" dirty="0"/>
                <a:t>?? cm</a:t>
              </a:r>
            </a:p>
          </p:txBody>
        </p:sp>
        <p:pic>
          <p:nvPicPr>
            <p:cNvPr id="245" name="Image 244">
              <a:extLst>
                <a:ext uri="{FF2B5EF4-FFF2-40B4-BE49-F238E27FC236}">
                  <a16:creationId xmlns:a16="http://schemas.microsoft.com/office/drawing/2014/main" id="{DDB8E65F-41FE-4DB8-BBE3-B580C2BF157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5654576" y="2008757"/>
              <a:ext cx="1596861" cy="338354"/>
            </a:xfrm>
            <a:prstGeom prst="rect">
              <a:avLst/>
            </a:prstGeom>
          </p:spPr>
        </p:pic>
        <p:pic>
          <p:nvPicPr>
            <p:cNvPr id="246" name="Image 245">
              <a:extLst>
                <a:ext uri="{FF2B5EF4-FFF2-40B4-BE49-F238E27FC236}">
                  <a16:creationId xmlns:a16="http://schemas.microsoft.com/office/drawing/2014/main" id="{300CFBFC-4041-43ED-985F-4602431E6C7D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7151634" y="1879211"/>
              <a:ext cx="820420" cy="600289"/>
            </a:xfrm>
            <a:prstGeom prst="roundRect">
              <a:avLst>
                <a:gd name="adj" fmla="val 50000"/>
              </a:avLst>
            </a:prstGeom>
          </p:spPr>
        </p:pic>
        <p:sp>
          <p:nvSpPr>
            <p:cNvPr id="248" name="ZoneTexte 247">
              <a:extLst>
                <a:ext uri="{FF2B5EF4-FFF2-40B4-BE49-F238E27FC236}">
                  <a16:creationId xmlns:a16="http://schemas.microsoft.com/office/drawing/2014/main" id="{4F881359-7069-491A-B974-6F1418D36EDF}"/>
                </a:ext>
              </a:extLst>
            </p:cNvPr>
            <p:cNvSpPr txBox="1"/>
            <p:nvPr/>
          </p:nvSpPr>
          <p:spPr>
            <a:xfrm>
              <a:off x="8493630" y="1975330"/>
              <a:ext cx="768459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/>
                <a:t>Echange données</a:t>
              </a:r>
            </a:p>
          </p:txBody>
        </p:sp>
        <p:sp>
          <p:nvSpPr>
            <p:cNvPr id="252" name="ZoneTexte 251">
              <a:extLst>
                <a:ext uri="{FF2B5EF4-FFF2-40B4-BE49-F238E27FC236}">
                  <a16:creationId xmlns:a16="http://schemas.microsoft.com/office/drawing/2014/main" id="{163D9BAF-371D-4218-ADDC-EAE85E23A47F}"/>
                </a:ext>
              </a:extLst>
            </p:cNvPr>
            <p:cNvSpPr txBox="1"/>
            <p:nvPr/>
          </p:nvSpPr>
          <p:spPr>
            <a:xfrm>
              <a:off x="7943479" y="2034964"/>
              <a:ext cx="455574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1050" dirty="0"/>
                <a:t>8 pin</a:t>
              </a:r>
            </a:p>
          </p:txBody>
        </p:sp>
        <p:pic>
          <p:nvPicPr>
            <p:cNvPr id="255" name="Image 254">
              <a:extLst>
                <a:ext uri="{FF2B5EF4-FFF2-40B4-BE49-F238E27FC236}">
                  <a16:creationId xmlns:a16="http://schemas.microsoft.com/office/drawing/2014/main" id="{F56158CB-7859-4612-9D1A-6AC5C339002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7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 rot="5400000">
              <a:off x="4999093" y="1729314"/>
              <a:ext cx="468868" cy="870284"/>
            </a:xfrm>
            <a:prstGeom prst="rect">
              <a:avLst/>
            </a:prstGeom>
          </p:spPr>
        </p:pic>
        <p:sp>
          <p:nvSpPr>
            <p:cNvPr id="256" name="ZoneTexte 255">
              <a:extLst>
                <a:ext uri="{FF2B5EF4-FFF2-40B4-BE49-F238E27FC236}">
                  <a16:creationId xmlns:a16="http://schemas.microsoft.com/office/drawing/2014/main" id="{03F38681-7300-4051-8BAE-2456B3C00931}"/>
                </a:ext>
              </a:extLst>
            </p:cNvPr>
            <p:cNvSpPr txBox="1"/>
            <p:nvPr/>
          </p:nvSpPr>
          <p:spPr>
            <a:xfrm>
              <a:off x="4359459" y="2037498"/>
              <a:ext cx="567784" cy="4154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1050" dirty="0"/>
                <a:t>RJ 45</a:t>
              </a:r>
            </a:p>
            <a:p>
              <a:r>
                <a:rPr lang="fr-FR" sz="1050" dirty="0"/>
                <a:t>à sertir</a:t>
              </a:r>
            </a:p>
          </p:txBody>
        </p:sp>
      </p:grpSp>
      <p:cxnSp>
        <p:nvCxnSpPr>
          <p:cNvPr id="146" name="Connecteur droit 145">
            <a:extLst>
              <a:ext uri="{FF2B5EF4-FFF2-40B4-BE49-F238E27FC236}">
                <a16:creationId xmlns:a16="http://schemas.microsoft.com/office/drawing/2014/main" id="{3C4E34BD-E994-4AE8-A9B8-DEE1D17F7D9D}"/>
              </a:ext>
            </a:extLst>
          </p:cNvPr>
          <p:cNvCxnSpPr>
            <a:cxnSpLocks/>
          </p:cNvCxnSpPr>
          <p:nvPr/>
        </p:nvCxnSpPr>
        <p:spPr>
          <a:xfrm flipV="1">
            <a:off x="6332771" y="2923849"/>
            <a:ext cx="2522" cy="51417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2" name="Connecteur droit 181">
            <a:extLst>
              <a:ext uri="{FF2B5EF4-FFF2-40B4-BE49-F238E27FC236}">
                <a16:creationId xmlns:a16="http://schemas.microsoft.com/office/drawing/2014/main" id="{80C578FC-B0F9-40C4-94E5-EC5227BD4005}"/>
              </a:ext>
            </a:extLst>
          </p:cNvPr>
          <p:cNvCxnSpPr>
            <a:cxnSpLocks/>
          </p:cNvCxnSpPr>
          <p:nvPr/>
        </p:nvCxnSpPr>
        <p:spPr>
          <a:xfrm flipV="1">
            <a:off x="7774118" y="4307713"/>
            <a:ext cx="1581154" cy="159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3" name="Connecteur droit 182">
            <a:extLst>
              <a:ext uri="{FF2B5EF4-FFF2-40B4-BE49-F238E27FC236}">
                <a16:creationId xmlns:a16="http://schemas.microsoft.com/office/drawing/2014/main" id="{03EB14A2-CCD3-4213-B1A9-3BE3C54FA1FA}"/>
              </a:ext>
            </a:extLst>
          </p:cNvPr>
          <p:cNvCxnSpPr>
            <a:cxnSpLocks/>
          </p:cNvCxnSpPr>
          <p:nvPr/>
        </p:nvCxnSpPr>
        <p:spPr>
          <a:xfrm flipH="1">
            <a:off x="4928087" y="4762323"/>
            <a:ext cx="4473150" cy="14117"/>
          </a:xfrm>
          <a:prstGeom prst="line">
            <a:avLst/>
          </a:prstGeom>
          <a:ln w="5715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4" name="Connecteur droit 183">
            <a:extLst>
              <a:ext uri="{FF2B5EF4-FFF2-40B4-BE49-F238E27FC236}">
                <a16:creationId xmlns:a16="http://schemas.microsoft.com/office/drawing/2014/main" id="{F48A46B9-14FF-45A7-B042-D7A89AF34B63}"/>
              </a:ext>
            </a:extLst>
          </p:cNvPr>
          <p:cNvCxnSpPr/>
          <p:nvPr/>
        </p:nvCxnSpPr>
        <p:spPr>
          <a:xfrm flipH="1">
            <a:off x="7648392" y="2792425"/>
            <a:ext cx="1706880" cy="0"/>
          </a:xfrm>
          <a:prstGeom prst="line">
            <a:avLst/>
          </a:prstGeom>
          <a:ln w="57150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5" name="Connecteur droit 184">
            <a:extLst>
              <a:ext uri="{FF2B5EF4-FFF2-40B4-BE49-F238E27FC236}">
                <a16:creationId xmlns:a16="http://schemas.microsoft.com/office/drawing/2014/main" id="{370FF59B-1D98-4E31-9A44-215F3C2FC0AF}"/>
              </a:ext>
            </a:extLst>
          </p:cNvPr>
          <p:cNvCxnSpPr>
            <a:cxnSpLocks/>
          </p:cNvCxnSpPr>
          <p:nvPr/>
        </p:nvCxnSpPr>
        <p:spPr>
          <a:xfrm flipH="1">
            <a:off x="6420902" y="2935183"/>
            <a:ext cx="2873322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6" name="Connecteur droit 185">
            <a:extLst>
              <a:ext uri="{FF2B5EF4-FFF2-40B4-BE49-F238E27FC236}">
                <a16:creationId xmlns:a16="http://schemas.microsoft.com/office/drawing/2014/main" id="{CFA119BB-DFE2-46DE-9261-00A4E495351F}"/>
              </a:ext>
            </a:extLst>
          </p:cNvPr>
          <p:cNvCxnSpPr>
            <a:cxnSpLocks/>
          </p:cNvCxnSpPr>
          <p:nvPr/>
        </p:nvCxnSpPr>
        <p:spPr>
          <a:xfrm flipH="1">
            <a:off x="7648392" y="3067216"/>
            <a:ext cx="1706880" cy="11216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4" name="Connecteur droit 193">
            <a:extLst>
              <a:ext uri="{FF2B5EF4-FFF2-40B4-BE49-F238E27FC236}">
                <a16:creationId xmlns:a16="http://schemas.microsoft.com/office/drawing/2014/main" id="{4EC368CA-2637-4E72-AEBF-DA4A70E28E4B}"/>
              </a:ext>
            </a:extLst>
          </p:cNvPr>
          <p:cNvCxnSpPr>
            <a:cxnSpLocks/>
          </p:cNvCxnSpPr>
          <p:nvPr/>
        </p:nvCxnSpPr>
        <p:spPr>
          <a:xfrm flipH="1">
            <a:off x="7611647" y="4460063"/>
            <a:ext cx="2098850" cy="0"/>
          </a:xfrm>
          <a:prstGeom prst="line">
            <a:avLst/>
          </a:prstGeom>
          <a:ln w="571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5" name="Connecteur droit 194">
            <a:extLst>
              <a:ext uri="{FF2B5EF4-FFF2-40B4-BE49-F238E27FC236}">
                <a16:creationId xmlns:a16="http://schemas.microsoft.com/office/drawing/2014/main" id="{EB48FE72-62C9-423B-9941-1D6ECF8658C6}"/>
              </a:ext>
            </a:extLst>
          </p:cNvPr>
          <p:cNvCxnSpPr>
            <a:cxnSpLocks/>
          </p:cNvCxnSpPr>
          <p:nvPr/>
        </p:nvCxnSpPr>
        <p:spPr>
          <a:xfrm flipH="1">
            <a:off x="4341889" y="4589237"/>
            <a:ext cx="5088630" cy="40798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6" name="ZoneTexte 195">
            <a:extLst>
              <a:ext uri="{FF2B5EF4-FFF2-40B4-BE49-F238E27FC236}">
                <a16:creationId xmlns:a16="http://schemas.microsoft.com/office/drawing/2014/main" id="{F9650838-8C77-4A7E-8A0F-5D8AB7BAAB64}"/>
              </a:ext>
            </a:extLst>
          </p:cNvPr>
          <p:cNvSpPr txBox="1"/>
          <p:nvPr/>
        </p:nvSpPr>
        <p:spPr>
          <a:xfrm>
            <a:off x="10054994" y="2626242"/>
            <a:ext cx="537327" cy="5770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50" dirty="0"/>
              <a:t>5V</a:t>
            </a:r>
          </a:p>
          <a:p>
            <a:r>
              <a:rPr lang="fr-FR" sz="1050" dirty="0"/>
              <a:t>Masse</a:t>
            </a:r>
          </a:p>
          <a:p>
            <a:r>
              <a:rPr lang="fr-FR" sz="1050" dirty="0"/>
              <a:t>12V</a:t>
            </a:r>
          </a:p>
        </p:txBody>
      </p:sp>
      <p:sp>
        <p:nvSpPr>
          <p:cNvPr id="197" name="ZoneTexte 196">
            <a:extLst>
              <a:ext uri="{FF2B5EF4-FFF2-40B4-BE49-F238E27FC236}">
                <a16:creationId xmlns:a16="http://schemas.microsoft.com/office/drawing/2014/main" id="{1907F2BA-FB9A-400C-AF69-5360753D2C91}"/>
              </a:ext>
            </a:extLst>
          </p:cNvPr>
          <p:cNvSpPr txBox="1"/>
          <p:nvPr/>
        </p:nvSpPr>
        <p:spPr>
          <a:xfrm>
            <a:off x="10067981" y="4153483"/>
            <a:ext cx="800219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50" dirty="0"/>
              <a:t>12V </a:t>
            </a:r>
            <a:r>
              <a:rPr lang="fr-FR" sz="1050" dirty="0" err="1"/>
              <a:t>fonc</a:t>
            </a:r>
            <a:endParaRPr lang="fr-FR" sz="1050" dirty="0"/>
          </a:p>
          <a:p>
            <a:r>
              <a:rPr lang="fr-FR" sz="1050" dirty="0"/>
              <a:t>12V charge</a:t>
            </a:r>
          </a:p>
          <a:p>
            <a:r>
              <a:rPr lang="fr-FR" sz="1050" dirty="0"/>
              <a:t>12V charge</a:t>
            </a:r>
          </a:p>
          <a:p>
            <a:r>
              <a:rPr lang="fr-FR" sz="1050" dirty="0"/>
              <a:t>12V </a:t>
            </a:r>
            <a:r>
              <a:rPr lang="fr-FR" sz="1050" dirty="0" err="1"/>
              <a:t>fonc</a:t>
            </a:r>
            <a:endParaRPr lang="fr-FR" sz="1050" dirty="0"/>
          </a:p>
        </p:txBody>
      </p:sp>
      <p:pic>
        <p:nvPicPr>
          <p:cNvPr id="198" name="Image 197">
            <a:extLst>
              <a:ext uri="{FF2B5EF4-FFF2-40B4-BE49-F238E27FC236}">
                <a16:creationId xmlns:a16="http://schemas.microsoft.com/office/drawing/2014/main" id="{7D371B5E-3E61-4934-92FD-0A42453DE469}"/>
              </a:ext>
            </a:extLst>
          </p:cNvPr>
          <p:cNvPicPr>
            <a:picLocks noChangeAspect="1"/>
          </p:cNvPicPr>
          <p:nvPr/>
        </p:nvPicPr>
        <p:blipFill rotWithShape="1"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290160" y="2599523"/>
            <a:ext cx="796540" cy="591195"/>
          </a:xfrm>
          <a:prstGeom prst="rect">
            <a:avLst/>
          </a:prstGeom>
        </p:spPr>
      </p:pic>
      <p:cxnSp>
        <p:nvCxnSpPr>
          <p:cNvPr id="214" name="Connecteur droit 213">
            <a:extLst>
              <a:ext uri="{FF2B5EF4-FFF2-40B4-BE49-F238E27FC236}">
                <a16:creationId xmlns:a16="http://schemas.microsoft.com/office/drawing/2014/main" id="{E74128EC-26D7-4897-B67B-A50CA5DAB646}"/>
              </a:ext>
            </a:extLst>
          </p:cNvPr>
          <p:cNvCxnSpPr>
            <a:cxnSpLocks/>
          </p:cNvCxnSpPr>
          <p:nvPr/>
        </p:nvCxnSpPr>
        <p:spPr>
          <a:xfrm flipV="1">
            <a:off x="7785352" y="3849534"/>
            <a:ext cx="0" cy="485382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20" name="Image 219">
            <a:extLst>
              <a:ext uri="{FF2B5EF4-FFF2-40B4-BE49-F238E27FC236}">
                <a16:creationId xmlns:a16="http://schemas.microsoft.com/office/drawing/2014/main" id="{7785FBFD-3179-4C0F-9AA4-A38B9E267B3D}"/>
              </a:ext>
            </a:extLst>
          </p:cNvPr>
          <p:cNvPicPr>
            <a:picLocks noChangeAspect="1"/>
          </p:cNvPicPr>
          <p:nvPr/>
        </p:nvPicPr>
        <p:blipFill>
          <a:blip r:embed="rId9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8829344" flipH="1">
            <a:off x="9294025" y="4119151"/>
            <a:ext cx="778065" cy="771471"/>
          </a:xfrm>
          <a:prstGeom prst="roundRect">
            <a:avLst>
              <a:gd name="adj" fmla="val 50000"/>
            </a:avLst>
          </a:prstGeom>
        </p:spPr>
      </p:pic>
      <p:sp>
        <p:nvSpPr>
          <p:cNvPr id="221" name="ZoneTexte 220">
            <a:extLst>
              <a:ext uri="{FF2B5EF4-FFF2-40B4-BE49-F238E27FC236}">
                <a16:creationId xmlns:a16="http://schemas.microsoft.com/office/drawing/2014/main" id="{A59A516E-A90B-449E-922C-EA9410F38288}"/>
              </a:ext>
            </a:extLst>
          </p:cNvPr>
          <p:cNvSpPr txBox="1"/>
          <p:nvPr/>
        </p:nvSpPr>
        <p:spPr>
          <a:xfrm>
            <a:off x="1536576" y="3423385"/>
            <a:ext cx="930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Batterie</a:t>
            </a:r>
          </a:p>
        </p:txBody>
      </p:sp>
      <p:cxnSp>
        <p:nvCxnSpPr>
          <p:cNvPr id="222" name="Connecteur droit 221">
            <a:extLst>
              <a:ext uri="{FF2B5EF4-FFF2-40B4-BE49-F238E27FC236}">
                <a16:creationId xmlns:a16="http://schemas.microsoft.com/office/drawing/2014/main" id="{DB2BC10B-B525-43D9-88A9-62C6146D53E9}"/>
              </a:ext>
            </a:extLst>
          </p:cNvPr>
          <p:cNvCxnSpPr>
            <a:cxnSpLocks/>
          </p:cNvCxnSpPr>
          <p:nvPr/>
        </p:nvCxnSpPr>
        <p:spPr>
          <a:xfrm flipH="1">
            <a:off x="2682167" y="4611809"/>
            <a:ext cx="918395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3" name="Connecteur droit 222">
            <a:extLst>
              <a:ext uri="{FF2B5EF4-FFF2-40B4-BE49-F238E27FC236}">
                <a16:creationId xmlns:a16="http://schemas.microsoft.com/office/drawing/2014/main" id="{0078A520-D317-44C9-A537-B55265F9E5C6}"/>
              </a:ext>
            </a:extLst>
          </p:cNvPr>
          <p:cNvCxnSpPr>
            <a:cxnSpLocks/>
          </p:cNvCxnSpPr>
          <p:nvPr/>
        </p:nvCxnSpPr>
        <p:spPr>
          <a:xfrm flipH="1">
            <a:off x="2151346" y="4479597"/>
            <a:ext cx="1452806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24" name="Image 223">
            <a:extLst>
              <a:ext uri="{FF2B5EF4-FFF2-40B4-BE49-F238E27FC236}">
                <a16:creationId xmlns:a16="http://schemas.microsoft.com/office/drawing/2014/main" id="{A3AE2EE2-34DC-4CCC-811F-CDD15FE7A783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5400000">
            <a:off x="1165059" y="3672015"/>
            <a:ext cx="1600282" cy="1739989"/>
          </a:xfrm>
          <a:prstGeom prst="roundRect">
            <a:avLst>
              <a:gd name="adj" fmla="val 30000"/>
            </a:avLst>
          </a:prstGeom>
        </p:spPr>
      </p:pic>
      <p:sp>
        <p:nvSpPr>
          <p:cNvPr id="257" name="ZoneTexte 256">
            <a:extLst>
              <a:ext uri="{FF2B5EF4-FFF2-40B4-BE49-F238E27FC236}">
                <a16:creationId xmlns:a16="http://schemas.microsoft.com/office/drawing/2014/main" id="{5A01B84C-9996-4E42-BF6C-0558ACA59EA3}"/>
              </a:ext>
            </a:extLst>
          </p:cNvPr>
          <p:cNvSpPr txBox="1"/>
          <p:nvPr/>
        </p:nvSpPr>
        <p:spPr>
          <a:xfrm>
            <a:off x="2806444" y="4097606"/>
            <a:ext cx="7873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Masse</a:t>
            </a:r>
          </a:p>
        </p:txBody>
      </p:sp>
      <p:sp>
        <p:nvSpPr>
          <p:cNvPr id="258" name="ZoneTexte 257">
            <a:extLst>
              <a:ext uri="{FF2B5EF4-FFF2-40B4-BE49-F238E27FC236}">
                <a16:creationId xmlns:a16="http://schemas.microsoft.com/office/drawing/2014/main" id="{D62DB004-A8D4-49D8-BFAF-A8E145E6429D}"/>
              </a:ext>
            </a:extLst>
          </p:cNvPr>
          <p:cNvSpPr txBox="1"/>
          <p:nvPr/>
        </p:nvSpPr>
        <p:spPr>
          <a:xfrm>
            <a:off x="2880325" y="4586409"/>
            <a:ext cx="5501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12V</a:t>
            </a:r>
          </a:p>
        </p:txBody>
      </p:sp>
      <p:grpSp>
        <p:nvGrpSpPr>
          <p:cNvPr id="259" name="Groupe 258">
            <a:extLst>
              <a:ext uri="{FF2B5EF4-FFF2-40B4-BE49-F238E27FC236}">
                <a16:creationId xmlns:a16="http://schemas.microsoft.com/office/drawing/2014/main" id="{7D991B0B-17BB-46EE-9971-57EA7991FA9A}"/>
              </a:ext>
            </a:extLst>
          </p:cNvPr>
          <p:cNvGrpSpPr/>
          <p:nvPr/>
        </p:nvGrpSpPr>
        <p:grpSpPr>
          <a:xfrm rot="10800000">
            <a:off x="3937892" y="4355847"/>
            <a:ext cx="583814" cy="606735"/>
            <a:chOff x="1738408" y="4827919"/>
            <a:chExt cx="583814" cy="606735"/>
          </a:xfrm>
        </p:grpSpPr>
        <p:grpSp>
          <p:nvGrpSpPr>
            <p:cNvPr id="260" name="Groupe 259">
              <a:extLst>
                <a:ext uri="{FF2B5EF4-FFF2-40B4-BE49-F238E27FC236}">
                  <a16:creationId xmlns:a16="http://schemas.microsoft.com/office/drawing/2014/main" id="{1CA558A2-5473-47B3-AFCD-4F721AAC40AC}"/>
                </a:ext>
              </a:extLst>
            </p:cNvPr>
            <p:cNvGrpSpPr/>
            <p:nvPr/>
          </p:nvGrpSpPr>
          <p:grpSpPr>
            <a:xfrm>
              <a:off x="1913791" y="5065322"/>
              <a:ext cx="302113" cy="369332"/>
              <a:chOff x="2272683" y="5175682"/>
              <a:chExt cx="302113" cy="369332"/>
            </a:xfrm>
          </p:grpSpPr>
          <p:sp>
            <p:nvSpPr>
              <p:cNvPr id="262" name="Rectangle 261">
                <a:extLst>
                  <a:ext uri="{FF2B5EF4-FFF2-40B4-BE49-F238E27FC236}">
                    <a16:creationId xmlns:a16="http://schemas.microsoft.com/office/drawing/2014/main" id="{2D8E1DFD-ED58-42EE-89DC-86F720E70F0F}"/>
                  </a:ext>
                </a:extLst>
              </p:cNvPr>
              <p:cNvSpPr/>
              <p:nvPr/>
            </p:nvSpPr>
            <p:spPr>
              <a:xfrm>
                <a:off x="2272683" y="5175682"/>
                <a:ext cx="159799" cy="369332"/>
              </a:xfrm>
              <a:prstGeom prst="rect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263" name="Rectangle 262">
                <a:extLst>
                  <a:ext uri="{FF2B5EF4-FFF2-40B4-BE49-F238E27FC236}">
                    <a16:creationId xmlns:a16="http://schemas.microsoft.com/office/drawing/2014/main" id="{706452D8-C8B2-4E54-973E-98E5A0215B9E}"/>
                  </a:ext>
                </a:extLst>
              </p:cNvPr>
              <p:cNvSpPr/>
              <p:nvPr/>
            </p:nvSpPr>
            <p:spPr>
              <a:xfrm>
                <a:off x="2438648" y="5250822"/>
                <a:ext cx="136148" cy="77568"/>
              </a:xfrm>
              <a:prstGeom prst="rect">
                <a:avLst/>
              </a:prstGeom>
              <a:solidFill>
                <a:srgbClr val="FFC000"/>
              </a:solidFill>
              <a:ln>
                <a:solidFill>
                  <a:srgbClr val="FFC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264" name="Rectangle 263">
                <a:extLst>
                  <a:ext uri="{FF2B5EF4-FFF2-40B4-BE49-F238E27FC236}">
                    <a16:creationId xmlns:a16="http://schemas.microsoft.com/office/drawing/2014/main" id="{B96663AE-284B-4D38-8DC3-983D8CB4F86F}"/>
                  </a:ext>
                </a:extLst>
              </p:cNvPr>
              <p:cNvSpPr/>
              <p:nvPr/>
            </p:nvSpPr>
            <p:spPr>
              <a:xfrm>
                <a:off x="2436770" y="5410618"/>
                <a:ext cx="136148" cy="77568"/>
              </a:xfrm>
              <a:prstGeom prst="rect">
                <a:avLst/>
              </a:prstGeom>
              <a:solidFill>
                <a:srgbClr val="FFC000"/>
              </a:solidFill>
              <a:ln>
                <a:solidFill>
                  <a:srgbClr val="FFC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sp>
          <p:nvSpPr>
            <p:cNvPr id="261" name="ZoneTexte 260">
              <a:extLst>
                <a:ext uri="{FF2B5EF4-FFF2-40B4-BE49-F238E27FC236}">
                  <a16:creationId xmlns:a16="http://schemas.microsoft.com/office/drawing/2014/main" id="{BD884514-0164-4420-B448-5207AE83DDB5}"/>
                </a:ext>
              </a:extLst>
            </p:cNvPr>
            <p:cNvSpPr txBox="1"/>
            <p:nvPr/>
          </p:nvSpPr>
          <p:spPr>
            <a:xfrm rot="10800000">
              <a:off x="1738408" y="4827919"/>
              <a:ext cx="583814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1050" dirty="0"/>
                <a:t>XT30m</a:t>
              </a:r>
            </a:p>
          </p:txBody>
        </p:sp>
      </p:grpSp>
      <p:grpSp>
        <p:nvGrpSpPr>
          <p:cNvPr id="265" name="Groupe 264">
            <a:extLst>
              <a:ext uri="{FF2B5EF4-FFF2-40B4-BE49-F238E27FC236}">
                <a16:creationId xmlns:a16="http://schemas.microsoft.com/office/drawing/2014/main" id="{860DC582-775D-4992-B432-5C182BD9399C}"/>
              </a:ext>
            </a:extLst>
          </p:cNvPr>
          <p:cNvGrpSpPr/>
          <p:nvPr/>
        </p:nvGrpSpPr>
        <p:grpSpPr>
          <a:xfrm>
            <a:off x="7522054" y="2740265"/>
            <a:ext cx="80628" cy="113013"/>
            <a:chOff x="2029471" y="2824253"/>
            <a:chExt cx="80628" cy="113013"/>
          </a:xfrm>
        </p:grpSpPr>
        <p:cxnSp>
          <p:nvCxnSpPr>
            <p:cNvPr id="266" name="Connecteur droit 265">
              <a:extLst>
                <a:ext uri="{FF2B5EF4-FFF2-40B4-BE49-F238E27FC236}">
                  <a16:creationId xmlns:a16="http://schemas.microsoft.com/office/drawing/2014/main" id="{CD29F80B-F7E0-4FC6-886E-CACD13DFD821}"/>
                </a:ext>
              </a:extLst>
            </p:cNvPr>
            <p:cNvCxnSpPr>
              <a:cxnSpLocks/>
            </p:cNvCxnSpPr>
            <p:nvPr/>
          </p:nvCxnSpPr>
          <p:spPr>
            <a:xfrm>
              <a:off x="2041820" y="2843564"/>
              <a:ext cx="47991" cy="93702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7" name="Connecteur droit 266">
              <a:extLst>
                <a:ext uri="{FF2B5EF4-FFF2-40B4-BE49-F238E27FC236}">
                  <a16:creationId xmlns:a16="http://schemas.microsoft.com/office/drawing/2014/main" id="{7318BD15-B9FF-4894-8312-F0701A38271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029471" y="2824253"/>
              <a:ext cx="80628" cy="113013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8" name="Groupe 267">
            <a:extLst>
              <a:ext uri="{FF2B5EF4-FFF2-40B4-BE49-F238E27FC236}">
                <a16:creationId xmlns:a16="http://schemas.microsoft.com/office/drawing/2014/main" id="{69D55E16-12B8-48EC-A929-C96F943D1503}"/>
              </a:ext>
            </a:extLst>
          </p:cNvPr>
          <p:cNvGrpSpPr/>
          <p:nvPr/>
        </p:nvGrpSpPr>
        <p:grpSpPr>
          <a:xfrm rot="10800000">
            <a:off x="3413335" y="4355282"/>
            <a:ext cx="500458" cy="573279"/>
            <a:chOff x="2270241" y="4850757"/>
            <a:chExt cx="500458" cy="573279"/>
          </a:xfrm>
        </p:grpSpPr>
        <p:grpSp>
          <p:nvGrpSpPr>
            <p:cNvPr id="269" name="Groupe 268">
              <a:extLst>
                <a:ext uri="{FF2B5EF4-FFF2-40B4-BE49-F238E27FC236}">
                  <a16:creationId xmlns:a16="http://schemas.microsoft.com/office/drawing/2014/main" id="{15A3CE45-F884-48E9-B839-EF1AF1D23FEE}"/>
                </a:ext>
              </a:extLst>
            </p:cNvPr>
            <p:cNvGrpSpPr/>
            <p:nvPr/>
          </p:nvGrpSpPr>
          <p:grpSpPr>
            <a:xfrm>
              <a:off x="2343110" y="5054704"/>
              <a:ext cx="302012" cy="369332"/>
              <a:chOff x="2423435" y="5175682"/>
              <a:chExt cx="302012" cy="369332"/>
            </a:xfrm>
          </p:grpSpPr>
          <p:sp>
            <p:nvSpPr>
              <p:cNvPr id="271" name="Rectangle 270">
                <a:extLst>
                  <a:ext uri="{FF2B5EF4-FFF2-40B4-BE49-F238E27FC236}">
                    <a16:creationId xmlns:a16="http://schemas.microsoft.com/office/drawing/2014/main" id="{793790AC-437E-40FF-A781-3A46EF0C3EF2}"/>
                  </a:ext>
                </a:extLst>
              </p:cNvPr>
              <p:cNvSpPr/>
              <p:nvPr/>
            </p:nvSpPr>
            <p:spPr>
              <a:xfrm>
                <a:off x="2425949" y="5175682"/>
                <a:ext cx="299498" cy="369332"/>
              </a:xfrm>
              <a:prstGeom prst="rect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272" name="Rectangle 271">
                <a:extLst>
                  <a:ext uri="{FF2B5EF4-FFF2-40B4-BE49-F238E27FC236}">
                    <a16:creationId xmlns:a16="http://schemas.microsoft.com/office/drawing/2014/main" id="{C44EE251-6499-4B1E-ACE3-7F0B6C20A400}"/>
                  </a:ext>
                </a:extLst>
              </p:cNvPr>
              <p:cNvSpPr/>
              <p:nvPr/>
            </p:nvSpPr>
            <p:spPr>
              <a:xfrm>
                <a:off x="2425948" y="5238122"/>
                <a:ext cx="136148" cy="77568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273" name="Rectangle 272">
                <a:extLst>
                  <a:ext uri="{FF2B5EF4-FFF2-40B4-BE49-F238E27FC236}">
                    <a16:creationId xmlns:a16="http://schemas.microsoft.com/office/drawing/2014/main" id="{1051B207-995E-4D31-835D-E5F76BB087F1}"/>
                  </a:ext>
                </a:extLst>
              </p:cNvPr>
              <p:cNvSpPr/>
              <p:nvPr/>
            </p:nvSpPr>
            <p:spPr>
              <a:xfrm>
                <a:off x="2423435" y="5391568"/>
                <a:ext cx="136148" cy="77568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sp>
          <p:nvSpPr>
            <p:cNvPr id="270" name="ZoneTexte 269">
              <a:extLst>
                <a:ext uri="{FF2B5EF4-FFF2-40B4-BE49-F238E27FC236}">
                  <a16:creationId xmlns:a16="http://schemas.microsoft.com/office/drawing/2014/main" id="{EC9ED30B-A666-4DBE-BB7D-00DCE25E1929}"/>
                </a:ext>
              </a:extLst>
            </p:cNvPr>
            <p:cNvSpPr txBox="1"/>
            <p:nvPr/>
          </p:nvSpPr>
          <p:spPr>
            <a:xfrm rot="10800000">
              <a:off x="2270241" y="4850757"/>
              <a:ext cx="500458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1050" dirty="0"/>
                <a:t>XT30f</a:t>
              </a:r>
            </a:p>
          </p:txBody>
        </p:sp>
      </p:grpSp>
      <p:cxnSp>
        <p:nvCxnSpPr>
          <p:cNvPr id="274" name="Connecteur droit 273">
            <a:extLst>
              <a:ext uri="{FF2B5EF4-FFF2-40B4-BE49-F238E27FC236}">
                <a16:creationId xmlns:a16="http://schemas.microsoft.com/office/drawing/2014/main" id="{F392E99D-D6A2-4A46-B832-54BF93BD61DB}"/>
              </a:ext>
            </a:extLst>
          </p:cNvPr>
          <p:cNvCxnSpPr>
            <a:cxnSpLocks/>
          </p:cNvCxnSpPr>
          <p:nvPr/>
        </p:nvCxnSpPr>
        <p:spPr>
          <a:xfrm>
            <a:off x="7666322" y="3057761"/>
            <a:ext cx="0" cy="235961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5" name="Connecteur droit 274">
            <a:extLst>
              <a:ext uri="{FF2B5EF4-FFF2-40B4-BE49-F238E27FC236}">
                <a16:creationId xmlns:a16="http://schemas.microsoft.com/office/drawing/2014/main" id="{A96D9E52-AE2D-472F-9CFD-B1CD0498B9D7}"/>
              </a:ext>
            </a:extLst>
          </p:cNvPr>
          <p:cNvCxnSpPr/>
          <p:nvPr/>
        </p:nvCxnSpPr>
        <p:spPr>
          <a:xfrm>
            <a:off x="3865640" y="4542009"/>
            <a:ext cx="153822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6" name="ZoneTexte 275">
            <a:extLst>
              <a:ext uri="{FF2B5EF4-FFF2-40B4-BE49-F238E27FC236}">
                <a16:creationId xmlns:a16="http://schemas.microsoft.com/office/drawing/2014/main" id="{2DB0F53D-3538-48AD-8879-D38655662242}"/>
              </a:ext>
            </a:extLst>
          </p:cNvPr>
          <p:cNvSpPr txBox="1"/>
          <p:nvPr/>
        </p:nvSpPr>
        <p:spPr>
          <a:xfrm>
            <a:off x="3027709" y="5686988"/>
            <a:ext cx="175278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00" dirty="0"/>
              <a:t>Vers convertisseur + 12 V</a:t>
            </a:r>
          </a:p>
        </p:txBody>
      </p:sp>
      <p:pic>
        <p:nvPicPr>
          <p:cNvPr id="277" name="Image 276">
            <a:extLst>
              <a:ext uri="{FF2B5EF4-FFF2-40B4-BE49-F238E27FC236}">
                <a16:creationId xmlns:a16="http://schemas.microsoft.com/office/drawing/2014/main" id="{00D0A301-9196-45C8-8005-A7086AF77A0A}"/>
              </a:ext>
            </a:extLst>
          </p:cNvPr>
          <p:cNvPicPr>
            <a:picLocks noChangeAspect="1"/>
          </p:cNvPicPr>
          <p:nvPr/>
        </p:nvPicPr>
        <p:blipFill rotWithShape="1">
          <a:blip r:embed="rId11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735207" y="1298659"/>
            <a:ext cx="655381" cy="195908"/>
          </a:xfrm>
          <a:prstGeom prst="rect">
            <a:avLst/>
          </a:prstGeom>
        </p:spPr>
      </p:pic>
      <p:pic>
        <p:nvPicPr>
          <p:cNvPr id="278" name="Image 277">
            <a:extLst>
              <a:ext uri="{FF2B5EF4-FFF2-40B4-BE49-F238E27FC236}">
                <a16:creationId xmlns:a16="http://schemas.microsoft.com/office/drawing/2014/main" id="{9117356A-2FBC-450A-BF98-0EA5C7555236}"/>
              </a:ext>
            </a:extLst>
          </p:cNvPr>
          <p:cNvPicPr>
            <a:picLocks noChangeAspect="1"/>
          </p:cNvPicPr>
          <p:nvPr/>
        </p:nvPicPr>
        <p:blipFill rotWithShape="1">
          <a:blip r:embed="rId11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732299" y="1464288"/>
            <a:ext cx="656674" cy="196294"/>
          </a:xfrm>
          <a:prstGeom prst="rect">
            <a:avLst/>
          </a:prstGeom>
        </p:spPr>
      </p:pic>
      <p:cxnSp>
        <p:nvCxnSpPr>
          <p:cNvPr id="279" name="Connecteur droit 278">
            <a:extLst>
              <a:ext uri="{FF2B5EF4-FFF2-40B4-BE49-F238E27FC236}">
                <a16:creationId xmlns:a16="http://schemas.microsoft.com/office/drawing/2014/main" id="{56294E1C-D5A8-4811-826C-2872D0197CDD}"/>
              </a:ext>
            </a:extLst>
          </p:cNvPr>
          <p:cNvCxnSpPr>
            <a:cxnSpLocks/>
          </p:cNvCxnSpPr>
          <p:nvPr/>
        </p:nvCxnSpPr>
        <p:spPr>
          <a:xfrm flipV="1">
            <a:off x="7588198" y="1577676"/>
            <a:ext cx="1209894" cy="280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0" name="Connecteur droit 279">
            <a:extLst>
              <a:ext uri="{FF2B5EF4-FFF2-40B4-BE49-F238E27FC236}">
                <a16:creationId xmlns:a16="http://schemas.microsoft.com/office/drawing/2014/main" id="{22DB338B-2736-44F5-BE9A-696E87325F8C}"/>
              </a:ext>
            </a:extLst>
          </p:cNvPr>
          <p:cNvCxnSpPr>
            <a:cxnSpLocks/>
          </p:cNvCxnSpPr>
          <p:nvPr/>
        </p:nvCxnSpPr>
        <p:spPr>
          <a:xfrm flipH="1">
            <a:off x="7597342" y="1417622"/>
            <a:ext cx="1199225" cy="0"/>
          </a:xfrm>
          <a:prstGeom prst="line">
            <a:avLst/>
          </a:prstGeom>
          <a:ln w="57150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1" name="ZoneTexte 280">
            <a:extLst>
              <a:ext uri="{FF2B5EF4-FFF2-40B4-BE49-F238E27FC236}">
                <a16:creationId xmlns:a16="http://schemas.microsoft.com/office/drawing/2014/main" id="{A583895F-DF86-4307-8D2F-433F4371CDB5}"/>
              </a:ext>
            </a:extLst>
          </p:cNvPr>
          <p:cNvSpPr txBox="1"/>
          <p:nvPr/>
        </p:nvSpPr>
        <p:spPr>
          <a:xfrm>
            <a:off x="9415320" y="1316330"/>
            <a:ext cx="4844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Rpi</a:t>
            </a:r>
            <a:endParaRPr lang="fr-FR" dirty="0"/>
          </a:p>
        </p:txBody>
      </p:sp>
      <p:sp>
        <p:nvSpPr>
          <p:cNvPr id="283" name="ZoneTexte 282">
            <a:extLst>
              <a:ext uri="{FF2B5EF4-FFF2-40B4-BE49-F238E27FC236}">
                <a16:creationId xmlns:a16="http://schemas.microsoft.com/office/drawing/2014/main" id="{F9EFF24F-DDE5-4C76-913A-783F7E75987D}"/>
              </a:ext>
            </a:extLst>
          </p:cNvPr>
          <p:cNvSpPr txBox="1"/>
          <p:nvPr/>
        </p:nvSpPr>
        <p:spPr>
          <a:xfrm>
            <a:off x="5812957" y="1246221"/>
            <a:ext cx="176561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00" dirty="0"/>
              <a:t>Vers convertisseur + 5V</a:t>
            </a:r>
          </a:p>
          <a:p>
            <a:r>
              <a:rPr lang="fr-FR" sz="1200" dirty="0"/>
              <a:t>Vers convertisseur Masse</a:t>
            </a:r>
          </a:p>
        </p:txBody>
      </p:sp>
      <p:sp>
        <p:nvSpPr>
          <p:cNvPr id="284" name="ZoneTexte 283">
            <a:extLst>
              <a:ext uri="{FF2B5EF4-FFF2-40B4-BE49-F238E27FC236}">
                <a16:creationId xmlns:a16="http://schemas.microsoft.com/office/drawing/2014/main" id="{CAD3D6E6-6B76-463B-9678-FD970B9202DE}"/>
              </a:ext>
            </a:extLst>
          </p:cNvPr>
          <p:cNvSpPr txBox="1"/>
          <p:nvPr/>
        </p:nvSpPr>
        <p:spPr>
          <a:xfrm>
            <a:off x="8201569" y="1173304"/>
            <a:ext cx="70128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/>
              <a:t>20 cm</a:t>
            </a:r>
          </a:p>
        </p:txBody>
      </p:sp>
      <p:cxnSp>
        <p:nvCxnSpPr>
          <p:cNvPr id="285" name="Connecteur droit 284">
            <a:extLst>
              <a:ext uri="{FF2B5EF4-FFF2-40B4-BE49-F238E27FC236}">
                <a16:creationId xmlns:a16="http://schemas.microsoft.com/office/drawing/2014/main" id="{18E3CEAC-492D-46B0-B0D6-044D12FC794E}"/>
              </a:ext>
            </a:extLst>
          </p:cNvPr>
          <p:cNvCxnSpPr>
            <a:cxnSpLocks/>
          </p:cNvCxnSpPr>
          <p:nvPr/>
        </p:nvCxnSpPr>
        <p:spPr>
          <a:xfrm flipV="1">
            <a:off x="7636280" y="3868678"/>
            <a:ext cx="0" cy="609315"/>
          </a:xfrm>
          <a:prstGeom prst="line">
            <a:avLst/>
          </a:prstGeom>
          <a:ln w="571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86" name="Image 285">
            <a:extLst>
              <a:ext uri="{FF2B5EF4-FFF2-40B4-BE49-F238E27FC236}">
                <a16:creationId xmlns:a16="http://schemas.microsoft.com/office/drawing/2014/main" id="{C3CD713F-5107-491E-AB64-9379B5CEFE17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5400000">
            <a:off x="7351502" y="3390249"/>
            <a:ext cx="700291" cy="286499"/>
          </a:xfrm>
          <a:prstGeom prst="rect">
            <a:avLst/>
          </a:prstGeom>
        </p:spPr>
      </p:pic>
      <p:pic>
        <p:nvPicPr>
          <p:cNvPr id="287" name="Image 286">
            <a:extLst>
              <a:ext uri="{FF2B5EF4-FFF2-40B4-BE49-F238E27FC236}">
                <a16:creationId xmlns:a16="http://schemas.microsoft.com/office/drawing/2014/main" id="{88AFCC1C-34E8-467F-A7E7-CA0DE5C57514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5400000">
            <a:off x="6024858" y="3516653"/>
            <a:ext cx="700291" cy="286499"/>
          </a:xfrm>
          <a:prstGeom prst="rect">
            <a:avLst/>
          </a:prstGeom>
        </p:spPr>
      </p:pic>
      <p:cxnSp>
        <p:nvCxnSpPr>
          <p:cNvPr id="288" name="Connecteur droit 287">
            <a:extLst>
              <a:ext uri="{FF2B5EF4-FFF2-40B4-BE49-F238E27FC236}">
                <a16:creationId xmlns:a16="http://schemas.microsoft.com/office/drawing/2014/main" id="{A8F37C3B-CEE9-4F66-B76B-A633C9F848B7}"/>
              </a:ext>
            </a:extLst>
          </p:cNvPr>
          <p:cNvCxnSpPr>
            <a:cxnSpLocks/>
          </p:cNvCxnSpPr>
          <p:nvPr/>
        </p:nvCxnSpPr>
        <p:spPr>
          <a:xfrm flipH="1">
            <a:off x="4360940" y="4447157"/>
            <a:ext cx="1932522" cy="15585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9" name="Connecteur droit 288">
            <a:extLst>
              <a:ext uri="{FF2B5EF4-FFF2-40B4-BE49-F238E27FC236}">
                <a16:creationId xmlns:a16="http://schemas.microsoft.com/office/drawing/2014/main" id="{448C1AFA-305A-47F2-A425-E131980BBE9D}"/>
              </a:ext>
            </a:extLst>
          </p:cNvPr>
          <p:cNvCxnSpPr>
            <a:cxnSpLocks/>
          </p:cNvCxnSpPr>
          <p:nvPr/>
        </p:nvCxnSpPr>
        <p:spPr>
          <a:xfrm flipV="1">
            <a:off x="6441354" y="2914782"/>
            <a:ext cx="0" cy="440444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0" name="Connecteur droit 289">
            <a:extLst>
              <a:ext uri="{FF2B5EF4-FFF2-40B4-BE49-F238E27FC236}">
                <a16:creationId xmlns:a16="http://schemas.microsoft.com/office/drawing/2014/main" id="{BC4BC5E9-1F24-4003-9101-540ABFF7E8D1}"/>
              </a:ext>
            </a:extLst>
          </p:cNvPr>
          <p:cNvCxnSpPr>
            <a:cxnSpLocks/>
          </p:cNvCxnSpPr>
          <p:nvPr/>
        </p:nvCxnSpPr>
        <p:spPr>
          <a:xfrm flipV="1">
            <a:off x="6278166" y="3956349"/>
            <a:ext cx="2522" cy="51417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1" name="Connecteur droit 290">
            <a:extLst>
              <a:ext uri="{FF2B5EF4-FFF2-40B4-BE49-F238E27FC236}">
                <a16:creationId xmlns:a16="http://schemas.microsoft.com/office/drawing/2014/main" id="{5DE6351D-C9C3-4834-B0AD-8CCC2228CFC7}"/>
              </a:ext>
            </a:extLst>
          </p:cNvPr>
          <p:cNvCxnSpPr>
            <a:cxnSpLocks/>
          </p:cNvCxnSpPr>
          <p:nvPr/>
        </p:nvCxnSpPr>
        <p:spPr>
          <a:xfrm flipV="1">
            <a:off x="5147475" y="2934416"/>
            <a:ext cx="1209894" cy="280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2" name="ZoneTexte 291">
            <a:extLst>
              <a:ext uri="{FF2B5EF4-FFF2-40B4-BE49-F238E27FC236}">
                <a16:creationId xmlns:a16="http://schemas.microsoft.com/office/drawing/2014/main" id="{8E659F51-724D-458C-9F28-156EAF731FC0}"/>
              </a:ext>
            </a:extLst>
          </p:cNvPr>
          <p:cNvSpPr txBox="1"/>
          <p:nvPr/>
        </p:nvSpPr>
        <p:spPr>
          <a:xfrm>
            <a:off x="3442759" y="2783255"/>
            <a:ext cx="176561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00" dirty="0"/>
              <a:t>Vers convertisseur Masse</a:t>
            </a:r>
          </a:p>
        </p:txBody>
      </p:sp>
      <p:cxnSp>
        <p:nvCxnSpPr>
          <p:cNvPr id="294" name="Connecteur droit 293">
            <a:extLst>
              <a:ext uri="{FF2B5EF4-FFF2-40B4-BE49-F238E27FC236}">
                <a16:creationId xmlns:a16="http://schemas.microsoft.com/office/drawing/2014/main" id="{95BEA182-BA0A-4EC9-8B70-2EBA275E734B}"/>
              </a:ext>
            </a:extLst>
          </p:cNvPr>
          <p:cNvCxnSpPr>
            <a:cxnSpLocks/>
          </p:cNvCxnSpPr>
          <p:nvPr/>
        </p:nvCxnSpPr>
        <p:spPr>
          <a:xfrm>
            <a:off x="4928087" y="4749623"/>
            <a:ext cx="0" cy="930999"/>
          </a:xfrm>
          <a:prstGeom prst="line">
            <a:avLst/>
          </a:prstGeom>
          <a:ln w="5715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5" name="ZoneTexte 294">
            <a:extLst>
              <a:ext uri="{FF2B5EF4-FFF2-40B4-BE49-F238E27FC236}">
                <a16:creationId xmlns:a16="http://schemas.microsoft.com/office/drawing/2014/main" id="{742E3AF4-7EEA-4E91-B348-F45D734F929F}"/>
              </a:ext>
            </a:extLst>
          </p:cNvPr>
          <p:cNvSpPr txBox="1"/>
          <p:nvPr/>
        </p:nvSpPr>
        <p:spPr>
          <a:xfrm>
            <a:off x="7634463" y="1142346"/>
            <a:ext cx="537327" cy="66941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50" dirty="0"/>
              <a:t>5V</a:t>
            </a:r>
            <a:endParaRPr lang="fr-FR" sz="600" dirty="0"/>
          </a:p>
          <a:p>
            <a:endParaRPr lang="fr-FR" sz="600" dirty="0"/>
          </a:p>
          <a:p>
            <a:endParaRPr lang="fr-FR" sz="1050" dirty="0"/>
          </a:p>
          <a:p>
            <a:r>
              <a:rPr lang="fr-FR" sz="1050" dirty="0"/>
              <a:t>Masse</a:t>
            </a:r>
          </a:p>
        </p:txBody>
      </p:sp>
      <p:cxnSp>
        <p:nvCxnSpPr>
          <p:cNvPr id="296" name="Connecteur droit 295">
            <a:extLst>
              <a:ext uri="{FF2B5EF4-FFF2-40B4-BE49-F238E27FC236}">
                <a16:creationId xmlns:a16="http://schemas.microsoft.com/office/drawing/2014/main" id="{35D6FF23-7757-4EAB-BEA9-E87650C8EC00}"/>
              </a:ext>
            </a:extLst>
          </p:cNvPr>
          <p:cNvCxnSpPr>
            <a:cxnSpLocks/>
          </p:cNvCxnSpPr>
          <p:nvPr/>
        </p:nvCxnSpPr>
        <p:spPr>
          <a:xfrm flipV="1">
            <a:off x="6037524" y="5815240"/>
            <a:ext cx="1" cy="692514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8" name="Connecteur droit 297">
            <a:extLst>
              <a:ext uri="{FF2B5EF4-FFF2-40B4-BE49-F238E27FC236}">
                <a16:creationId xmlns:a16="http://schemas.microsoft.com/office/drawing/2014/main" id="{E3C3E851-96E8-4DC6-A8EE-FB94B48DF80A}"/>
              </a:ext>
            </a:extLst>
          </p:cNvPr>
          <p:cNvCxnSpPr>
            <a:cxnSpLocks/>
          </p:cNvCxnSpPr>
          <p:nvPr/>
        </p:nvCxnSpPr>
        <p:spPr>
          <a:xfrm flipV="1">
            <a:off x="6216451" y="5652738"/>
            <a:ext cx="0" cy="226214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0" name="Connecteur droit 299">
            <a:extLst>
              <a:ext uri="{FF2B5EF4-FFF2-40B4-BE49-F238E27FC236}">
                <a16:creationId xmlns:a16="http://schemas.microsoft.com/office/drawing/2014/main" id="{D076AB6B-5902-4372-9A83-7D86892AAC09}"/>
              </a:ext>
            </a:extLst>
          </p:cNvPr>
          <p:cNvCxnSpPr>
            <a:cxnSpLocks/>
          </p:cNvCxnSpPr>
          <p:nvPr/>
        </p:nvCxnSpPr>
        <p:spPr>
          <a:xfrm flipH="1">
            <a:off x="7119349" y="5580695"/>
            <a:ext cx="897" cy="1049967"/>
          </a:xfrm>
          <a:prstGeom prst="line">
            <a:avLst/>
          </a:prstGeom>
          <a:ln w="19050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0338453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78" name="Connecteur droit 177">
            <a:extLst>
              <a:ext uri="{FF2B5EF4-FFF2-40B4-BE49-F238E27FC236}">
                <a16:creationId xmlns:a16="http://schemas.microsoft.com/office/drawing/2014/main" id="{B4675436-5ADF-416A-90B7-E4092BDED464}"/>
              </a:ext>
            </a:extLst>
          </p:cNvPr>
          <p:cNvCxnSpPr>
            <a:cxnSpLocks/>
          </p:cNvCxnSpPr>
          <p:nvPr/>
        </p:nvCxnSpPr>
        <p:spPr>
          <a:xfrm flipH="1">
            <a:off x="6720840" y="534493"/>
            <a:ext cx="2729670" cy="0"/>
          </a:xfrm>
          <a:prstGeom prst="line">
            <a:avLst/>
          </a:prstGeom>
          <a:ln w="5715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0" name="Connecteur droit 179">
            <a:extLst>
              <a:ext uri="{FF2B5EF4-FFF2-40B4-BE49-F238E27FC236}">
                <a16:creationId xmlns:a16="http://schemas.microsoft.com/office/drawing/2014/main" id="{9A265238-3EBC-4AA9-81D9-ACB972294694}"/>
              </a:ext>
            </a:extLst>
          </p:cNvPr>
          <p:cNvCxnSpPr>
            <a:cxnSpLocks/>
          </p:cNvCxnSpPr>
          <p:nvPr/>
        </p:nvCxnSpPr>
        <p:spPr>
          <a:xfrm flipH="1">
            <a:off x="6723731" y="620911"/>
            <a:ext cx="2729670" cy="0"/>
          </a:xfrm>
          <a:prstGeom prst="line">
            <a:avLst/>
          </a:prstGeom>
          <a:ln w="5715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2" name="Image 171">
            <a:extLst>
              <a:ext uri="{FF2B5EF4-FFF2-40B4-BE49-F238E27FC236}">
                <a16:creationId xmlns:a16="http://schemas.microsoft.com/office/drawing/2014/main" id="{C2E0DC9B-2907-45F3-93DB-FCE2CEE5C6A9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screen">
            <a:grayscl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299504" y="227531"/>
            <a:ext cx="1407191" cy="860777"/>
          </a:xfrm>
          <a:prstGeom prst="roundRect">
            <a:avLst>
              <a:gd name="adj" fmla="val 18052"/>
            </a:avLst>
          </a:prstGeom>
        </p:spPr>
      </p:pic>
      <p:sp>
        <p:nvSpPr>
          <p:cNvPr id="181" name="ZoneTexte 180">
            <a:extLst>
              <a:ext uri="{FF2B5EF4-FFF2-40B4-BE49-F238E27FC236}">
                <a16:creationId xmlns:a16="http://schemas.microsoft.com/office/drawing/2014/main" id="{87EF485F-5573-4962-96C9-9468303E44E1}"/>
              </a:ext>
            </a:extLst>
          </p:cNvPr>
          <p:cNvSpPr txBox="1"/>
          <p:nvPr/>
        </p:nvSpPr>
        <p:spPr>
          <a:xfrm>
            <a:off x="7728289" y="267565"/>
            <a:ext cx="55015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00" dirty="0"/>
              <a:t>?? cm</a:t>
            </a:r>
          </a:p>
        </p:txBody>
      </p:sp>
      <p:sp>
        <p:nvSpPr>
          <p:cNvPr id="182" name="ZoneTexte 181">
            <a:extLst>
              <a:ext uri="{FF2B5EF4-FFF2-40B4-BE49-F238E27FC236}">
                <a16:creationId xmlns:a16="http://schemas.microsoft.com/office/drawing/2014/main" id="{5A11191B-9C15-4407-81EF-8D90DBF644A9}"/>
              </a:ext>
            </a:extLst>
          </p:cNvPr>
          <p:cNvSpPr txBox="1"/>
          <p:nvPr/>
        </p:nvSpPr>
        <p:spPr>
          <a:xfrm>
            <a:off x="10707601" y="364826"/>
            <a:ext cx="129582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b="1" dirty="0"/>
              <a:t>Interrupteur magnétique</a:t>
            </a:r>
          </a:p>
          <a:p>
            <a:r>
              <a:rPr lang="fr-FR" sz="1200" dirty="0"/>
              <a:t>tape arrière</a:t>
            </a:r>
            <a:endParaRPr lang="fr-FR" sz="1050" dirty="0"/>
          </a:p>
        </p:txBody>
      </p:sp>
      <p:pic>
        <p:nvPicPr>
          <p:cNvPr id="198" name="Image 197">
            <a:extLst>
              <a:ext uri="{FF2B5EF4-FFF2-40B4-BE49-F238E27FC236}">
                <a16:creationId xmlns:a16="http://schemas.microsoft.com/office/drawing/2014/main" id="{9B21700E-A31E-4EEB-B3E0-EC3AAC8A0B68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screen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33000"/>
                    </a14:imgEffect>
                    <a14:imgEffect>
                      <a14:brightnessContrast bright="20000" contrast="-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10800000">
            <a:off x="6365429" y="364824"/>
            <a:ext cx="487633" cy="491111"/>
          </a:xfrm>
          <a:prstGeom prst="rect">
            <a:avLst/>
          </a:prstGeom>
        </p:spPr>
      </p:pic>
      <p:grpSp>
        <p:nvGrpSpPr>
          <p:cNvPr id="3" name="Groupe 2">
            <a:extLst>
              <a:ext uri="{FF2B5EF4-FFF2-40B4-BE49-F238E27FC236}">
                <a16:creationId xmlns:a16="http://schemas.microsoft.com/office/drawing/2014/main" id="{2932161F-7FB8-4BF1-B1C5-A43FE4BE0827}"/>
              </a:ext>
            </a:extLst>
          </p:cNvPr>
          <p:cNvGrpSpPr/>
          <p:nvPr/>
        </p:nvGrpSpPr>
        <p:grpSpPr>
          <a:xfrm>
            <a:off x="6245739" y="1997062"/>
            <a:ext cx="5353140" cy="857730"/>
            <a:chOff x="6561989" y="4666606"/>
            <a:chExt cx="5353140" cy="857730"/>
          </a:xfrm>
        </p:grpSpPr>
        <p:cxnSp>
          <p:nvCxnSpPr>
            <p:cNvPr id="18" name="Connecteur droit 17">
              <a:extLst>
                <a:ext uri="{FF2B5EF4-FFF2-40B4-BE49-F238E27FC236}">
                  <a16:creationId xmlns:a16="http://schemas.microsoft.com/office/drawing/2014/main" id="{575913F0-CEA9-4837-87AA-AABD23DF144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758870" y="4937503"/>
              <a:ext cx="170688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Connecteur droit 18">
              <a:extLst>
                <a:ext uri="{FF2B5EF4-FFF2-40B4-BE49-F238E27FC236}">
                  <a16:creationId xmlns:a16="http://schemas.microsoft.com/office/drawing/2014/main" id="{292D8313-7B6F-4D13-A7B3-63BFAC7A59E4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758870" y="5294805"/>
              <a:ext cx="1706881" cy="11914"/>
            </a:xfrm>
            <a:prstGeom prst="line">
              <a:avLst/>
            </a:prstGeom>
            <a:ln w="5715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Connecteur droit 19">
              <a:extLst>
                <a:ext uri="{FF2B5EF4-FFF2-40B4-BE49-F238E27FC236}">
                  <a16:creationId xmlns:a16="http://schemas.microsoft.com/office/drawing/2014/main" id="{14C32680-36A6-4C89-8001-05DAD53A5FA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758870" y="5043345"/>
              <a:ext cx="1706880" cy="0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Connecteur droit 20">
              <a:extLst>
                <a:ext uri="{FF2B5EF4-FFF2-40B4-BE49-F238E27FC236}">
                  <a16:creationId xmlns:a16="http://schemas.microsoft.com/office/drawing/2014/main" id="{0334C6EF-9785-4D88-B38D-DF89AF509FD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758870" y="5167453"/>
              <a:ext cx="1706880" cy="0"/>
            </a:xfrm>
            <a:prstGeom prst="line">
              <a:avLst/>
            </a:prstGeom>
            <a:ln w="5715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ZoneTexte 25">
              <a:extLst>
                <a:ext uri="{FF2B5EF4-FFF2-40B4-BE49-F238E27FC236}">
                  <a16:creationId xmlns:a16="http://schemas.microsoft.com/office/drawing/2014/main" id="{4B8DA4C4-3DF9-4960-B228-8A71FD1EA28D}"/>
                </a:ext>
              </a:extLst>
            </p:cNvPr>
            <p:cNvSpPr txBox="1"/>
            <p:nvPr/>
          </p:nvSpPr>
          <p:spPr>
            <a:xfrm>
              <a:off x="8312568" y="4666606"/>
              <a:ext cx="550151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1200" dirty="0"/>
                <a:t>?? cm</a:t>
              </a:r>
            </a:p>
          </p:txBody>
        </p:sp>
        <p:pic>
          <p:nvPicPr>
            <p:cNvPr id="17" name="Image 16">
              <a:extLst>
                <a:ext uri="{FF2B5EF4-FFF2-40B4-BE49-F238E27FC236}">
                  <a16:creationId xmlns:a16="http://schemas.microsoft.com/office/drawing/2014/main" id="{196F90B8-4FF9-4236-9D28-A50E5A762DA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 rot="18829344" flipH="1">
              <a:off x="9252005" y="4735614"/>
              <a:ext cx="778065" cy="771471"/>
            </a:xfrm>
            <a:prstGeom prst="roundRect">
              <a:avLst>
                <a:gd name="adj" fmla="val 50000"/>
              </a:avLst>
            </a:prstGeom>
          </p:spPr>
        </p:pic>
        <p:sp>
          <p:nvSpPr>
            <p:cNvPr id="98" name="ZoneTexte 97">
              <a:extLst>
                <a:ext uri="{FF2B5EF4-FFF2-40B4-BE49-F238E27FC236}">
                  <a16:creationId xmlns:a16="http://schemas.microsoft.com/office/drawing/2014/main" id="{875DA04E-60F1-44BC-A48E-ACA2177F6ED5}"/>
                </a:ext>
              </a:extLst>
            </p:cNvPr>
            <p:cNvSpPr txBox="1"/>
            <p:nvPr/>
          </p:nvSpPr>
          <p:spPr>
            <a:xfrm>
              <a:off x="10624977" y="4898760"/>
              <a:ext cx="129015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/>
                <a:t>Communication Moteur</a:t>
              </a:r>
            </a:p>
          </p:txBody>
        </p:sp>
        <p:sp>
          <p:nvSpPr>
            <p:cNvPr id="183" name="ZoneTexte 182">
              <a:extLst>
                <a:ext uri="{FF2B5EF4-FFF2-40B4-BE49-F238E27FC236}">
                  <a16:creationId xmlns:a16="http://schemas.microsoft.com/office/drawing/2014/main" id="{2E0EB48B-033B-4D18-BA51-06908D0C8A88}"/>
                </a:ext>
              </a:extLst>
            </p:cNvPr>
            <p:cNvSpPr txBox="1"/>
            <p:nvPr/>
          </p:nvSpPr>
          <p:spPr>
            <a:xfrm>
              <a:off x="10105058" y="4766732"/>
              <a:ext cx="461986" cy="73866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1050" dirty="0"/>
                <a:t>GND</a:t>
              </a:r>
            </a:p>
            <a:p>
              <a:r>
                <a:rPr lang="fr-FR" sz="1050" dirty="0"/>
                <a:t>GPIO</a:t>
              </a:r>
            </a:p>
            <a:p>
              <a:r>
                <a:rPr lang="fr-FR" sz="1050" dirty="0"/>
                <a:t>SCL</a:t>
              </a:r>
            </a:p>
            <a:p>
              <a:r>
                <a:rPr lang="fr-FR" sz="1050" dirty="0"/>
                <a:t>SDA</a:t>
              </a:r>
            </a:p>
          </p:txBody>
        </p:sp>
        <p:pic>
          <p:nvPicPr>
            <p:cNvPr id="194" name="Image 193">
              <a:extLst>
                <a:ext uri="{FF2B5EF4-FFF2-40B4-BE49-F238E27FC236}">
                  <a16:creationId xmlns:a16="http://schemas.microsoft.com/office/drawing/2014/main" id="{CC99FA19-3361-4DC8-99CF-7BD8A2B3FC2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7223037" y="4716577"/>
              <a:ext cx="536184" cy="807759"/>
            </a:xfrm>
            <a:prstGeom prst="rect">
              <a:avLst/>
            </a:prstGeom>
          </p:spPr>
        </p:pic>
        <p:sp>
          <p:nvSpPr>
            <p:cNvPr id="201" name="ZoneTexte 200">
              <a:extLst>
                <a:ext uri="{FF2B5EF4-FFF2-40B4-BE49-F238E27FC236}">
                  <a16:creationId xmlns:a16="http://schemas.microsoft.com/office/drawing/2014/main" id="{0F6C3394-C44E-40B4-B3B3-287C73C882E8}"/>
                </a:ext>
              </a:extLst>
            </p:cNvPr>
            <p:cNvSpPr txBox="1"/>
            <p:nvPr/>
          </p:nvSpPr>
          <p:spPr>
            <a:xfrm>
              <a:off x="6561989" y="4921843"/>
              <a:ext cx="657552" cy="4154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1050" dirty="0"/>
                <a:t>JST 4 pin</a:t>
              </a:r>
            </a:p>
            <a:p>
              <a:r>
                <a:rPr lang="fr-FR" sz="1050" dirty="0"/>
                <a:t>à sertir</a:t>
              </a:r>
            </a:p>
          </p:txBody>
        </p:sp>
      </p:grpSp>
      <p:grpSp>
        <p:nvGrpSpPr>
          <p:cNvPr id="4" name="Groupe 3">
            <a:extLst>
              <a:ext uri="{FF2B5EF4-FFF2-40B4-BE49-F238E27FC236}">
                <a16:creationId xmlns:a16="http://schemas.microsoft.com/office/drawing/2014/main" id="{978168B6-0CA6-417F-8469-67510450CF42}"/>
              </a:ext>
            </a:extLst>
          </p:cNvPr>
          <p:cNvGrpSpPr/>
          <p:nvPr/>
        </p:nvGrpSpPr>
        <p:grpSpPr>
          <a:xfrm>
            <a:off x="6304817" y="3173579"/>
            <a:ext cx="5016807" cy="819752"/>
            <a:chOff x="6946637" y="5443791"/>
            <a:chExt cx="5016807" cy="819752"/>
          </a:xfrm>
        </p:grpSpPr>
        <p:cxnSp>
          <p:nvCxnSpPr>
            <p:cNvPr id="83" name="Connecteur droit 82">
              <a:extLst>
                <a:ext uri="{FF2B5EF4-FFF2-40B4-BE49-F238E27FC236}">
                  <a16:creationId xmlns:a16="http://schemas.microsoft.com/office/drawing/2014/main" id="{6626060B-6BA2-465F-ABD5-12238A45DD4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083111" y="5992362"/>
              <a:ext cx="1706880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Connecteur droit 83">
              <a:extLst>
                <a:ext uri="{FF2B5EF4-FFF2-40B4-BE49-F238E27FC236}">
                  <a16:creationId xmlns:a16="http://schemas.microsoft.com/office/drawing/2014/main" id="{E24865B0-A620-4651-93DA-1818359D2E6A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8083111" y="5849746"/>
              <a:ext cx="1706881" cy="11914"/>
            </a:xfrm>
            <a:prstGeom prst="line">
              <a:avLst/>
            </a:prstGeom>
            <a:ln w="3810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Connecteur droit 84">
              <a:extLst>
                <a:ext uri="{FF2B5EF4-FFF2-40B4-BE49-F238E27FC236}">
                  <a16:creationId xmlns:a16="http://schemas.microsoft.com/office/drawing/2014/main" id="{3C6F1B33-DA86-4C98-9AA8-BB388607D3D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083111" y="5924446"/>
              <a:ext cx="1706880" cy="0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" name="Connecteur droit 86">
              <a:extLst>
                <a:ext uri="{FF2B5EF4-FFF2-40B4-BE49-F238E27FC236}">
                  <a16:creationId xmlns:a16="http://schemas.microsoft.com/office/drawing/2014/main" id="{0DDF7D57-A7EB-4453-A5B4-4CCD925DC1A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083111" y="5790609"/>
              <a:ext cx="1706880" cy="0"/>
            </a:xfrm>
            <a:prstGeom prst="line">
              <a:avLst/>
            </a:prstGeom>
            <a:ln w="381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0" name="ZoneTexte 89">
              <a:extLst>
                <a:ext uri="{FF2B5EF4-FFF2-40B4-BE49-F238E27FC236}">
                  <a16:creationId xmlns:a16="http://schemas.microsoft.com/office/drawing/2014/main" id="{5AB45A6E-BEB4-4FCA-A1DD-9FDE6C0FB9ED}"/>
                </a:ext>
              </a:extLst>
            </p:cNvPr>
            <p:cNvSpPr txBox="1"/>
            <p:nvPr/>
          </p:nvSpPr>
          <p:spPr>
            <a:xfrm>
              <a:off x="8686929" y="5534404"/>
              <a:ext cx="550151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1200" dirty="0"/>
                <a:t>?? cm</a:t>
              </a:r>
            </a:p>
          </p:txBody>
        </p:sp>
        <p:pic>
          <p:nvPicPr>
            <p:cNvPr id="37" name="Image 36">
              <a:extLst>
                <a:ext uri="{FF2B5EF4-FFF2-40B4-BE49-F238E27FC236}">
                  <a16:creationId xmlns:a16="http://schemas.microsoft.com/office/drawing/2014/main" id="{6274530C-45AB-4A40-AFA9-19B618559AC1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7" cstate="screen">
              <a:extLst>
                <a:ext uri="{BEBA8EAE-BF5A-486C-A8C5-ECC9F3942E4B}">
                  <a14:imgProps xmlns:a14="http://schemas.microsoft.com/office/drawing/2010/main">
                    <a14:imgLayer r:embed="rId8">
                      <a14:imgEffect>
                        <a14:brightnessContrast bright="40000" contrast="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 rot="157435">
              <a:off x="9658171" y="5565241"/>
              <a:ext cx="956887" cy="662416"/>
            </a:xfrm>
            <a:prstGeom prst="roundRect">
              <a:avLst>
                <a:gd name="adj" fmla="val 50000"/>
              </a:avLst>
            </a:prstGeom>
          </p:spPr>
        </p:pic>
        <p:sp>
          <p:nvSpPr>
            <p:cNvPr id="95" name="ZoneTexte 94">
              <a:extLst>
                <a:ext uri="{FF2B5EF4-FFF2-40B4-BE49-F238E27FC236}">
                  <a16:creationId xmlns:a16="http://schemas.microsoft.com/office/drawing/2014/main" id="{42C2FEFD-AC39-4D80-8FFD-D06A3ECD14C1}"/>
                </a:ext>
              </a:extLst>
            </p:cNvPr>
            <p:cNvSpPr txBox="1"/>
            <p:nvPr/>
          </p:nvSpPr>
          <p:spPr>
            <a:xfrm>
              <a:off x="11038025" y="5773189"/>
              <a:ext cx="925419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/>
                <a:t>Capteur TP</a:t>
              </a:r>
            </a:p>
          </p:txBody>
        </p:sp>
        <p:sp>
          <p:nvSpPr>
            <p:cNvPr id="184" name="ZoneTexte 183">
              <a:extLst>
                <a:ext uri="{FF2B5EF4-FFF2-40B4-BE49-F238E27FC236}">
                  <a16:creationId xmlns:a16="http://schemas.microsoft.com/office/drawing/2014/main" id="{2AEE07DE-FC56-4376-90E1-98B7536C40EE}"/>
                </a:ext>
              </a:extLst>
            </p:cNvPr>
            <p:cNvSpPr txBox="1"/>
            <p:nvPr/>
          </p:nvSpPr>
          <p:spPr>
            <a:xfrm>
              <a:off x="10571986" y="5524879"/>
              <a:ext cx="463588" cy="73866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1050" dirty="0"/>
                <a:t>3.3 V</a:t>
              </a:r>
            </a:p>
            <a:p>
              <a:r>
                <a:rPr lang="fr-FR" sz="1050" dirty="0"/>
                <a:t>SDA</a:t>
              </a:r>
            </a:p>
            <a:p>
              <a:r>
                <a:rPr lang="fr-FR" sz="1050" dirty="0"/>
                <a:t>SCL</a:t>
              </a:r>
            </a:p>
            <a:p>
              <a:r>
                <a:rPr lang="fr-FR" sz="1050" dirty="0"/>
                <a:t>GND</a:t>
              </a:r>
            </a:p>
          </p:txBody>
        </p:sp>
        <p:pic>
          <p:nvPicPr>
            <p:cNvPr id="200" name="Image 199">
              <a:extLst>
                <a:ext uri="{FF2B5EF4-FFF2-40B4-BE49-F238E27FC236}">
                  <a16:creationId xmlns:a16="http://schemas.microsoft.com/office/drawing/2014/main" id="{9D11A5CE-0F5B-410B-A91A-AB6CC1284FA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7559028" y="5443791"/>
              <a:ext cx="536184" cy="807759"/>
            </a:xfrm>
            <a:prstGeom prst="rect">
              <a:avLst/>
            </a:prstGeom>
          </p:spPr>
        </p:pic>
        <p:sp>
          <p:nvSpPr>
            <p:cNvPr id="81" name="ZoneTexte 80">
              <a:extLst>
                <a:ext uri="{FF2B5EF4-FFF2-40B4-BE49-F238E27FC236}">
                  <a16:creationId xmlns:a16="http://schemas.microsoft.com/office/drawing/2014/main" id="{15DBEEC4-7220-4601-99D9-DACE9C9A85B2}"/>
                </a:ext>
              </a:extLst>
            </p:cNvPr>
            <p:cNvSpPr txBox="1"/>
            <p:nvPr/>
          </p:nvSpPr>
          <p:spPr>
            <a:xfrm>
              <a:off x="6946637" y="5655982"/>
              <a:ext cx="657552" cy="4154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1050" dirty="0"/>
                <a:t>JST 4 pin</a:t>
              </a:r>
            </a:p>
            <a:p>
              <a:r>
                <a:rPr lang="fr-FR" sz="1050" dirty="0"/>
                <a:t>à sertir</a:t>
              </a:r>
            </a:p>
          </p:txBody>
        </p:sp>
      </p:grpSp>
      <p:sp>
        <p:nvSpPr>
          <p:cNvPr id="86" name="ZoneTexte 85">
            <a:extLst>
              <a:ext uri="{FF2B5EF4-FFF2-40B4-BE49-F238E27FC236}">
                <a16:creationId xmlns:a16="http://schemas.microsoft.com/office/drawing/2014/main" id="{CA4E5962-9920-4A6B-9ACF-AFCF1015DFA5}"/>
              </a:ext>
            </a:extLst>
          </p:cNvPr>
          <p:cNvSpPr txBox="1"/>
          <p:nvPr/>
        </p:nvSpPr>
        <p:spPr>
          <a:xfrm>
            <a:off x="5764214" y="399107"/>
            <a:ext cx="657552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50" dirty="0"/>
              <a:t>JST 2 pin</a:t>
            </a:r>
          </a:p>
          <a:p>
            <a:r>
              <a:rPr lang="fr-FR" sz="1050" dirty="0"/>
              <a:t>à sertir</a:t>
            </a:r>
          </a:p>
        </p:txBody>
      </p:sp>
      <p:grpSp>
        <p:nvGrpSpPr>
          <p:cNvPr id="12" name="Groupe 11">
            <a:extLst>
              <a:ext uri="{FF2B5EF4-FFF2-40B4-BE49-F238E27FC236}">
                <a16:creationId xmlns:a16="http://schemas.microsoft.com/office/drawing/2014/main" id="{8F5B629B-DBBA-466E-83B4-A8F73F73750C}"/>
              </a:ext>
            </a:extLst>
          </p:cNvPr>
          <p:cNvGrpSpPr/>
          <p:nvPr/>
        </p:nvGrpSpPr>
        <p:grpSpPr>
          <a:xfrm>
            <a:off x="398514" y="261469"/>
            <a:ext cx="4779711" cy="1675008"/>
            <a:chOff x="29261" y="40461"/>
            <a:chExt cx="4779711" cy="1675008"/>
          </a:xfrm>
        </p:grpSpPr>
        <p:pic>
          <p:nvPicPr>
            <p:cNvPr id="8" name="Image 7">
              <a:extLst>
                <a:ext uri="{FF2B5EF4-FFF2-40B4-BE49-F238E27FC236}">
                  <a16:creationId xmlns:a16="http://schemas.microsoft.com/office/drawing/2014/main" id="{1BFA0EE2-B302-4039-B9AB-5EA0CF5AB98E}"/>
                </a:ext>
              </a:extLst>
            </p:cNvPr>
            <p:cNvPicPr>
              <a:picLocks noChangeAspect="1"/>
            </p:cNvPicPr>
            <p:nvPr/>
          </p:nvPicPr>
          <p:blipFill>
            <a:blip r:embed="rId9" cstate="screen">
              <a:clrChange>
                <a:clrFrom>
                  <a:srgbClr val="FEFEFC"/>
                </a:clrFrom>
                <a:clrTo>
                  <a:srgbClr val="FEFEFC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 rot="5400000">
              <a:off x="2397364" y="172637"/>
              <a:ext cx="219431" cy="627942"/>
            </a:xfrm>
            <a:prstGeom prst="rect">
              <a:avLst/>
            </a:prstGeom>
          </p:spPr>
        </p:pic>
        <p:grpSp>
          <p:nvGrpSpPr>
            <p:cNvPr id="6" name="Groupe 5">
              <a:extLst>
                <a:ext uri="{FF2B5EF4-FFF2-40B4-BE49-F238E27FC236}">
                  <a16:creationId xmlns:a16="http://schemas.microsoft.com/office/drawing/2014/main" id="{4F7C1FC2-FEF2-465F-B652-C173E2CC0719}"/>
                </a:ext>
              </a:extLst>
            </p:cNvPr>
            <p:cNvGrpSpPr/>
            <p:nvPr/>
          </p:nvGrpSpPr>
          <p:grpSpPr>
            <a:xfrm>
              <a:off x="29261" y="40461"/>
              <a:ext cx="2307061" cy="1473593"/>
              <a:chOff x="98197" y="211222"/>
              <a:chExt cx="2307061" cy="1473593"/>
            </a:xfrm>
          </p:grpSpPr>
          <p:cxnSp>
            <p:nvCxnSpPr>
              <p:cNvPr id="187" name="Connecteur droit 186">
                <a:extLst>
                  <a:ext uri="{FF2B5EF4-FFF2-40B4-BE49-F238E27FC236}">
                    <a16:creationId xmlns:a16="http://schemas.microsoft.com/office/drawing/2014/main" id="{1DB0F15E-6F3B-4308-9954-B532E785C021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06424" y="599871"/>
                <a:ext cx="1798834" cy="752"/>
              </a:xfrm>
              <a:prstGeom prst="line">
                <a:avLst/>
              </a:prstGeom>
              <a:ln w="57150">
                <a:solidFill>
                  <a:schemeClr val="bg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8" name="Connecteur droit 187">
                <a:extLst>
                  <a:ext uri="{FF2B5EF4-FFF2-40B4-BE49-F238E27FC236}">
                    <a16:creationId xmlns:a16="http://schemas.microsoft.com/office/drawing/2014/main" id="{330DBA4C-A3EB-4D09-8BED-D76C53FD65E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999139" y="707074"/>
                <a:ext cx="1406119" cy="0"/>
              </a:xfrm>
              <a:prstGeom prst="line">
                <a:avLst/>
              </a:prstGeom>
              <a:ln w="57150">
                <a:solidFill>
                  <a:schemeClr val="bg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89" name="ZoneTexte 188">
                <a:extLst>
                  <a:ext uri="{FF2B5EF4-FFF2-40B4-BE49-F238E27FC236}">
                    <a16:creationId xmlns:a16="http://schemas.microsoft.com/office/drawing/2014/main" id="{5454EF1F-560A-428D-9AFF-167388C4DBEE}"/>
                  </a:ext>
                </a:extLst>
              </p:cNvPr>
              <p:cNvSpPr txBox="1"/>
              <p:nvPr/>
            </p:nvSpPr>
            <p:spPr>
              <a:xfrm>
                <a:off x="1674260" y="343912"/>
                <a:ext cx="550151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fr-FR" sz="1200" dirty="0"/>
                  <a:t>?? cm</a:t>
                </a:r>
              </a:p>
            </p:txBody>
          </p:sp>
          <p:pic>
            <p:nvPicPr>
              <p:cNvPr id="186" name="Image 185">
                <a:extLst>
                  <a:ext uri="{FF2B5EF4-FFF2-40B4-BE49-F238E27FC236}">
                    <a16:creationId xmlns:a16="http://schemas.microsoft.com/office/drawing/2014/main" id="{6343795C-9039-4308-BCAD-AB5D4A9687AD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2" cstate="screen">
                <a:grayscl/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/>
            </p:blipFill>
            <p:spPr>
              <a:xfrm>
                <a:off x="98197" y="211222"/>
                <a:ext cx="1407191" cy="860777"/>
              </a:xfrm>
              <a:prstGeom prst="roundRect">
                <a:avLst>
                  <a:gd name="adj" fmla="val 18052"/>
                </a:avLst>
              </a:prstGeom>
            </p:spPr>
          </p:pic>
          <p:sp>
            <p:nvSpPr>
              <p:cNvPr id="190" name="ZoneTexte 189">
                <a:extLst>
                  <a:ext uri="{FF2B5EF4-FFF2-40B4-BE49-F238E27FC236}">
                    <a16:creationId xmlns:a16="http://schemas.microsoft.com/office/drawing/2014/main" id="{09C466DD-CD7A-4F02-8999-6AB727C51BD9}"/>
                  </a:ext>
                </a:extLst>
              </p:cNvPr>
              <p:cNvSpPr txBox="1"/>
              <p:nvPr/>
            </p:nvSpPr>
            <p:spPr>
              <a:xfrm>
                <a:off x="120067" y="1038484"/>
                <a:ext cx="1295821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FR" sz="1200" b="1" dirty="0"/>
                  <a:t>Interrupteur magnétique</a:t>
                </a:r>
              </a:p>
              <a:p>
                <a:r>
                  <a:rPr lang="fr-FR" sz="1200" dirty="0"/>
                  <a:t>tape avant</a:t>
                </a:r>
                <a:endParaRPr lang="fr-FR" sz="1050" dirty="0"/>
              </a:p>
            </p:txBody>
          </p:sp>
        </p:grpSp>
        <p:sp>
          <p:nvSpPr>
            <p:cNvPr id="10" name="ZoneTexte 9">
              <a:extLst>
                <a:ext uri="{FF2B5EF4-FFF2-40B4-BE49-F238E27FC236}">
                  <a16:creationId xmlns:a16="http://schemas.microsoft.com/office/drawing/2014/main" id="{510D1AFE-BB43-4202-9B72-9BFFDF5AC7EA}"/>
                </a:ext>
              </a:extLst>
            </p:cNvPr>
            <p:cNvSpPr txBox="1"/>
            <p:nvPr/>
          </p:nvSpPr>
          <p:spPr>
            <a:xfrm>
              <a:off x="2097119" y="563749"/>
              <a:ext cx="54694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800" dirty="0"/>
                <a:t>2 pins</a:t>
              </a:r>
            </a:p>
            <a:p>
              <a:r>
                <a:rPr lang="fr-FR" sz="800" dirty="0"/>
                <a:t>à souder</a:t>
              </a:r>
            </a:p>
          </p:txBody>
        </p:sp>
        <p:sp>
          <p:nvSpPr>
            <p:cNvPr id="23" name="Forme libre : forme 22">
              <a:extLst>
                <a:ext uri="{FF2B5EF4-FFF2-40B4-BE49-F238E27FC236}">
                  <a16:creationId xmlns:a16="http://schemas.microsoft.com/office/drawing/2014/main" id="{8D2BE595-0091-47D5-AC6F-150EA68C8A8D}"/>
                </a:ext>
              </a:extLst>
            </p:cNvPr>
            <p:cNvSpPr/>
            <p:nvPr/>
          </p:nvSpPr>
          <p:spPr>
            <a:xfrm>
              <a:off x="1301250" y="460664"/>
              <a:ext cx="2047932" cy="856605"/>
            </a:xfrm>
            <a:custGeom>
              <a:avLst/>
              <a:gdLst>
                <a:gd name="connsiteX0" fmla="*/ 241702 w 2145435"/>
                <a:gd name="connsiteY0" fmla="*/ 1015663 h 1015663"/>
                <a:gd name="connsiteX1" fmla="*/ 1753 w 2145435"/>
                <a:gd name="connsiteY1" fmla="*/ 866505 h 1015663"/>
                <a:gd name="connsiteX2" fmla="*/ 351949 w 2145435"/>
                <a:gd name="connsiteY2" fmla="*/ 594131 h 1015663"/>
                <a:gd name="connsiteX3" fmla="*/ 1421992 w 2145435"/>
                <a:gd name="connsiteY3" fmla="*/ 639527 h 1015663"/>
                <a:gd name="connsiteX4" fmla="*/ 1992681 w 2145435"/>
                <a:gd name="connsiteY4" fmla="*/ 516310 h 1015663"/>
                <a:gd name="connsiteX5" fmla="*/ 2122383 w 2145435"/>
                <a:gd name="connsiteY5" fmla="*/ 49382 h 1015663"/>
                <a:gd name="connsiteX6" fmla="*/ 1610060 w 2145435"/>
                <a:gd name="connsiteY6" fmla="*/ 36412 h 10156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145435" h="1015663">
                  <a:moveTo>
                    <a:pt x="241702" y="1015663"/>
                  </a:moveTo>
                  <a:cubicBezTo>
                    <a:pt x="112540" y="976211"/>
                    <a:pt x="-16621" y="936760"/>
                    <a:pt x="1753" y="866505"/>
                  </a:cubicBezTo>
                  <a:cubicBezTo>
                    <a:pt x="20127" y="796250"/>
                    <a:pt x="115242" y="631961"/>
                    <a:pt x="351949" y="594131"/>
                  </a:cubicBezTo>
                  <a:cubicBezTo>
                    <a:pt x="588656" y="556301"/>
                    <a:pt x="1148537" y="652497"/>
                    <a:pt x="1421992" y="639527"/>
                  </a:cubicBezTo>
                  <a:cubicBezTo>
                    <a:pt x="1695447" y="626557"/>
                    <a:pt x="1875949" y="614667"/>
                    <a:pt x="1992681" y="516310"/>
                  </a:cubicBezTo>
                  <a:cubicBezTo>
                    <a:pt x="2109413" y="417953"/>
                    <a:pt x="2186153" y="129365"/>
                    <a:pt x="2122383" y="49382"/>
                  </a:cubicBezTo>
                  <a:cubicBezTo>
                    <a:pt x="2058613" y="-30601"/>
                    <a:pt x="1834336" y="2905"/>
                    <a:pt x="1610060" y="36412"/>
                  </a:cubicBezTo>
                </a:path>
              </a:pathLst>
            </a:custGeom>
            <a:noFill/>
            <a:ln w="9525"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grpSp>
          <p:nvGrpSpPr>
            <p:cNvPr id="25" name="Groupe 24">
              <a:extLst>
                <a:ext uri="{FF2B5EF4-FFF2-40B4-BE49-F238E27FC236}">
                  <a16:creationId xmlns:a16="http://schemas.microsoft.com/office/drawing/2014/main" id="{C4C14C3D-0BD6-400F-89ED-92C3DC3F499E}"/>
                </a:ext>
              </a:extLst>
            </p:cNvPr>
            <p:cNvGrpSpPr/>
            <p:nvPr/>
          </p:nvGrpSpPr>
          <p:grpSpPr>
            <a:xfrm>
              <a:off x="1629740" y="1115827"/>
              <a:ext cx="3062087" cy="599642"/>
              <a:chOff x="1727520" y="1276074"/>
              <a:chExt cx="3062087" cy="599642"/>
            </a:xfrm>
          </p:grpSpPr>
          <p:grpSp>
            <p:nvGrpSpPr>
              <p:cNvPr id="22" name="Groupe 21">
                <a:extLst>
                  <a:ext uri="{FF2B5EF4-FFF2-40B4-BE49-F238E27FC236}">
                    <a16:creationId xmlns:a16="http://schemas.microsoft.com/office/drawing/2014/main" id="{08340108-B9CD-4C46-9780-FE51842315CF}"/>
                  </a:ext>
                </a:extLst>
              </p:cNvPr>
              <p:cNvGrpSpPr/>
              <p:nvPr/>
            </p:nvGrpSpPr>
            <p:grpSpPr>
              <a:xfrm>
                <a:off x="1727520" y="1276074"/>
                <a:ext cx="3062087" cy="548916"/>
                <a:chOff x="1681548" y="1119092"/>
                <a:chExt cx="3062087" cy="548916"/>
              </a:xfrm>
            </p:grpSpPr>
            <p:cxnSp>
              <p:nvCxnSpPr>
                <p:cNvPr id="89" name="Connecteur droit 88">
                  <a:extLst>
                    <a:ext uri="{FF2B5EF4-FFF2-40B4-BE49-F238E27FC236}">
                      <a16:creationId xmlns:a16="http://schemas.microsoft.com/office/drawing/2014/main" id="{EF2E669A-A476-4022-BD81-181F9A8698D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1793479" y="1369055"/>
                  <a:ext cx="2729670" cy="0"/>
                </a:xfrm>
                <a:prstGeom prst="line">
                  <a:avLst/>
                </a:prstGeom>
                <a:ln w="57150">
                  <a:solidFill>
                    <a:schemeClr val="bg2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1" name="Connecteur droit 90">
                  <a:extLst>
                    <a:ext uri="{FF2B5EF4-FFF2-40B4-BE49-F238E27FC236}">
                      <a16:creationId xmlns:a16="http://schemas.microsoft.com/office/drawing/2014/main" id="{A80092D0-FC3F-46EE-8CD4-5C7957A7087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1796370" y="1455473"/>
                  <a:ext cx="2729670" cy="0"/>
                </a:xfrm>
                <a:prstGeom prst="line">
                  <a:avLst/>
                </a:prstGeom>
                <a:ln w="57150">
                  <a:solidFill>
                    <a:schemeClr val="bg2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pic>
              <p:nvPicPr>
                <p:cNvPr id="88" name="Image 87">
                  <a:extLst>
                    <a:ext uri="{FF2B5EF4-FFF2-40B4-BE49-F238E27FC236}">
                      <a16:creationId xmlns:a16="http://schemas.microsoft.com/office/drawing/2014/main" id="{9B766421-3A36-49FD-A794-49A533CBCE5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 rotWithShape="1">
                <a:blip r:embed="rId3" cstate="screen">
                  <a:extLst>
                    <a:ext uri="{BEBA8EAE-BF5A-486C-A8C5-ECC9F3942E4B}">
                      <a14:imgProps xmlns:a14="http://schemas.microsoft.com/office/drawing/2010/main">
                        <a14:imgLayer r:embed="rId4">
                          <a14:imgEffect>
                            <a14:saturation sat="33000"/>
                          </a14:imgEffect>
                          <a14:imgEffect>
                            <a14:brightnessContrast bright="20000" contrast="-4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/>
                    </a:ext>
                  </a:extLst>
                </a:blip>
                <a:srcRect/>
                <a:stretch/>
              </p:blipFill>
              <p:spPr>
                <a:xfrm rot="10800000">
                  <a:off x="1681548" y="1162243"/>
                  <a:ext cx="487633" cy="491111"/>
                </a:xfrm>
                <a:prstGeom prst="rect">
                  <a:avLst/>
                </a:prstGeom>
              </p:spPr>
            </p:pic>
            <p:pic>
              <p:nvPicPr>
                <p:cNvPr id="92" name="Image 91">
                  <a:extLst>
                    <a:ext uri="{FF2B5EF4-FFF2-40B4-BE49-F238E27FC236}">
                      <a16:creationId xmlns:a16="http://schemas.microsoft.com/office/drawing/2014/main" id="{966B22B3-CFA0-4C6E-8E73-B53CC1F2372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 rotWithShape="1">
                <a:blip r:embed="rId3" cstate="screen">
                  <a:extLst>
                    <a:ext uri="{BEBA8EAE-BF5A-486C-A8C5-ECC9F3942E4B}">
                      <a14:imgProps xmlns:a14="http://schemas.microsoft.com/office/drawing/2010/main">
                        <a14:imgLayer r:embed="rId4">
                          <a14:imgEffect>
                            <a14:saturation sat="33000"/>
                          </a14:imgEffect>
                          <a14:imgEffect>
                            <a14:brightnessContrast bright="20000" contrast="-4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/>
                    </a:ext>
                  </a:extLst>
                </a:blip>
                <a:srcRect/>
                <a:stretch/>
              </p:blipFill>
              <p:spPr>
                <a:xfrm rot="10800000" flipH="1">
                  <a:off x="4256001" y="1176897"/>
                  <a:ext cx="487634" cy="491111"/>
                </a:xfrm>
                <a:prstGeom prst="rect">
                  <a:avLst/>
                </a:prstGeom>
              </p:spPr>
            </p:pic>
            <p:sp>
              <p:nvSpPr>
                <p:cNvPr id="93" name="ZoneTexte 92">
                  <a:extLst>
                    <a:ext uri="{FF2B5EF4-FFF2-40B4-BE49-F238E27FC236}">
                      <a16:creationId xmlns:a16="http://schemas.microsoft.com/office/drawing/2014/main" id="{A45D37F2-4B26-4DE6-B669-798439051F30}"/>
                    </a:ext>
                  </a:extLst>
                </p:cNvPr>
                <p:cNvSpPr txBox="1"/>
                <p:nvPr/>
              </p:nvSpPr>
              <p:spPr>
                <a:xfrm>
                  <a:off x="2956687" y="1119092"/>
                  <a:ext cx="550151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fr-FR" sz="1200" dirty="0"/>
                    <a:t>?? cm</a:t>
                  </a:r>
                </a:p>
              </p:txBody>
            </p:sp>
          </p:grpSp>
          <p:sp>
            <p:nvSpPr>
              <p:cNvPr id="24" name="ZoneTexte 23">
                <a:extLst>
                  <a:ext uri="{FF2B5EF4-FFF2-40B4-BE49-F238E27FC236}">
                    <a16:creationId xmlns:a16="http://schemas.microsoft.com/office/drawing/2014/main" id="{213F2E61-C236-4DE6-AC5C-D245E788315F}"/>
                  </a:ext>
                </a:extLst>
              </p:cNvPr>
              <p:cNvSpPr txBox="1"/>
              <p:nvPr/>
            </p:nvSpPr>
            <p:spPr>
              <a:xfrm>
                <a:off x="2190215" y="1614106"/>
                <a:ext cx="2137124" cy="2616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fr-FR" sz="1100" dirty="0"/>
                  <a:t>Rallonge interrupteur magnétique</a:t>
                </a:r>
              </a:p>
            </p:txBody>
          </p:sp>
        </p:grpSp>
        <p:sp>
          <p:nvSpPr>
            <p:cNvPr id="163" name="ZoneTexte 162">
              <a:extLst>
                <a:ext uri="{FF2B5EF4-FFF2-40B4-BE49-F238E27FC236}">
                  <a16:creationId xmlns:a16="http://schemas.microsoft.com/office/drawing/2014/main" id="{2D28279B-FD5F-44EE-A5DF-A50E6EDD4336}"/>
                </a:ext>
              </a:extLst>
            </p:cNvPr>
            <p:cNvSpPr txBox="1"/>
            <p:nvPr/>
          </p:nvSpPr>
          <p:spPr>
            <a:xfrm>
              <a:off x="1055921" y="1287709"/>
              <a:ext cx="657552" cy="4154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1050" dirty="0"/>
                <a:t>JST 2 pin</a:t>
              </a:r>
            </a:p>
            <a:p>
              <a:r>
                <a:rPr lang="fr-FR" sz="1050" dirty="0"/>
                <a:t>à sertir</a:t>
              </a:r>
            </a:p>
          </p:txBody>
        </p:sp>
        <p:sp>
          <p:nvSpPr>
            <p:cNvPr id="170" name="ZoneTexte 169">
              <a:extLst>
                <a:ext uri="{FF2B5EF4-FFF2-40B4-BE49-F238E27FC236}">
                  <a16:creationId xmlns:a16="http://schemas.microsoft.com/office/drawing/2014/main" id="{20D38F05-9816-416B-AED8-4DA945C6404D}"/>
                </a:ext>
              </a:extLst>
            </p:cNvPr>
            <p:cNvSpPr txBox="1"/>
            <p:nvPr/>
          </p:nvSpPr>
          <p:spPr>
            <a:xfrm>
              <a:off x="4151420" y="820840"/>
              <a:ext cx="657552" cy="4154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1050" dirty="0"/>
                <a:t>JST 2 pin</a:t>
              </a:r>
            </a:p>
            <a:p>
              <a:r>
                <a:rPr lang="fr-FR" sz="1050" dirty="0"/>
                <a:t>à sertir</a:t>
              </a:r>
            </a:p>
          </p:txBody>
        </p:sp>
      </p:grpSp>
      <p:grpSp>
        <p:nvGrpSpPr>
          <p:cNvPr id="219" name="Groupe 218">
            <a:extLst>
              <a:ext uri="{FF2B5EF4-FFF2-40B4-BE49-F238E27FC236}">
                <a16:creationId xmlns:a16="http://schemas.microsoft.com/office/drawing/2014/main" id="{6E745991-5D9E-43A1-BC94-E3CF9447FC06}"/>
              </a:ext>
            </a:extLst>
          </p:cNvPr>
          <p:cNvGrpSpPr/>
          <p:nvPr/>
        </p:nvGrpSpPr>
        <p:grpSpPr>
          <a:xfrm>
            <a:off x="1974577" y="4589342"/>
            <a:ext cx="4902630" cy="685879"/>
            <a:chOff x="4359459" y="1793621"/>
            <a:chExt cx="4902630" cy="685879"/>
          </a:xfrm>
        </p:grpSpPr>
        <p:sp>
          <p:nvSpPr>
            <p:cNvPr id="220" name="ZoneTexte 219">
              <a:extLst>
                <a:ext uri="{FF2B5EF4-FFF2-40B4-BE49-F238E27FC236}">
                  <a16:creationId xmlns:a16="http://schemas.microsoft.com/office/drawing/2014/main" id="{3BD363DD-698D-4526-817A-87B09798C119}"/>
                </a:ext>
              </a:extLst>
            </p:cNvPr>
            <p:cNvSpPr txBox="1"/>
            <p:nvPr/>
          </p:nvSpPr>
          <p:spPr>
            <a:xfrm>
              <a:off x="6252948" y="1793621"/>
              <a:ext cx="550151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1200" dirty="0"/>
                <a:t>?? cm</a:t>
              </a:r>
            </a:p>
          </p:txBody>
        </p:sp>
        <p:pic>
          <p:nvPicPr>
            <p:cNvPr id="221" name="Image 220">
              <a:extLst>
                <a:ext uri="{FF2B5EF4-FFF2-40B4-BE49-F238E27FC236}">
                  <a16:creationId xmlns:a16="http://schemas.microsoft.com/office/drawing/2014/main" id="{69E5D3E9-04C6-4C64-A8FF-64A3AB56DBF6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5654576" y="2008757"/>
              <a:ext cx="1596861" cy="338354"/>
            </a:xfrm>
            <a:prstGeom prst="rect">
              <a:avLst/>
            </a:prstGeom>
          </p:spPr>
        </p:pic>
        <p:pic>
          <p:nvPicPr>
            <p:cNvPr id="222" name="Image 221">
              <a:extLst>
                <a:ext uri="{FF2B5EF4-FFF2-40B4-BE49-F238E27FC236}">
                  <a16:creationId xmlns:a16="http://schemas.microsoft.com/office/drawing/2014/main" id="{6F78EEC8-21D9-40EA-9107-D19084278DC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1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7151634" y="1879211"/>
              <a:ext cx="820420" cy="600289"/>
            </a:xfrm>
            <a:prstGeom prst="roundRect">
              <a:avLst>
                <a:gd name="adj" fmla="val 50000"/>
              </a:avLst>
            </a:prstGeom>
          </p:spPr>
        </p:pic>
        <p:sp>
          <p:nvSpPr>
            <p:cNvPr id="223" name="ZoneTexte 222">
              <a:extLst>
                <a:ext uri="{FF2B5EF4-FFF2-40B4-BE49-F238E27FC236}">
                  <a16:creationId xmlns:a16="http://schemas.microsoft.com/office/drawing/2014/main" id="{27435793-2A3C-4BD8-9A0D-88AB957BAB8C}"/>
                </a:ext>
              </a:extLst>
            </p:cNvPr>
            <p:cNvSpPr txBox="1"/>
            <p:nvPr/>
          </p:nvSpPr>
          <p:spPr>
            <a:xfrm>
              <a:off x="8493630" y="1975330"/>
              <a:ext cx="768459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/>
                <a:t>Echange données</a:t>
              </a:r>
            </a:p>
          </p:txBody>
        </p:sp>
        <p:sp>
          <p:nvSpPr>
            <p:cNvPr id="224" name="ZoneTexte 223">
              <a:extLst>
                <a:ext uri="{FF2B5EF4-FFF2-40B4-BE49-F238E27FC236}">
                  <a16:creationId xmlns:a16="http://schemas.microsoft.com/office/drawing/2014/main" id="{38959CD0-B66F-4FA7-A500-8CFFC871EEC4}"/>
                </a:ext>
              </a:extLst>
            </p:cNvPr>
            <p:cNvSpPr txBox="1"/>
            <p:nvPr/>
          </p:nvSpPr>
          <p:spPr>
            <a:xfrm>
              <a:off x="7943479" y="2034964"/>
              <a:ext cx="455574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1050" dirty="0"/>
                <a:t>8 pin</a:t>
              </a:r>
            </a:p>
          </p:txBody>
        </p:sp>
        <p:pic>
          <p:nvPicPr>
            <p:cNvPr id="225" name="Image 224">
              <a:extLst>
                <a:ext uri="{FF2B5EF4-FFF2-40B4-BE49-F238E27FC236}">
                  <a16:creationId xmlns:a16="http://schemas.microsoft.com/office/drawing/2014/main" id="{2882A1C4-5B62-45F6-AC8C-DFFEE4FDD515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 rot="5400000">
              <a:off x="4999093" y="1729314"/>
              <a:ext cx="468868" cy="870284"/>
            </a:xfrm>
            <a:prstGeom prst="rect">
              <a:avLst/>
            </a:prstGeom>
          </p:spPr>
        </p:pic>
        <p:sp>
          <p:nvSpPr>
            <p:cNvPr id="226" name="ZoneTexte 225">
              <a:extLst>
                <a:ext uri="{FF2B5EF4-FFF2-40B4-BE49-F238E27FC236}">
                  <a16:creationId xmlns:a16="http://schemas.microsoft.com/office/drawing/2014/main" id="{F0B289F3-0432-42CD-92A8-A31918FEABAA}"/>
                </a:ext>
              </a:extLst>
            </p:cNvPr>
            <p:cNvSpPr txBox="1"/>
            <p:nvPr/>
          </p:nvSpPr>
          <p:spPr>
            <a:xfrm>
              <a:off x="4359459" y="2037498"/>
              <a:ext cx="567784" cy="4154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1050" dirty="0"/>
                <a:t>RJ 45</a:t>
              </a:r>
            </a:p>
            <a:p>
              <a:r>
                <a:rPr lang="fr-FR" sz="1050" dirty="0"/>
                <a:t>à sertir</a:t>
              </a:r>
            </a:p>
          </p:txBody>
        </p:sp>
      </p:grpSp>
      <p:sp>
        <p:nvSpPr>
          <p:cNvPr id="2" name="ZoneTexte 1">
            <a:extLst>
              <a:ext uri="{FF2B5EF4-FFF2-40B4-BE49-F238E27FC236}">
                <a16:creationId xmlns:a16="http://schemas.microsoft.com/office/drawing/2014/main" id="{4009E9C2-635B-4BD6-B344-E885A55EDB56}"/>
              </a:ext>
            </a:extLst>
          </p:cNvPr>
          <p:cNvSpPr txBox="1"/>
          <p:nvPr/>
        </p:nvSpPr>
        <p:spPr>
          <a:xfrm>
            <a:off x="6131560" y="6036364"/>
            <a:ext cx="601389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800" b="1" dirty="0"/>
              <a:t>Connectiques internes v3.5 &amp; v6 stéréo</a:t>
            </a:r>
          </a:p>
        </p:txBody>
      </p:sp>
      <p:grpSp>
        <p:nvGrpSpPr>
          <p:cNvPr id="5" name="Groupe 4">
            <a:extLst>
              <a:ext uri="{FF2B5EF4-FFF2-40B4-BE49-F238E27FC236}">
                <a16:creationId xmlns:a16="http://schemas.microsoft.com/office/drawing/2014/main" id="{B091B99B-0354-45E4-BC5C-5237456B58D2}"/>
              </a:ext>
            </a:extLst>
          </p:cNvPr>
          <p:cNvGrpSpPr/>
          <p:nvPr/>
        </p:nvGrpSpPr>
        <p:grpSpPr>
          <a:xfrm>
            <a:off x="13270" y="2455924"/>
            <a:ext cx="5652239" cy="1412192"/>
            <a:chOff x="234945" y="2382623"/>
            <a:chExt cx="5652239" cy="1412192"/>
          </a:xfrm>
        </p:grpSpPr>
        <p:grpSp>
          <p:nvGrpSpPr>
            <p:cNvPr id="36" name="Groupe 35">
              <a:extLst>
                <a:ext uri="{FF2B5EF4-FFF2-40B4-BE49-F238E27FC236}">
                  <a16:creationId xmlns:a16="http://schemas.microsoft.com/office/drawing/2014/main" id="{EB84963A-5109-4145-B652-0C39D187DDE6}"/>
                </a:ext>
              </a:extLst>
            </p:cNvPr>
            <p:cNvGrpSpPr/>
            <p:nvPr/>
          </p:nvGrpSpPr>
          <p:grpSpPr>
            <a:xfrm>
              <a:off x="234945" y="2382623"/>
              <a:ext cx="4636256" cy="1412192"/>
              <a:chOff x="434897" y="2426564"/>
              <a:chExt cx="4636256" cy="1412192"/>
            </a:xfrm>
          </p:grpSpPr>
          <p:grpSp>
            <p:nvGrpSpPr>
              <p:cNvPr id="77" name="Groupe 76">
                <a:extLst>
                  <a:ext uri="{FF2B5EF4-FFF2-40B4-BE49-F238E27FC236}">
                    <a16:creationId xmlns:a16="http://schemas.microsoft.com/office/drawing/2014/main" id="{08440C9C-F205-4F9A-8C2F-400D6BE2F805}"/>
                  </a:ext>
                </a:extLst>
              </p:cNvPr>
              <p:cNvGrpSpPr/>
              <p:nvPr/>
            </p:nvGrpSpPr>
            <p:grpSpPr>
              <a:xfrm>
                <a:off x="434897" y="2426564"/>
                <a:ext cx="4636256" cy="1412192"/>
                <a:chOff x="398094" y="3549623"/>
                <a:chExt cx="4636256" cy="1412192"/>
              </a:xfrm>
            </p:grpSpPr>
            <p:grpSp>
              <p:nvGrpSpPr>
                <p:cNvPr id="76" name="Groupe 75">
                  <a:extLst>
                    <a:ext uri="{FF2B5EF4-FFF2-40B4-BE49-F238E27FC236}">
                      <a16:creationId xmlns:a16="http://schemas.microsoft.com/office/drawing/2014/main" id="{42888F21-E511-4F49-8485-99D493D21E74}"/>
                    </a:ext>
                  </a:extLst>
                </p:cNvPr>
                <p:cNvGrpSpPr/>
                <p:nvPr/>
              </p:nvGrpSpPr>
              <p:grpSpPr>
                <a:xfrm>
                  <a:off x="398094" y="3549623"/>
                  <a:ext cx="4636256" cy="1412192"/>
                  <a:chOff x="139788" y="4214163"/>
                  <a:chExt cx="4636256" cy="1412192"/>
                </a:xfrm>
              </p:grpSpPr>
              <p:grpSp>
                <p:nvGrpSpPr>
                  <p:cNvPr id="74" name="Groupe 73">
                    <a:extLst>
                      <a:ext uri="{FF2B5EF4-FFF2-40B4-BE49-F238E27FC236}">
                        <a16:creationId xmlns:a16="http://schemas.microsoft.com/office/drawing/2014/main" id="{55FF3080-EEB4-401D-8A7B-F99CB7EC4EE4}"/>
                      </a:ext>
                    </a:extLst>
                  </p:cNvPr>
                  <p:cNvGrpSpPr/>
                  <p:nvPr/>
                </p:nvGrpSpPr>
                <p:grpSpPr>
                  <a:xfrm>
                    <a:off x="139788" y="4214163"/>
                    <a:ext cx="4636256" cy="1412192"/>
                    <a:chOff x="218612" y="4734455"/>
                    <a:chExt cx="4636256" cy="1412192"/>
                  </a:xfrm>
                </p:grpSpPr>
                <p:cxnSp>
                  <p:nvCxnSpPr>
                    <p:cNvPr id="123" name="Connecteur droit 122">
                      <a:extLst>
                        <a:ext uri="{FF2B5EF4-FFF2-40B4-BE49-F238E27FC236}">
                          <a16:creationId xmlns:a16="http://schemas.microsoft.com/office/drawing/2014/main" id="{16F757C8-7B19-4AE2-A779-E085E7CB6D99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H="1" flipV="1">
                      <a:off x="1435253" y="5536106"/>
                      <a:ext cx="2477524" cy="115828"/>
                    </a:xfrm>
                    <a:prstGeom prst="line">
                      <a:avLst/>
                    </a:prstGeom>
                    <a:ln w="57150">
                      <a:solidFill>
                        <a:srgbClr val="00B050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27" name="Connecteur droit 126">
                      <a:extLst>
                        <a:ext uri="{FF2B5EF4-FFF2-40B4-BE49-F238E27FC236}">
                          <a16:creationId xmlns:a16="http://schemas.microsoft.com/office/drawing/2014/main" id="{C9EE2B9B-40CC-43B5-8FD2-E0233F9BEDC0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H="1">
                      <a:off x="1489717" y="5510631"/>
                      <a:ext cx="2475547" cy="153943"/>
                    </a:xfrm>
                    <a:prstGeom prst="line">
                      <a:avLst/>
                    </a:prstGeom>
                    <a:ln w="57150">
                      <a:solidFill>
                        <a:srgbClr val="FF0000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96" name="Connecteur droit 95">
                      <a:extLst>
                        <a:ext uri="{FF2B5EF4-FFF2-40B4-BE49-F238E27FC236}">
                          <a16:creationId xmlns:a16="http://schemas.microsoft.com/office/drawing/2014/main" id="{4CC7DE74-5462-4C31-9094-A1F63E62BFFD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H="1">
                      <a:off x="1489717" y="5389517"/>
                      <a:ext cx="2490073" cy="421139"/>
                    </a:xfrm>
                    <a:prstGeom prst="line">
                      <a:avLst/>
                    </a:prstGeom>
                    <a:ln w="571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00" name="Connecteur droit 99">
                      <a:extLst>
                        <a:ext uri="{FF2B5EF4-FFF2-40B4-BE49-F238E27FC236}">
                          <a16:creationId xmlns:a16="http://schemas.microsoft.com/office/drawing/2014/main" id="{2C5FE25E-2E46-4334-B698-70601F944F1B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H="1" flipV="1">
                      <a:off x="1420318" y="5370528"/>
                      <a:ext cx="2490482" cy="399031"/>
                    </a:xfrm>
                    <a:prstGeom prst="line">
                      <a:avLst/>
                    </a:prstGeom>
                    <a:ln w="57150">
                      <a:solidFill>
                        <a:schemeClr val="bg2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pic>
                  <p:nvPicPr>
                    <p:cNvPr id="101" name="Image 100">
                      <a:extLst>
                        <a:ext uri="{FF2B5EF4-FFF2-40B4-BE49-F238E27FC236}">
                          <a16:creationId xmlns:a16="http://schemas.microsoft.com/office/drawing/2014/main" id="{8EE9D795-C766-4906-BD89-F11A2B9C3E4B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6" cstate="screen">
                      <a:extLst>
                        <a:ext uri="{28A0092B-C50C-407E-A947-70E740481C1C}">
                          <a14:useLocalDpi xmlns:a14="http://schemas.microsoft.com/office/drawing/2010/main"/>
                        </a:ext>
                      </a:extLst>
                    </a:blip>
                    <a:stretch>
                      <a:fillRect/>
                    </a:stretch>
                  </p:blipFill>
                  <p:spPr>
                    <a:xfrm>
                      <a:off x="1265533" y="5052111"/>
                      <a:ext cx="536184" cy="955385"/>
                    </a:xfrm>
                    <a:prstGeom prst="rect">
                      <a:avLst/>
                    </a:prstGeom>
                  </p:spPr>
                </p:pic>
                <p:pic>
                  <p:nvPicPr>
                    <p:cNvPr id="102" name="Image 101">
                      <a:extLst>
                        <a:ext uri="{FF2B5EF4-FFF2-40B4-BE49-F238E27FC236}">
                          <a16:creationId xmlns:a16="http://schemas.microsoft.com/office/drawing/2014/main" id="{EC4F3DF9-475E-4325-97CD-B4F549AC240A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6" cstate="screen">
                      <a:extLst>
                        <a:ext uri="{28A0092B-C50C-407E-A947-70E740481C1C}">
                          <a14:useLocalDpi xmlns:a14="http://schemas.microsoft.com/office/drawing/2010/main"/>
                        </a:ext>
                      </a:extLst>
                    </a:blip>
                    <a:stretch>
                      <a:fillRect/>
                    </a:stretch>
                  </p:blipFill>
                  <p:spPr>
                    <a:xfrm rot="10800000">
                      <a:off x="3912244" y="5198239"/>
                      <a:ext cx="536184" cy="948408"/>
                    </a:xfrm>
                    <a:prstGeom prst="rect">
                      <a:avLst/>
                    </a:prstGeom>
                  </p:spPr>
                </p:pic>
                <p:sp>
                  <p:nvSpPr>
                    <p:cNvPr id="103" name="ZoneTexte 102">
                      <a:extLst>
                        <a:ext uri="{FF2B5EF4-FFF2-40B4-BE49-F238E27FC236}">
                          <a16:creationId xmlns:a16="http://schemas.microsoft.com/office/drawing/2014/main" id="{46304FFD-7393-4908-9C7D-6F4CB924BE31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971065" y="4837396"/>
                      <a:ext cx="657552" cy="415498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fr-FR" sz="1050" dirty="0"/>
                        <a:t>JST </a:t>
                      </a:r>
                      <a:r>
                        <a:rPr lang="fr-FR" sz="1050" b="1" dirty="0"/>
                        <a:t>5</a:t>
                      </a:r>
                      <a:r>
                        <a:rPr lang="fr-FR" sz="1050" dirty="0"/>
                        <a:t> pin</a:t>
                      </a:r>
                    </a:p>
                    <a:p>
                      <a:r>
                        <a:rPr lang="fr-FR" sz="1050" dirty="0"/>
                        <a:t>à sertir</a:t>
                      </a:r>
                    </a:p>
                  </p:txBody>
                </p:sp>
                <p:sp>
                  <p:nvSpPr>
                    <p:cNvPr id="104" name="ZoneTexte 103">
                      <a:extLst>
                        <a:ext uri="{FF2B5EF4-FFF2-40B4-BE49-F238E27FC236}">
                          <a16:creationId xmlns:a16="http://schemas.microsoft.com/office/drawing/2014/main" id="{E87C2821-A309-4546-B94F-C1323A14B814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204849" y="4734455"/>
                      <a:ext cx="657552" cy="415498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fr-FR" sz="1050" dirty="0"/>
                        <a:t>JST </a:t>
                      </a:r>
                      <a:r>
                        <a:rPr lang="fr-FR" sz="1050" b="1" dirty="0"/>
                        <a:t>5</a:t>
                      </a:r>
                      <a:r>
                        <a:rPr lang="fr-FR" sz="1050" dirty="0"/>
                        <a:t> pin</a:t>
                      </a:r>
                    </a:p>
                    <a:p>
                      <a:r>
                        <a:rPr lang="fr-FR" sz="1050" dirty="0"/>
                        <a:t>à sertir</a:t>
                      </a:r>
                    </a:p>
                  </p:txBody>
                </p:sp>
                <p:sp>
                  <p:nvSpPr>
                    <p:cNvPr id="137" name="ZoneTexte 136">
                      <a:extLst>
                        <a:ext uri="{FF2B5EF4-FFF2-40B4-BE49-F238E27FC236}">
                          <a16:creationId xmlns:a16="http://schemas.microsoft.com/office/drawing/2014/main" id="{A75057A0-8475-484C-AA93-550507E14F5E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391280" y="5252451"/>
                      <a:ext cx="463588" cy="73866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fr-FR" sz="1050" dirty="0"/>
                        <a:t>GND</a:t>
                      </a:r>
                    </a:p>
                    <a:p>
                      <a:r>
                        <a:rPr lang="fr-FR" sz="1050" dirty="0"/>
                        <a:t>3.3 V</a:t>
                      </a:r>
                    </a:p>
                    <a:p>
                      <a:r>
                        <a:rPr lang="fr-FR" sz="1050" dirty="0"/>
                        <a:t>SDA</a:t>
                      </a:r>
                    </a:p>
                    <a:p>
                      <a:r>
                        <a:rPr lang="fr-FR" sz="1050" dirty="0"/>
                        <a:t>SCL</a:t>
                      </a:r>
                    </a:p>
                  </p:txBody>
                </p:sp>
                <p:sp>
                  <p:nvSpPr>
                    <p:cNvPr id="138" name="ZoneTexte 137">
                      <a:extLst>
                        <a:ext uri="{FF2B5EF4-FFF2-40B4-BE49-F238E27FC236}">
                          <a16:creationId xmlns:a16="http://schemas.microsoft.com/office/drawing/2014/main" id="{5951C2D9-C835-4084-A92E-B16A613B8480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834859" y="5237180"/>
                      <a:ext cx="439544" cy="73866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fr-FR" sz="1050" dirty="0"/>
                        <a:t>SCL</a:t>
                      </a:r>
                    </a:p>
                    <a:p>
                      <a:r>
                        <a:rPr lang="fr-FR" sz="1050" dirty="0"/>
                        <a:t>SDA</a:t>
                      </a:r>
                    </a:p>
                    <a:p>
                      <a:r>
                        <a:rPr lang="fr-FR" sz="1050" dirty="0"/>
                        <a:t>3.3V</a:t>
                      </a:r>
                    </a:p>
                    <a:p>
                      <a:r>
                        <a:rPr lang="fr-FR" sz="1050" dirty="0"/>
                        <a:t>GND</a:t>
                      </a:r>
                    </a:p>
                  </p:txBody>
                </p:sp>
                <p:sp>
                  <p:nvSpPr>
                    <p:cNvPr id="147" name="ZoneTexte 146">
                      <a:extLst>
                        <a:ext uri="{FF2B5EF4-FFF2-40B4-BE49-F238E27FC236}">
                          <a16:creationId xmlns:a16="http://schemas.microsoft.com/office/drawing/2014/main" id="{8C31F805-1617-4306-93F1-4D8E22199452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18612" y="5442749"/>
                      <a:ext cx="823748" cy="27699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fr-FR" sz="1200" b="1" dirty="0"/>
                        <a:t>Luxmètre</a:t>
                      </a:r>
                    </a:p>
                  </p:txBody>
                </p:sp>
              </p:grpSp>
              <p:sp>
                <p:nvSpPr>
                  <p:cNvPr id="150" name="ZoneTexte 149">
                    <a:extLst>
                      <a:ext uri="{FF2B5EF4-FFF2-40B4-BE49-F238E27FC236}">
                        <a16:creationId xmlns:a16="http://schemas.microsoft.com/office/drawing/2014/main" id="{6C22CD58-2FB4-41E5-A4DF-535C01D53F33}"/>
                      </a:ext>
                    </a:extLst>
                  </p:cNvPr>
                  <p:cNvSpPr txBox="1"/>
                  <p:nvPr/>
                </p:nvSpPr>
                <p:spPr>
                  <a:xfrm>
                    <a:off x="1884152" y="4547529"/>
                    <a:ext cx="1252266" cy="261610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fr-FR" sz="1100" dirty="0"/>
                      <a:t>Rallonge Luxmètre</a:t>
                    </a:r>
                  </a:p>
                </p:txBody>
              </p:sp>
            </p:grpSp>
            <p:sp>
              <p:nvSpPr>
                <p:cNvPr id="159" name="ZoneTexte 158">
                  <a:extLst>
                    <a:ext uri="{FF2B5EF4-FFF2-40B4-BE49-F238E27FC236}">
                      <a16:creationId xmlns:a16="http://schemas.microsoft.com/office/drawing/2014/main" id="{D571589D-EE58-4833-AD77-3CE5A5A90910}"/>
                    </a:ext>
                  </a:extLst>
                </p:cNvPr>
                <p:cNvSpPr txBox="1"/>
                <p:nvPr/>
              </p:nvSpPr>
              <p:spPr>
                <a:xfrm>
                  <a:off x="2596964" y="4609672"/>
                  <a:ext cx="550151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fr-FR" sz="1200" dirty="0"/>
                    <a:t>?? cm</a:t>
                  </a:r>
                </a:p>
              </p:txBody>
            </p:sp>
          </p:grpSp>
          <p:cxnSp>
            <p:nvCxnSpPr>
              <p:cNvPr id="156" name="Connecteur droit 155">
                <a:extLst>
                  <a:ext uri="{FF2B5EF4-FFF2-40B4-BE49-F238E27FC236}">
                    <a16:creationId xmlns:a16="http://schemas.microsoft.com/office/drawing/2014/main" id="{4447C034-C8D5-4738-B293-C05A5456F34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48134" y="2933332"/>
                <a:ext cx="47991" cy="93702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8" name="Connecteur droit 157">
                <a:extLst>
                  <a:ext uri="{FF2B5EF4-FFF2-40B4-BE49-F238E27FC236}">
                    <a16:creationId xmlns:a16="http://schemas.microsoft.com/office/drawing/2014/main" id="{3AA87ECB-968B-4DEB-8B6C-F081E5869D4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035785" y="2914021"/>
                <a:ext cx="80628" cy="113013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4" name="Connecteur droit 173">
                <a:extLst>
                  <a:ext uri="{FF2B5EF4-FFF2-40B4-BE49-F238E27FC236}">
                    <a16:creationId xmlns:a16="http://schemas.microsoft.com/office/drawing/2014/main" id="{933DFE06-C755-41CC-9C74-971B76DC7F4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024475" y="3563605"/>
                <a:ext cx="47991" cy="93702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5" name="Connecteur droit 174">
                <a:extLst>
                  <a:ext uri="{FF2B5EF4-FFF2-40B4-BE49-F238E27FC236}">
                    <a16:creationId xmlns:a16="http://schemas.microsoft.com/office/drawing/2014/main" id="{DA69F688-63A2-4C74-91D8-93DEF63548C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012126" y="3544294"/>
                <a:ext cx="80628" cy="113013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82" name="ZoneTexte 81">
              <a:extLst>
                <a:ext uri="{FF2B5EF4-FFF2-40B4-BE49-F238E27FC236}">
                  <a16:creationId xmlns:a16="http://schemas.microsoft.com/office/drawing/2014/main" id="{7C4B4410-CBAB-4666-82D9-0F1D2D708541}"/>
                </a:ext>
              </a:extLst>
            </p:cNvPr>
            <p:cNvSpPr txBox="1"/>
            <p:nvPr/>
          </p:nvSpPr>
          <p:spPr>
            <a:xfrm>
              <a:off x="4796860" y="2967335"/>
              <a:ext cx="109032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/>
                <a:t>Carte électronique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88546003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1010</TotalTime>
  <Words>377</Words>
  <Application>Microsoft Office PowerPoint</Application>
  <PresentationFormat>Grand écran</PresentationFormat>
  <Paragraphs>208</Paragraphs>
  <Slides>5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5</vt:i4>
      </vt:variant>
    </vt:vector>
  </HeadingPairs>
  <TitlesOfParts>
    <vt:vector size="9" baseType="lpstr">
      <vt:lpstr>Arial</vt:lpstr>
      <vt:lpstr>Calibri</vt:lpstr>
      <vt:lpstr>Calibri Light</vt:lpstr>
      <vt:lpstr>Thème Office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Olivier FAUVARQUE, Ifremer Brest PDG-REM-RDT-LDCM, 02 98 22 49 97</dc:creator>
  <cp:lastModifiedBy>Olivier FAUVARQUE</cp:lastModifiedBy>
  <cp:revision>150</cp:revision>
  <dcterms:created xsi:type="dcterms:W3CDTF">2025-12-18T17:46:54Z</dcterms:created>
  <dcterms:modified xsi:type="dcterms:W3CDTF">2026-08-23T19:55:05Z</dcterms:modified>
</cp:coreProperties>
</file>