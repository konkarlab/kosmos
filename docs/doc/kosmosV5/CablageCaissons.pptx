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0" r:id="rId5"/>
    <p:sldId id="263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4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14" autoAdjust="0"/>
    <p:restoredTop sz="94125" autoAdjust="0"/>
  </p:normalViewPr>
  <p:slideViewPr>
    <p:cSldViewPr snapToGrid="0">
      <p:cViewPr varScale="1">
        <p:scale>
          <a:sx n="117" d="100"/>
          <a:sy n="117" d="100"/>
        </p:scale>
        <p:origin x="136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02CF0-8CC4-4C11-BCD6-391DE5A56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885FA4-226C-4A93-ACB9-6961E043B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852FF2-7A08-433D-8E1D-790AC1FF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5D91CE-3F72-40B8-8A07-CDF92C27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BBD72-AB73-48D1-8B9B-55792B26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27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7003E-D4B4-48CA-BB2F-F45CAAD9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07AA9-BE1A-4693-96E9-4B79D4F7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9C4AC-ACDE-475B-88D8-6E921BDF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9C1417-5016-4E61-AF1E-1DE35D20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7C0DC1-3B62-4FD5-B5A1-89042F05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4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4828D-9F65-4FF9-AA7B-FAC2199A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EF2F66-0A3E-46F5-B8A5-12915DE0D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2B4D0-A114-4BC1-8419-D86B6D6A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A8BD1-AF0D-489A-AEF0-AAB75C8A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7BDB9-8582-43B2-A50C-C94358B5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53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7FCCB-96C4-4997-B636-CB0B6E69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BCDED-6E03-419F-8F1E-EBDA5C7C7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B9A0D1-C305-43E9-AB47-56BBBF210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EB8210-B52E-4034-948B-CD9CC123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8FF59C-4B85-4D9B-9F66-5A420688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43621-23ED-4508-A221-80AE0EB9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78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10E3C-41E5-47D0-BD3D-CB48FDCF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5A7395-CC71-47B7-91DC-966D10CA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0BFB69-D889-4633-A536-4D5B57B56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8291F4-487D-4ADE-BA6E-CF765DF40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F4CBDB-E653-4D34-8958-0E84F8972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8E1E08-7EB1-4C38-829A-CC787855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87E2DE0-325D-4C89-948D-64154ACF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81B98A-7F1C-4419-AB6C-566EBA26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92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EB557-DD1A-43A5-9003-11BD7474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1940F2-3645-48BE-A5BE-FD87D88D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A479B1-C7D7-4150-A871-B7CCA4FD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4EEE2A-34AA-4839-B923-ACEC9AD8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52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ADC5413-580D-4AD5-AD4A-BD9CE300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57C742-C47F-470C-ADEF-AB6D5488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E9EAA1-C48C-40DB-9962-1892444B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80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21DDC-4A89-4AFA-9B09-6ABEA12C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5403EB-F539-499D-8720-8AB598E3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825D9E-DF52-42B7-9E52-76DD9A5A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A17405-CBAD-4D98-809D-F306D3E8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40BA8E-74DC-4705-B7BA-4F3A9358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5ECC93-1B12-4240-8BD5-7DC3D4D7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35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BB17B-4EB7-4E7B-B686-810CF6F8F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61D8E6-CE36-4698-896B-EDDFE5C6C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C5F05-5A4B-4BAB-A19E-C88E52778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90695E-8A94-407F-9262-A111270C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EFAEBD-CA63-419E-8188-C68381A4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0CC8D8-B05C-4628-ABF5-64387DBF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40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7337D-C1CB-439D-96C0-65141615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AE3785-7353-4B0B-B4DA-4B82D2C45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3EFBD7-BBFD-4D36-A3B5-75AD9016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B97178-3384-4724-B32D-0CA49F04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457D6C-A057-4279-92BB-77CBD7FC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6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77D961-1932-4015-9B34-77A077BC7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5CE96B-FAA7-4E4F-9034-6DA0B2635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FAAD19-426A-46F4-9CF7-1DD3067C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1F64D6-CE66-482D-86B2-41B1B0B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CF31AB-3970-4309-8857-108CF558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3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482EFE-F7FB-4B82-A6D7-ED32DE91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44516E-08DA-4586-BD35-16D8EF0C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61784-D65A-4D50-85B7-BFD78EA2E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28E84-A7D2-4159-A0E1-378114FD4EA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FBFF5A-0075-4EA5-B4E3-99B3DCDA6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91DF05-B1CD-4C1E-A527-41C0B479A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72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tm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3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jpe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image" Target="../media/image11.jpeg"/><Relationship Id="rId17" Type="http://schemas.microsoft.com/office/2007/relationships/hdphoto" Target="../media/hdphoto4.wdp"/><Relationship Id="rId2" Type="http://schemas.openxmlformats.org/officeDocument/2006/relationships/image" Target="../media/image12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104">
            <a:extLst>
              <a:ext uri="{FF2B5EF4-FFF2-40B4-BE49-F238E27FC236}">
                <a16:creationId xmlns:a16="http://schemas.microsoft.com/office/drawing/2014/main" id="{C7E23AF3-C793-44EE-B6CF-4435164EB6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413185" y="4420593"/>
            <a:ext cx="748422" cy="221711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68F2C9B7-5F5F-4080-BFB8-C96F7243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13503" y="4003101"/>
            <a:ext cx="748422" cy="221711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64DD4491-08BB-411A-8D40-4932CC7525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234063" y="4219636"/>
            <a:ext cx="748422" cy="22171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2355" y="3289939"/>
            <a:ext cx="748422" cy="22372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509BB4-7BE7-49E9-B486-751D9B82F055}"/>
              </a:ext>
            </a:extLst>
          </p:cNvPr>
          <p:cNvCxnSpPr>
            <a:cxnSpLocks/>
          </p:cNvCxnSpPr>
          <p:nvPr/>
        </p:nvCxnSpPr>
        <p:spPr>
          <a:xfrm flipH="1">
            <a:off x="8816165" y="1864194"/>
            <a:ext cx="190085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876507" y="4003101"/>
            <a:ext cx="9183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9010136" y="2809310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7404154" y="2951550"/>
            <a:ext cx="33128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8100821" y="3103950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9040616" y="4522540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100821" y="4649843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 flipV="1">
            <a:off x="4008019" y="4770204"/>
            <a:ext cx="6765419" cy="3441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9040616" y="4390460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ECF7E41-52A5-4DCA-9DF6-82E636757166}"/>
              </a:ext>
            </a:extLst>
          </p:cNvPr>
          <p:cNvCxnSpPr>
            <a:cxnSpLocks/>
          </p:cNvCxnSpPr>
          <p:nvPr/>
        </p:nvCxnSpPr>
        <p:spPr>
          <a:xfrm flipH="1">
            <a:off x="7247376" y="2016794"/>
            <a:ext cx="346964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71F5A2F9-F267-4BBA-8DE7-37DFA8538DA5}"/>
              </a:ext>
            </a:extLst>
          </p:cNvPr>
          <p:cNvCxnSpPr>
            <a:cxnSpLocks/>
          </p:cNvCxnSpPr>
          <p:nvPr/>
        </p:nvCxnSpPr>
        <p:spPr>
          <a:xfrm flipH="1">
            <a:off x="7954317" y="2169194"/>
            <a:ext cx="27626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AD5D23C-688A-425A-A342-06F5C6A12CC2}"/>
              </a:ext>
            </a:extLst>
          </p:cNvPr>
          <p:cNvCxnSpPr>
            <a:cxnSpLocks/>
          </p:cNvCxnSpPr>
          <p:nvPr/>
        </p:nvCxnSpPr>
        <p:spPr>
          <a:xfrm flipH="1">
            <a:off x="1440936" y="3362889"/>
            <a:ext cx="145280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59399" y="2739457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28A8A365-14FF-47E3-962B-E6C79B23D86D}"/>
              </a:ext>
            </a:extLst>
          </p:cNvPr>
          <p:cNvSpPr/>
          <p:nvPr/>
        </p:nvSpPr>
        <p:spPr>
          <a:xfrm>
            <a:off x="4702297" y="2560270"/>
            <a:ext cx="536328" cy="871723"/>
          </a:xfrm>
          <a:custGeom>
            <a:avLst/>
            <a:gdLst>
              <a:gd name="connsiteX0" fmla="*/ 0 w 559451"/>
              <a:gd name="connsiteY0" fmla="*/ 853440 h 871656"/>
              <a:gd name="connsiteX1" fmla="*/ 294640 w 559451"/>
              <a:gd name="connsiteY1" fmla="*/ 802640 h 871656"/>
              <a:gd name="connsiteX2" fmla="*/ 518160 w 559451"/>
              <a:gd name="connsiteY2" fmla="*/ 294640 h 871656"/>
              <a:gd name="connsiteX3" fmla="*/ 558800 w 559451"/>
              <a:gd name="connsiteY3" fmla="*/ 0 h 87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51" h="871656">
                <a:moveTo>
                  <a:pt x="0" y="853440"/>
                </a:moveTo>
                <a:cubicBezTo>
                  <a:pt x="104140" y="874606"/>
                  <a:pt x="208280" y="895773"/>
                  <a:pt x="294640" y="802640"/>
                </a:cubicBezTo>
                <a:cubicBezTo>
                  <a:pt x="381000" y="709507"/>
                  <a:pt x="474133" y="428413"/>
                  <a:pt x="518160" y="294640"/>
                </a:cubicBezTo>
                <a:cubicBezTo>
                  <a:pt x="562187" y="160867"/>
                  <a:pt x="560493" y="80433"/>
                  <a:pt x="55880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20214" y="4003101"/>
            <a:ext cx="73280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36C4595F-3387-4236-AB4E-3BE7618684CC}"/>
              </a:ext>
            </a:extLst>
          </p:cNvPr>
          <p:cNvCxnSpPr>
            <a:cxnSpLocks/>
          </p:cNvCxnSpPr>
          <p:nvPr/>
        </p:nvCxnSpPr>
        <p:spPr>
          <a:xfrm flipV="1">
            <a:off x="7942001" y="2169194"/>
            <a:ext cx="12316" cy="118072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7B67730-DB5F-442E-8BF1-ACEE23A1BB71}"/>
              </a:ext>
            </a:extLst>
          </p:cNvPr>
          <p:cNvCxnSpPr>
            <a:cxnSpLocks/>
          </p:cNvCxnSpPr>
          <p:nvPr/>
        </p:nvCxnSpPr>
        <p:spPr>
          <a:xfrm flipV="1">
            <a:off x="7942001" y="3103950"/>
            <a:ext cx="158820" cy="2459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2C6C07C-DE8E-44FA-8E84-C346F94A97C4}"/>
              </a:ext>
            </a:extLst>
          </p:cNvPr>
          <p:cNvCxnSpPr>
            <a:cxnSpLocks/>
          </p:cNvCxnSpPr>
          <p:nvPr/>
        </p:nvCxnSpPr>
        <p:spPr>
          <a:xfrm flipV="1">
            <a:off x="7927206" y="3982456"/>
            <a:ext cx="0" cy="3455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745C795-C7DF-498C-8AF7-4F3BB82D7782}"/>
              </a:ext>
            </a:extLst>
          </p:cNvPr>
          <p:cNvCxnSpPr>
            <a:cxnSpLocks/>
          </p:cNvCxnSpPr>
          <p:nvPr/>
        </p:nvCxnSpPr>
        <p:spPr>
          <a:xfrm>
            <a:off x="6873800" y="4313597"/>
            <a:ext cx="1060708" cy="143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rme libre : forme 71">
            <a:extLst>
              <a:ext uri="{FF2B5EF4-FFF2-40B4-BE49-F238E27FC236}">
                <a16:creationId xmlns:a16="http://schemas.microsoft.com/office/drawing/2014/main" id="{C71FA09F-D87B-4708-9A7C-A11190125F8E}"/>
              </a:ext>
            </a:extLst>
          </p:cNvPr>
          <p:cNvSpPr/>
          <p:nvPr/>
        </p:nvSpPr>
        <p:spPr>
          <a:xfrm>
            <a:off x="4872476" y="2664294"/>
            <a:ext cx="1416050" cy="1649638"/>
          </a:xfrm>
          <a:custGeom>
            <a:avLst/>
            <a:gdLst>
              <a:gd name="connsiteX0" fmla="*/ 1416050 w 1416050"/>
              <a:gd name="connsiteY0" fmla="*/ 1644650 h 1649638"/>
              <a:gd name="connsiteX1" fmla="*/ 704850 w 1416050"/>
              <a:gd name="connsiteY1" fmla="*/ 1485900 h 1649638"/>
              <a:gd name="connsiteX2" fmla="*/ 400050 w 1416050"/>
              <a:gd name="connsiteY2" fmla="*/ 565150 h 1649638"/>
              <a:gd name="connsiteX3" fmla="*/ 133350 w 1416050"/>
              <a:gd name="connsiteY3" fmla="*/ 527050 h 1649638"/>
              <a:gd name="connsiteX4" fmla="*/ 0 w 1416050"/>
              <a:gd name="connsiteY4" fmla="*/ 0 h 164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6050" h="1649638">
                <a:moveTo>
                  <a:pt x="1416050" y="1644650"/>
                </a:moveTo>
                <a:cubicBezTo>
                  <a:pt x="1145116" y="1655233"/>
                  <a:pt x="874183" y="1665817"/>
                  <a:pt x="704850" y="1485900"/>
                </a:cubicBezTo>
                <a:cubicBezTo>
                  <a:pt x="535517" y="1305983"/>
                  <a:pt x="495300" y="724958"/>
                  <a:pt x="400050" y="565150"/>
                </a:cubicBezTo>
                <a:cubicBezTo>
                  <a:pt x="304800" y="405342"/>
                  <a:pt x="200025" y="621242"/>
                  <a:pt x="133350" y="527050"/>
                </a:cubicBezTo>
                <a:cubicBezTo>
                  <a:pt x="66675" y="432858"/>
                  <a:pt x="33337" y="21642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B5E10073-56EA-4BC9-BAA0-D1FD681EABD4}"/>
              </a:ext>
            </a:extLst>
          </p:cNvPr>
          <p:cNvCxnSpPr>
            <a:cxnSpLocks/>
          </p:cNvCxnSpPr>
          <p:nvPr/>
        </p:nvCxnSpPr>
        <p:spPr>
          <a:xfrm flipH="1" flipV="1">
            <a:off x="7960514" y="4003743"/>
            <a:ext cx="140307" cy="6610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02A71E58-B4A9-4255-8685-EBFE545ED3A0}"/>
              </a:ext>
            </a:extLst>
          </p:cNvPr>
          <p:cNvCxnSpPr>
            <a:cxnSpLocks/>
          </p:cNvCxnSpPr>
          <p:nvPr/>
        </p:nvCxnSpPr>
        <p:spPr>
          <a:xfrm>
            <a:off x="7247376" y="2016794"/>
            <a:ext cx="0" cy="1155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B215144F-E94F-4DD5-9A01-3DA261B38660}"/>
              </a:ext>
            </a:extLst>
          </p:cNvPr>
          <p:cNvCxnSpPr>
            <a:cxnSpLocks/>
          </p:cNvCxnSpPr>
          <p:nvPr/>
        </p:nvCxnSpPr>
        <p:spPr>
          <a:xfrm flipH="1">
            <a:off x="7247376" y="2951550"/>
            <a:ext cx="170969" cy="221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74ED8180-1177-4644-8E90-C55D6FFD0444}"/>
              </a:ext>
            </a:extLst>
          </p:cNvPr>
          <p:cNvCxnSpPr>
            <a:cxnSpLocks/>
          </p:cNvCxnSpPr>
          <p:nvPr/>
        </p:nvCxnSpPr>
        <p:spPr>
          <a:xfrm>
            <a:off x="7247376" y="3944374"/>
            <a:ext cx="0" cy="1480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2CE9D13B-7036-46E3-9489-53FB24ED0C9B}"/>
              </a:ext>
            </a:extLst>
          </p:cNvPr>
          <p:cNvCxnSpPr>
            <a:cxnSpLocks/>
          </p:cNvCxnSpPr>
          <p:nvPr/>
        </p:nvCxnSpPr>
        <p:spPr>
          <a:xfrm flipH="1" flipV="1">
            <a:off x="6746905" y="4092473"/>
            <a:ext cx="531747" cy="1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1AF56BF8-25C3-4696-8DED-6A770B515574}"/>
              </a:ext>
            </a:extLst>
          </p:cNvPr>
          <p:cNvSpPr/>
          <p:nvPr/>
        </p:nvSpPr>
        <p:spPr>
          <a:xfrm>
            <a:off x="5528643" y="2643127"/>
            <a:ext cx="626533" cy="1447800"/>
          </a:xfrm>
          <a:custGeom>
            <a:avLst/>
            <a:gdLst>
              <a:gd name="connsiteX0" fmla="*/ 626533 w 626533"/>
              <a:gd name="connsiteY0" fmla="*/ 1447800 h 1447800"/>
              <a:gd name="connsiteX1" fmla="*/ 127000 w 626533"/>
              <a:gd name="connsiteY1" fmla="*/ 965200 h 1447800"/>
              <a:gd name="connsiteX2" fmla="*/ 0 w 626533"/>
              <a:gd name="connsiteY2" fmla="*/ 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3" h="1447800">
                <a:moveTo>
                  <a:pt x="626533" y="1447800"/>
                </a:moveTo>
                <a:cubicBezTo>
                  <a:pt x="428977" y="1327150"/>
                  <a:pt x="231422" y="1206500"/>
                  <a:pt x="127000" y="965200"/>
                </a:cubicBezTo>
                <a:cubicBezTo>
                  <a:pt x="22578" y="723900"/>
                  <a:pt x="11289" y="36195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Forme libre : forme 105">
            <a:extLst>
              <a:ext uri="{FF2B5EF4-FFF2-40B4-BE49-F238E27FC236}">
                <a16:creationId xmlns:a16="http://schemas.microsoft.com/office/drawing/2014/main" id="{61602E57-839C-4875-A903-6C9F4E46F436}"/>
              </a:ext>
            </a:extLst>
          </p:cNvPr>
          <p:cNvSpPr/>
          <p:nvPr/>
        </p:nvSpPr>
        <p:spPr>
          <a:xfrm>
            <a:off x="5138598" y="2634661"/>
            <a:ext cx="3395711" cy="1867191"/>
          </a:xfrm>
          <a:custGeom>
            <a:avLst/>
            <a:gdLst>
              <a:gd name="connsiteX0" fmla="*/ 3395711 w 3395711"/>
              <a:gd name="connsiteY0" fmla="*/ 1862666 h 1867191"/>
              <a:gd name="connsiteX1" fmla="*/ 313845 w 3395711"/>
              <a:gd name="connsiteY1" fmla="*/ 1769533 h 1867191"/>
              <a:gd name="connsiteX2" fmla="*/ 119111 w 3395711"/>
              <a:gd name="connsiteY2" fmla="*/ 1202266 h 1867191"/>
              <a:gd name="connsiteX3" fmla="*/ 457778 w 3395711"/>
              <a:gd name="connsiteY3" fmla="*/ 1168400 h 1867191"/>
              <a:gd name="connsiteX4" fmla="*/ 771045 w 3395711"/>
              <a:gd name="connsiteY4" fmla="*/ 982133 h 1867191"/>
              <a:gd name="connsiteX5" fmla="*/ 779511 w 3395711"/>
              <a:gd name="connsiteY5" fmla="*/ 0 h 1867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5711" h="1867191">
                <a:moveTo>
                  <a:pt x="3395711" y="1862666"/>
                </a:moveTo>
                <a:cubicBezTo>
                  <a:pt x="2127828" y="1871133"/>
                  <a:pt x="859945" y="1879600"/>
                  <a:pt x="313845" y="1769533"/>
                </a:cubicBezTo>
                <a:cubicBezTo>
                  <a:pt x="-232255" y="1659466"/>
                  <a:pt x="95122" y="1302455"/>
                  <a:pt x="119111" y="1202266"/>
                </a:cubicBezTo>
                <a:cubicBezTo>
                  <a:pt x="143100" y="1102077"/>
                  <a:pt x="349122" y="1205089"/>
                  <a:pt x="457778" y="1168400"/>
                </a:cubicBezTo>
                <a:cubicBezTo>
                  <a:pt x="566434" y="1131711"/>
                  <a:pt x="717423" y="1176866"/>
                  <a:pt x="771045" y="982133"/>
                </a:cubicBezTo>
                <a:cubicBezTo>
                  <a:pt x="824667" y="787400"/>
                  <a:pt x="802089" y="393700"/>
                  <a:pt x="779511" y="0"/>
                </a:cubicBezTo>
              </a:path>
            </a:pathLst>
          </a:cu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899B8E25-8D34-447C-A7B2-BF8FBA402A9F}"/>
              </a:ext>
            </a:extLst>
          </p:cNvPr>
          <p:cNvCxnSpPr>
            <a:cxnSpLocks/>
          </p:cNvCxnSpPr>
          <p:nvPr/>
        </p:nvCxnSpPr>
        <p:spPr>
          <a:xfrm>
            <a:off x="8929157" y="4105136"/>
            <a:ext cx="111459" cy="285324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931B3CB8-2418-411C-BA12-B2C1AE6A9F5F}"/>
              </a:ext>
            </a:extLst>
          </p:cNvPr>
          <p:cNvCxnSpPr>
            <a:cxnSpLocks/>
          </p:cNvCxnSpPr>
          <p:nvPr/>
        </p:nvCxnSpPr>
        <p:spPr>
          <a:xfrm flipH="1" flipV="1">
            <a:off x="8816165" y="1856657"/>
            <a:ext cx="112992" cy="147678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387A5755-B86A-42A1-AE43-B2DA25EBEFAD}"/>
              </a:ext>
            </a:extLst>
          </p:cNvPr>
          <p:cNvCxnSpPr>
            <a:cxnSpLocks/>
          </p:cNvCxnSpPr>
          <p:nvPr/>
        </p:nvCxnSpPr>
        <p:spPr>
          <a:xfrm flipV="1">
            <a:off x="8929157" y="2823652"/>
            <a:ext cx="91793" cy="50978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338" y="505838"/>
            <a:ext cx="2651957" cy="2308291"/>
          </a:xfrm>
          <a:prstGeom prst="rect">
            <a:avLst/>
          </a:prstGeom>
        </p:spPr>
      </p:pic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970199" y="301880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2052796" y="398674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2F98B45B-1449-4B17-9836-7E24EAAA9F2D}"/>
              </a:ext>
            </a:extLst>
          </p:cNvPr>
          <p:cNvSpPr txBox="1"/>
          <p:nvPr/>
        </p:nvSpPr>
        <p:spPr>
          <a:xfrm>
            <a:off x="11416739" y="1676386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1416738" y="2643127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396237" y="4212108"/>
            <a:ext cx="3994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5V</a:t>
            </a:r>
          </a:p>
          <a:p>
            <a:r>
              <a:rPr lang="fr-FR" sz="1050" dirty="0"/>
              <a:t>12V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1DA837A8-2D65-4981-B191-C8F12BF7E75A}"/>
              </a:ext>
            </a:extLst>
          </p:cNvPr>
          <p:cNvSpPr txBox="1"/>
          <p:nvPr/>
        </p:nvSpPr>
        <p:spPr>
          <a:xfrm>
            <a:off x="740089" y="2410068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5BEF8ADB-7001-4959-9C66-88982E10E679}"/>
              </a:ext>
            </a:extLst>
          </p:cNvPr>
          <p:cNvCxnSpPr>
            <a:cxnSpLocks/>
          </p:cNvCxnSpPr>
          <p:nvPr/>
        </p:nvCxnSpPr>
        <p:spPr>
          <a:xfrm flipH="1" flipV="1">
            <a:off x="3086780" y="3401799"/>
            <a:ext cx="971740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C6378754-8B45-48FB-919B-CC31BD90D1D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8530472" y="3551972"/>
            <a:ext cx="804759" cy="329239"/>
          </a:xfrm>
          <a:prstGeom prst="rect">
            <a:avLst/>
          </a:prstGeom>
        </p:spPr>
      </p:pic>
      <p:pic>
        <p:nvPicPr>
          <p:cNvPr id="79" name="Image 78">
            <a:extLst>
              <a:ext uri="{FF2B5EF4-FFF2-40B4-BE49-F238E27FC236}">
                <a16:creationId xmlns:a16="http://schemas.microsoft.com/office/drawing/2014/main" id="{7FB33706-1C7C-4976-8494-B6047FEF0D9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567359" y="3523928"/>
            <a:ext cx="804759" cy="329239"/>
          </a:xfrm>
          <a:prstGeom prst="rect">
            <a:avLst/>
          </a:prstGeom>
        </p:spPr>
      </p:pic>
      <p:pic>
        <p:nvPicPr>
          <p:cNvPr id="80" name="Image 79">
            <a:extLst>
              <a:ext uri="{FF2B5EF4-FFF2-40B4-BE49-F238E27FC236}">
                <a16:creationId xmlns:a16="http://schemas.microsoft.com/office/drawing/2014/main" id="{8FEAE9F1-4DE0-4C6E-A64B-72385DE5E79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6845971" y="3379263"/>
            <a:ext cx="804759" cy="329239"/>
          </a:xfrm>
          <a:prstGeom prst="rect">
            <a:avLst/>
          </a:prstGeom>
        </p:spPr>
      </p:pic>
      <p:pic>
        <p:nvPicPr>
          <p:cNvPr id="81" name="Image 80">
            <a:extLst>
              <a:ext uri="{FF2B5EF4-FFF2-40B4-BE49-F238E27FC236}">
                <a16:creationId xmlns:a16="http://schemas.microsoft.com/office/drawing/2014/main" id="{7C02E0D8-A26D-4302-8805-58819020095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2694612" y="3199698"/>
            <a:ext cx="804759" cy="329239"/>
          </a:xfrm>
          <a:prstGeom prst="rect">
            <a:avLst/>
          </a:prstGeom>
        </p:spPr>
      </p:pic>
      <p:sp>
        <p:nvSpPr>
          <p:cNvPr id="59" name="ZoneTexte 58">
            <a:extLst>
              <a:ext uri="{FF2B5EF4-FFF2-40B4-BE49-F238E27FC236}">
                <a16:creationId xmlns:a16="http://schemas.microsoft.com/office/drawing/2014/main" id="{D5381FF3-4ADA-47D6-B099-8D43F2E1E70A}"/>
              </a:ext>
            </a:extLst>
          </p:cNvPr>
          <p:cNvSpPr txBox="1"/>
          <p:nvPr/>
        </p:nvSpPr>
        <p:spPr>
          <a:xfrm>
            <a:off x="9618887" y="1615275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0091657E-0E9B-43C9-BD12-A70B47F746AB}"/>
              </a:ext>
            </a:extLst>
          </p:cNvPr>
          <p:cNvSpPr txBox="1"/>
          <p:nvPr/>
        </p:nvSpPr>
        <p:spPr>
          <a:xfrm>
            <a:off x="9646888" y="2546365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20F4FB93-3809-4D13-B746-89D3361964B0}"/>
              </a:ext>
            </a:extLst>
          </p:cNvPr>
          <p:cNvSpPr txBox="1"/>
          <p:nvPr/>
        </p:nvSpPr>
        <p:spPr>
          <a:xfrm>
            <a:off x="9676215" y="4118393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AAF0D0BF-DD5F-4E0D-9716-17EA29D6BDFB}"/>
              </a:ext>
            </a:extLst>
          </p:cNvPr>
          <p:cNvSpPr txBox="1"/>
          <p:nvPr/>
        </p:nvSpPr>
        <p:spPr>
          <a:xfrm>
            <a:off x="9680646" y="3111490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10C63CB0-F08B-45ED-8BD2-D4AC2A7357A3}"/>
              </a:ext>
            </a:extLst>
          </p:cNvPr>
          <p:cNvSpPr txBox="1"/>
          <p:nvPr/>
        </p:nvSpPr>
        <p:spPr>
          <a:xfrm>
            <a:off x="9654843" y="214887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6D79D430-F941-4E54-8FA2-B3A7A168EAE3}"/>
              </a:ext>
            </a:extLst>
          </p:cNvPr>
          <p:cNvSpPr txBox="1"/>
          <p:nvPr/>
        </p:nvSpPr>
        <p:spPr>
          <a:xfrm>
            <a:off x="7979576" y="4162099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D6A1F76D-FF3A-46DA-84E7-EDE715E2641F}"/>
              </a:ext>
            </a:extLst>
          </p:cNvPr>
          <p:cNvSpPr txBox="1"/>
          <p:nvPr/>
        </p:nvSpPr>
        <p:spPr>
          <a:xfrm>
            <a:off x="7897607" y="1749926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B7D25A6F-66F1-44E0-9BBA-DFED02512AD3}"/>
              </a:ext>
            </a:extLst>
          </p:cNvPr>
          <p:cNvSpPr txBox="1"/>
          <p:nvPr/>
        </p:nvSpPr>
        <p:spPr>
          <a:xfrm>
            <a:off x="7253994" y="2699697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pic>
        <p:nvPicPr>
          <p:cNvPr id="75" name="Image 74">
            <a:extLst>
              <a:ext uri="{FF2B5EF4-FFF2-40B4-BE49-F238E27FC236}">
                <a16:creationId xmlns:a16="http://schemas.microsoft.com/office/drawing/2014/main" id="{90BE24BB-EFC0-4462-A876-C5489686A18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1904" y="2616408"/>
            <a:ext cx="796540" cy="591195"/>
          </a:xfrm>
          <a:prstGeom prst="rect">
            <a:avLst/>
          </a:prstGeom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B6C18FD8-B37C-4731-B5E1-F407062F494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04024" y="1676797"/>
            <a:ext cx="796540" cy="591195"/>
          </a:xfrm>
          <a:prstGeom prst="rect">
            <a:avLst/>
          </a:prstGeom>
        </p:spPr>
      </p:pic>
      <p:sp>
        <p:nvSpPr>
          <p:cNvPr id="77" name="ZoneTexte 76">
            <a:extLst>
              <a:ext uri="{FF2B5EF4-FFF2-40B4-BE49-F238E27FC236}">
                <a16:creationId xmlns:a16="http://schemas.microsoft.com/office/drawing/2014/main" id="{57AEEB4D-EF3A-4FF6-8882-49ACDEC4E4B7}"/>
              </a:ext>
            </a:extLst>
          </p:cNvPr>
          <p:cNvSpPr txBox="1"/>
          <p:nvPr/>
        </p:nvSpPr>
        <p:spPr>
          <a:xfrm>
            <a:off x="2101806" y="3364318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54B93BF4-B263-4B0E-918E-03967528161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2690521" y="3842167"/>
            <a:ext cx="804759" cy="329239"/>
          </a:xfrm>
          <a:prstGeom prst="rect">
            <a:avLst/>
          </a:prstGeom>
        </p:spPr>
      </p:pic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F82FDA02-557B-492A-B1A2-F81723501A9B}"/>
              </a:ext>
            </a:extLst>
          </p:cNvPr>
          <p:cNvCxnSpPr>
            <a:cxnSpLocks/>
          </p:cNvCxnSpPr>
          <p:nvPr/>
        </p:nvCxnSpPr>
        <p:spPr>
          <a:xfrm flipV="1">
            <a:off x="4030520" y="3982984"/>
            <a:ext cx="1" cy="80866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ZoneTexte 84">
            <a:extLst>
              <a:ext uri="{FF2B5EF4-FFF2-40B4-BE49-F238E27FC236}">
                <a16:creationId xmlns:a16="http://schemas.microsoft.com/office/drawing/2014/main" id="{66C841A7-AA42-489E-A3EF-8792CEFCA57E}"/>
              </a:ext>
            </a:extLst>
          </p:cNvPr>
          <p:cNvSpPr txBox="1"/>
          <p:nvPr/>
        </p:nvSpPr>
        <p:spPr>
          <a:xfrm>
            <a:off x="2105800" y="3749721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9DEC145D-97FE-46BD-8B4E-3AE1049CD213}"/>
              </a:ext>
            </a:extLst>
          </p:cNvPr>
          <p:cNvSpPr txBox="1"/>
          <p:nvPr/>
        </p:nvSpPr>
        <p:spPr>
          <a:xfrm>
            <a:off x="6012818" y="4766997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7A70E299-9245-443E-AB2E-CFFF4D20FBCF}"/>
              </a:ext>
            </a:extLst>
          </p:cNvPr>
          <p:cNvSpPr txBox="1"/>
          <p:nvPr/>
        </p:nvSpPr>
        <p:spPr>
          <a:xfrm>
            <a:off x="3550904" y="3153138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A8F32483-9DFE-43CD-8FD4-0F81C1212B0F}"/>
              </a:ext>
            </a:extLst>
          </p:cNvPr>
          <p:cNvSpPr txBox="1"/>
          <p:nvPr/>
        </p:nvSpPr>
        <p:spPr>
          <a:xfrm>
            <a:off x="6676585" y="3820756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5 cm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94B0CF91-AA0B-4DCB-B2FD-85D3AFEE528D}"/>
              </a:ext>
            </a:extLst>
          </p:cNvPr>
          <p:cNvSpPr txBox="1"/>
          <p:nvPr/>
        </p:nvSpPr>
        <p:spPr>
          <a:xfrm>
            <a:off x="7263253" y="4069596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37385537-88CC-4A45-BC25-4A083F62289F}"/>
              </a:ext>
            </a:extLst>
          </p:cNvPr>
          <p:cNvSpPr txBox="1"/>
          <p:nvPr/>
        </p:nvSpPr>
        <p:spPr>
          <a:xfrm>
            <a:off x="8466050" y="427462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7 cm</a:t>
            </a:r>
          </a:p>
        </p:txBody>
      </p:sp>
      <p:pic>
        <p:nvPicPr>
          <p:cNvPr id="73" name="Image 72">
            <a:extLst>
              <a:ext uri="{FF2B5EF4-FFF2-40B4-BE49-F238E27FC236}">
                <a16:creationId xmlns:a16="http://schemas.microsoft.com/office/drawing/2014/main" id="{2199772B-296A-48A5-90CA-557EB2B3101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829344" flipH="1">
            <a:off x="10611578" y="4164602"/>
            <a:ext cx="778065" cy="771471"/>
          </a:xfrm>
          <a:prstGeom prst="roundRect">
            <a:avLst>
              <a:gd name="adj" fmla="val 50000"/>
            </a:avLst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471355C-42CB-44DC-AC2D-56F2387F9102}"/>
              </a:ext>
            </a:extLst>
          </p:cNvPr>
          <p:cNvSpPr txBox="1"/>
          <p:nvPr/>
        </p:nvSpPr>
        <p:spPr>
          <a:xfrm>
            <a:off x="1228254" y="5779559"/>
            <a:ext cx="6666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Câblage Caisson Batterie v5 mono</a:t>
            </a:r>
          </a:p>
        </p:txBody>
      </p:sp>
    </p:spTree>
    <p:extLst>
      <p:ext uri="{BB962C8B-B14F-4D97-AF65-F5344CB8AC3E}">
        <p14:creationId xmlns:p14="http://schemas.microsoft.com/office/powerpoint/2010/main" val="288334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25603" y="4112206"/>
            <a:ext cx="655381" cy="195908"/>
          </a:xfrm>
          <a:prstGeom prst="rect">
            <a:avLst/>
          </a:prstGeom>
        </p:spPr>
      </p:pic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8A661FC8-6C83-4879-8A34-944CE7F16AE3}"/>
              </a:ext>
            </a:extLst>
          </p:cNvPr>
          <p:cNvCxnSpPr>
            <a:cxnSpLocks/>
          </p:cNvCxnSpPr>
          <p:nvPr/>
        </p:nvCxnSpPr>
        <p:spPr>
          <a:xfrm flipH="1">
            <a:off x="4043300" y="3502514"/>
            <a:ext cx="778118" cy="37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>
            <a:extLst>
              <a:ext uri="{FF2B5EF4-FFF2-40B4-BE49-F238E27FC236}">
                <a16:creationId xmlns:a16="http://schemas.microsoft.com/office/drawing/2014/main" id="{7AD15865-DAA5-47E8-B73A-7035DE7DBDC8}"/>
              </a:ext>
            </a:extLst>
          </p:cNvPr>
          <p:cNvCxnSpPr>
            <a:cxnSpLocks/>
          </p:cNvCxnSpPr>
          <p:nvPr/>
        </p:nvCxnSpPr>
        <p:spPr>
          <a:xfrm flipH="1">
            <a:off x="4051952" y="3652783"/>
            <a:ext cx="6084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8444078" y="2809310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7534763" y="2951550"/>
            <a:ext cx="261619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7534763" y="3103950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9040616" y="5132140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100821" y="5259443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 flipV="1">
            <a:off x="8100821" y="5406100"/>
            <a:ext cx="2672618" cy="81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9040616" y="5000060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60553" y="4341959"/>
            <a:ext cx="72630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3666" y="154700"/>
            <a:ext cx="2651957" cy="2308291"/>
          </a:xfrm>
          <a:prstGeom prst="rect">
            <a:avLst/>
          </a:prstGeom>
        </p:spPr>
      </p:pic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0850680" y="2643127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396237" y="4821708"/>
            <a:ext cx="8002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12V </a:t>
            </a:r>
            <a:r>
              <a:rPr lang="fr-FR" sz="1050" dirty="0" err="1"/>
              <a:t>fonc</a:t>
            </a:r>
            <a:endParaRPr lang="fr-FR" sz="1050" dirty="0"/>
          </a:p>
          <a:p>
            <a:r>
              <a:rPr lang="fr-FR" sz="1050" dirty="0"/>
              <a:t>12V </a:t>
            </a:r>
            <a:r>
              <a:rPr lang="fr-FR" sz="1050" dirty="0" err="1"/>
              <a:t>fonc</a:t>
            </a:r>
            <a:endParaRPr lang="fr-FR" sz="1050" dirty="0"/>
          </a:p>
          <a:p>
            <a:r>
              <a:rPr lang="fr-FR" sz="1050" dirty="0"/>
              <a:t>12V charge</a:t>
            </a:r>
          </a:p>
          <a:p>
            <a:r>
              <a:rPr lang="fr-FR" sz="1050" dirty="0"/>
              <a:t>12V charge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5BEF8ADB-7001-4959-9C66-88982E10E679}"/>
              </a:ext>
            </a:extLst>
          </p:cNvPr>
          <p:cNvCxnSpPr>
            <a:cxnSpLocks/>
          </p:cNvCxnSpPr>
          <p:nvPr/>
        </p:nvCxnSpPr>
        <p:spPr>
          <a:xfrm flipH="1" flipV="1">
            <a:off x="3356610" y="4224692"/>
            <a:ext cx="3257355" cy="27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Image 74">
            <a:extLst>
              <a:ext uri="{FF2B5EF4-FFF2-40B4-BE49-F238E27FC236}">
                <a16:creationId xmlns:a16="http://schemas.microsoft.com/office/drawing/2014/main" id="{90BE24BB-EFC0-4462-A876-C5489686A18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85846" y="2616408"/>
            <a:ext cx="796540" cy="591195"/>
          </a:xfrm>
          <a:prstGeom prst="rect">
            <a:avLst/>
          </a:prstGeom>
        </p:spPr>
      </p:pic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F82FDA02-557B-492A-B1A2-F81723501A9B}"/>
              </a:ext>
            </a:extLst>
          </p:cNvPr>
          <p:cNvCxnSpPr>
            <a:cxnSpLocks/>
          </p:cNvCxnSpPr>
          <p:nvPr/>
        </p:nvCxnSpPr>
        <p:spPr>
          <a:xfrm flipV="1">
            <a:off x="5221645" y="4331164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Image 72">
            <a:extLst>
              <a:ext uri="{FF2B5EF4-FFF2-40B4-BE49-F238E27FC236}">
                <a16:creationId xmlns:a16="http://schemas.microsoft.com/office/drawing/2014/main" id="{2199772B-296A-48A5-90CA-557EB2B3101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829344" flipH="1">
            <a:off x="10611578" y="4774202"/>
            <a:ext cx="778065" cy="771471"/>
          </a:xfrm>
          <a:prstGeom prst="roundRect">
            <a:avLst>
              <a:gd name="adj" fmla="val 50000"/>
            </a:avLst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471355C-42CB-44DC-AC2D-56F2387F9102}"/>
              </a:ext>
            </a:extLst>
          </p:cNvPr>
          <p:cNvSpPr txBox="1"/>
          <p:nvPr/>
        </p:nvSpPr>
        <p:spPr>
          <a:xfrm>
            <a:off x="64453" y="-31507"/>
            <a:ext cx="18085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Câblage </a:t>
            </a:r>
          </a:p>
          <a:p>
            <a:r>
              <a:rPr lang="fr-FR" sz="3600" b="1" dirty="0"/>
              <a:t>Caisson </a:t>
            </a:r>
          </a:p>
          <a:p>
            <a:r>
              <a:rPr lang="fr-FR" sz="2000" b="1" dirty="0"/>
              <a:t>v3.5</a:t>
            </a:r>
          </a:p>
          <a:p>
            <a:r>
              <a:rPr lang="fr-FR" sz="2000" b="1" dirty="0"/>
              <a:t>v5 stéréo</a:t>
            </a:r>
          </a:p>
          <a:p>
            <a:r>
              <a:rPr lang="fr-FR" sz="2000" b="1" dirty="0" err="1"/>
              <a:t>Magpi</a:t>
            </a:r>
            <a:r>
              <a:rPr lang="fr-FR" sz="2000" b="1" dirty="0"/>
              <a:t> sans Lux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1DA837A8-2D65-4981-B191-C8F12BF7E75A}"/>
              </a:ext>
            </a:extLst>
          </p:cNvPr>
          <p:cNvSpPr txBox="1"/>
          <p:nvPr/>
        </p:nvSpPr>
        <p:spPr>
          <a:xfrm>
            <a:off x="550806" y="3163377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696397" y="4351801"/>
            <a:ext cx="9183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AD5D23C-688A-425A-A342-06F5C6A12CC2}"/>
              </a:ext>
            </a:extLst>
          </p:cNvPr>
          <p:cNvCxnSpPr>
            <a:cxnSpLocks/>
          </p:cNvCxnSpPr>
          <p:nvPr/>
        </p:nvCxnSpPr>
        <p:spPr>
          <a:xfrm flipH="1">
            <a:off x="1165576" y="4219589"/>
            <a:ext cx="145280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79289" y="3412007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820674" y="383759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1894555" y="4326401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824BDE9-6D9D-4C00-A3E6-7314E41A61C6}"/>
              </a:ext>
            </a:extLst>
          </p:cNvPr>
          <p:cNvGrpSpPr/>
          <p:nvPr/>
        </p:nvGrpSpPr>
        <p:grpSpPr>
          <a:xfrm rot="10800000">
            <a:off x="2952122" y="4095839"/>
            <a:ext cx="583814" cy="606735"/>
            <a:chOff x="1738408" y="4827919"/>
            <a:chExt cx="583814" cy="606735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2D6B77C-BEB7-472A-A95C-A2C13E2E5BFF}"/>
                </a:ext>
              </a:extLst>
            </p:cNvPr>
            <p:cNvGrpSpPr/>
            <p:nvPr/>
          </p:nvGrpSpPr>
          <p:grpSpPr>
            <a:xfrm>
              <a:off x="1913791" y="5065322"/>
              <a:ext cx="302113" cy="369332"/>
              <a:chOff x="2272683" y="5175682"/>
              <a:chExt cx="302113" cy="36933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4FE750F-6A35-4246-90D1-BADE23778E5C}"/>
                  </a:ext>
                </a:extLst>
              </p:cNvPr>
              <p:cNvSpPr/>
              <p:nvPr/>
            </p:nvSpPr>
            <p:spPr>
              <a:xfrm>
                <a:off x="2272683" y="5175682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9D0710D-F218-45E4-B73E-C7218B788F60}"/>
                  </a:ext>
                </a:extLst>
              </p:cNvPr>
              <p:cNvSpPr/>
              <p:nvPr/>
            </p:nvSpPr>
            <p:spPr>
              <a:xfrm>
                <a:off x="2438648" y="5250822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33B8CE3-8853-4163-B3C4-79029064F777}"/>
                  </a:ext>
                </a:extLst>
              </p:cNvPr>
              <p:cNvSpPr/>
              <p:nvPr/>
            </p:nvSpPr>
            <p:spPr>
              <a:xfrm>
                <a:off x="2436770" y="5410618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C5F14F8-9F58-4CBF-AFA7-1F296C6EB3B7}"/>
                </a:ext>
              </a:extLst>
            </p:cNvPr>
            <p:cNvSpPr txBox="1"/>
            <p:nvPr/>
          </p:nvSpPr>
          <p:spPr>
            <a:xfrm rot="10800000">
              <a:off x="1738408" y="4827919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grpSp>
        <p:nvGrpSpPr>
          <p:cNvPr id="158" name="Groupe 157">
            <a:extLst>
              <a:ext uri="{FF2B5EF4-FFF2-40B4-BE49-F238E27FC236}">
                <a16:creationId xmlns:a16="http://schemas.microsoft.com/office/drawing/2014/main" id="{D6B9CD81-20E0-424E-AB47-A0D56B765C94}"/>
              </a:ext>
            </a:extLst>
          </p:cNvPr>
          <p:cNvGrpSpPr/>
          <p:nvPr/>
        </p:nvGrpSpPr>
        <p:grpSpPr>
          <a:xfrm>
            <a:off x="8317740" y="2757150"/>
            <a:ext cx="80628" cy="113013"/>
            <a:chOff x="2029471" y="2824253"/>
            <a:chExt cx="80628" cy="113013"/>
          </a:xfrm>
        </p:grpSpPr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D9DE1ADE-16D8-4E00-AB98-1B1934857D31}"/>
                </a:ext>
              </a:extLst>
            </p:cNvPr>
            <p:cNvCxnSpPr>
              <a:cxnSpLocks/>
            </p:cNvCxnSpPr>
            <p:nvPr/>
          </p:nvCxnSpPr>
          <p:spPr>
            <a:xfrm>
              <a:off x="2041820" y="2843564"/>
              <a:ext cx="47991" cy="937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8DF45D3B-1804-4811-AAE3-473A4578E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9471" y="2824253"/>
              <a:ext cx="80628" cy="1130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e 160">
            <a:extLst>
              <a:ext uri="{FF2B5EF4-FFF2-40B4-BE49-F238E27FC236}">
                <a16:creationId xmlns:a16="http://schemas.microsoft.com/office/drawing/2014/main" id="{52F88605-E63E-4C75-ADB5-D533FA4AEF37}"/>
              </a:ext>
            </a:extLst>
          </p:cNvPr>
          <p:cNvGrpSpPr/>
          <p:nvPr/>
        </p:nvGrpSpPr>
        <p:grpSpPr>
          <a:xfrm>
            <a:off x="3715730" y="3405782"/>
            <a:ext cx="500458" cy="571425"/>
            <a:chOff x="2245749" y="5054704"/>
            <a:chExt cx="500458" cy="571425"/>
          </a:xfrm>
        </p:grpSpPr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5914D678-9B0A-4092-A6E0-A718D930B3A2}"/>
                </a:ext>
              </a:extLst>
            </p:cNvPr>
            <p:cNvGrpSpPr/>
            <p:nvPr/>
          </p:nvGrpSpPr>
          <p:grpSpPr>
            <a:xfrm>
              <a:off x="2345623" y="5054704"/>
              <a:ext cx="299499" cy="369332"/>
              <a:chOff x="2425948" y="5175682"/>
              <a:chExt cx="299499" cy="369332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30F284D-6EBB-4F03-B455-5289DDFBFB32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56A07C-6BB6-4F88-AA1E-687796816C46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5F50AB2-E044-4D78-BC1B-5CE778063648}"/>
                  </a:ext>
                </a:extLst>
              </p:cNvPr>
              <p:cNvSpPr/>
              <p:nvPr/>
            </p:nvSpPr>
            <p:spPr>
              <a:xfrm>
                <a:off x="242724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63" name="ZoneTexte 162">
              <a:extLst>
                <a:ext uri="{FF2B5EF4-FFF2-40B4-BE49-F238E27FC236}">
                  <a16:creationId xmlns:a16="http://schemas.microsoft.com/office/drawing/2014/main" id="{A8C4A950-B957-47A8-AC5A-840A8E550BB0}"/>
                </a:ext>
              </a:extLst>
            </p:cNvPr>
            <p:cNvSpPr txBox="1"/>
            <p:nvPr/>
          </p:nvSpPr>
          <p:spPr>
            <a:xfrm>
              <a:off x="2245749" y="5372213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pic>
        <p:nvPicPr>
          <p:cNvPr id="167" name="Image 166">
            <a:extLst>
              <a:ext uri="{FF2B5EF4-FFF2-40B4-BE49-F238E27FC236}">
                <a16:creationId xmlns:a16="http://schemas.microsoft.com/office/drawing/2014/main" id="{611DCA24-2B78-4A3A-BAFD-6873532208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1689" y="4261583"/>
            <a:ext cx="656674" cy="196294"/>
          </a:xfrm>
          <a:prstGeom prst="rect">
            <a:avLst/>
          </a:prstGeom>
        </p:spPr>
      </p:pic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1E4F311D-F432-40D4-BB17-E71F9FE996E0}"/>
              </a:ext>
            </a:extLst>
          </p:cNvPr>
          <p:cNvGrpSpPr/>
          <p:nvPr/>
        </p:nvGrpSpPr>
        <p:grpSpPr>
          <a:xfrm rot="10800000">
            <a:off x="2427565" y="4095274"/>
            <a:ext cx="500458" cy="573279"/>
            <a:chOff x="2270241" y="4850757"/>
            <a:chExt cx="500458" cy="573279"/>
          </a:xfrm>
        </p:grpSpPr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96BCA03A-7B39-41A5-8991-E43EA880654D}"/>
                </a:ext>
              </a:extLst>
            </p:cNvPr>
            <p:cNvGrpSpPr/>
            <p:nvPr/>
          </p:nvGrpSpPr>
          <p:grpSpPr>
            <a:xfrm>
              <a:off x="2343110" y="5054704"/>
              <a:ext cx="302012" cy="369332"/>
              <a:chOff x="2423435" y="5175682"/>
              <a:chExt cx="302012" cy="369332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CF41A00-E6F0-4BA3-B0D7-84885841743C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3EC0EA7A-0536-4E69-ABF8-E407ED2D97A0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04E748FC-8C66-4997-806E-DB03DA64E96A}"/>
                  </a:ext>
                </a:extLst>
              </p:cNvPr>
              <p:cNvSpPr/>
              <p:nvPr/>
            </p:nvSpPr>
            <p:spPr>
              <a:xfrm>
                <a:off x="242343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2" name="ZoneTexte 171">
              <a:extLst>
                <a:ext uri="{FF2B5EF4-FFF2-40B4-BE49-F238E27FC236}">
                  <a16:creationId xmlns:a16="http://schemas.microsoft.com/office/drawing/2014/main" id="{11F75EA0-A66E-4732-B017-F70E5FE0E1CD}"/>
                </a:ext>
              </a:extLst>
            </p:cNvPr>
            <p:cNvSpPr txBox="1"/>
            <p:nvPr/>
          </p:nvSpPr>
          <p:spPr>
            <a:xfrm rot="10800000">
              <a:off x="2270241" y="4850757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5A819030-AB59-493D-B5E5-09C6FE7965E4}"/>
              </a:ext>
            </a:extLst>
          </p:cNvPr>
          <p:cNvCxnSpPr>
            <a:cxnSpLocks/>
          </p:cNvCxnSpPr>
          <p:nvPr/>
        </p:nvCxnSpPr>
        <p:spPr>
          <a:xfrm flipV="1">
            <a:off x="5344647" y="4330843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178">
            <a:extLst>
              <a:ext uri="{FF2B5EF4-FFF2-40B4-BE49-F238E27FC236}">
                <a16:creationId xmlns:a16="http://schemas.microsoft.com/office/drawing/2014/main" id="{3214155C-73F2-4F21-B5B7-FE4355408DE7}"/>
              </a:ext>
            </a:extLst>
          </p:cNvPr>
          <p:cNvCxnSpPr>
            <a:cxnSpLocks/>
          </p:cNvCxnSpPr>
          <p:nvPr/>
        </p:nvCxnSpPr>
        <p:spPr>
          <a:xfrm flipH="1">
            <a:off x="5344470" y="4353878"/>
            <a:ext cx="123419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51402FD0-D9B0-4C03-99B9-5A301C6AA9CC}"/>
              </a:ext>
            </a:extLst>
          </p:cNvPr>
          <p:cNvGrpSpPr/>
          <p:nvPr/>
        </p:nvGrpSpPr>
        <p:grpSpPr>
          <a:xfrm>
            <a:off x="7162925" y="2829152"/>
            <a:ext cx="583814" cy="587696"/>
            <a:chOff x="3664269" y="5463362"/>
            <a:chExt cx="583814" cy="587696"/>
          </a:xfrm>
        </p:grpSpPr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4DE354DE-BA3A-4B45-9DD1-895DFEEA2CF8}"/>
                </a:ext>
              </a:extLst>
            </p:cNvPr>
            <p:cNvGrpSpPr/>
            <p:nvPr/>
          </p:nvGrpSpPr>
          <p:grpSpPr>
            <a:xfrm rot="10800000">
              <a:off x="3777512" y="5463362"/>
              <a:ext cx="302113" cy="369332"/>
              <a:chOff x="6446771" y="4878427"/>
              <a:chExt cx="302113" cy="369332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E378D9B6-4714-4B0C-BB62-43D8B49934C3}"/>
                  </a:ext>
                </a:extLst>
              </p:cNvPr>
              <p:cNvSpPr/>
              <p:nvPr/>
            </p:nvSpPr>
            <p:spPr>
              <a:xfrm>
                <a:off x="6446771" y="4878427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AE9BACC-F7DC-494B-9CC8-EB05F86BD329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30B3FA1B-5558-4D6E-9453-2AF919F7F9DA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CF9DC82E-27BC-4A36-9EF9-C6A2222D9762}"/>
                </a:ext>
              </a:extLst>
            </p:cNvPr>
            <p:cNvSpPr txBox="1"/>
            <p:nvPr/>
          </p:nvSpPr>
          <p:spPr>
            <a:xfrm>
              <a:off x="3664269" y="5789448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sp>
        <p:nvSpPr>
          <p:cNvPr id="192" name="Forme libre : forme 191">
            <a:extLst>
              <a:ext uri="{FF2B5EF4-FFF2-40B4-BE49-F238E27FC236}">
                <a16:creationId xmlns:a16="http://schemas.microsoft.com/office/drawing/2014/main" id="{1EC53709-6176-4DA8-9A8D-DE79741BDAB6}"/>
              </a:ext>
            </a:extLst>
          </p:cNvPr>
          <p:cNvSpPr/>
          <p:nvPr/>
        </p:nvSpPr>
        <p:spPr>
          <a:xfrm>
            <a:off x="4115103" y="4856733"/>
            <a:ext cx="3689047" cy="521613"/>
          </a:xfrm>
          <a:custGeom>
            <a:avLst/>
            <a:gdLst>
              <a:gd name="connsiteX0" fmla="*/ 2701 w 3285651"/>
              <a:gd name="connsiteY0" fmla="*/ 0 h 438046"/>
              <a:gd name="connsiteX1" fmla="*/ 529751 w 3285651"/>
              <a:gd name="connsiteY1" fmla="*/ 406400 h 438046"/>
              <a:gd name="connsiteX2" fmla="*/ 3285651 w 3285651"/>
              <a:gd name="connsiteY2" fmla="*/ 381000 h 43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5651" h="438046">
                <a:moveTo>
                  <a:pt x="2701" y="0"/>
                </a:moveTo>
                <a:cubicBezTo>
                  <a:pt x="-7353" y="171450"/>
                  <a:pt x="-17407" y="342900"/>
                  <a:pt x="529751" y="406400"/>
                </a:cubicBezTo>
                <a:cubicBezTo>
                  <a:pt x="1076909" y="469900"/>
                  <a:pt x="2181280" y="425450"/>
                  <a:pt x="3285651" y="381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972B8D5E-372C-4AE6-80ED-08F3AD4FC63E}"/>
              </a:ext>
            </a:extLst>
          </p:cNvPr>
          <p:cNvCxnSpPr>
            <a:cxnSpLocks/>
          </p:cNvCxnSpPr>
          <p:nvPr/>
        </p:nvCxnSpPr>
        <p:spPr>
          <a:xfrm>
            <a:off x="4636122" y="3631472"/>
            <a:ext cx="0" cy="7224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>
            <a:extLst>
              <a:ext uri="{FF2B5EF4-FFF2-40B4-BE49-F238E27FC236}">
                <a16:creationId xmlns:a16="http://schemas.microsoft.com/office/drawing/2014/main" id="{1F6BC757-9914-458C-9865-5DF576F1C550}"/>
              </a:ext>
            </a:extLst>
          </p:cNvPr>
          <p:cNvCxnSpPr>
            <a:cxnSpLocks/>
          </p:cNvCxnSpPr>
          <p:nvPr/>
        </p:nvCxnSpPr>
        <p:spPr>
          <a:xfrm flipV="1">
            <a:off x="4791421" y="3477114"/>
            <a:ext cx="195" cy="722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Forme libre : forme 212">
            <a:extLst>
              <a:ext uri="{FF2B5EF4-FFF2-40B4-BE49-F238E27FC236}">
                <a16:creationId xmlns:a16="http://schemas.microsoft.com/office/drawing/2014/main" id="{201465EE-1194-4F7A-93F8-235DE6A80E37}"/>
              </a:ext>
            </a:extLst>
          </p:cNvPr>
          <p:cNvSpPr/>
          <p:nvPr/>
        </p:nvSpPr>
        <p:spPr>
          <a:xfrm>
            <a:off x="3455672" y="2990850"/>
            <a:ext cx="3692692" cy="577850"/>
          </a:xfrm>
          <a:custGeom>
            <a:avLst/>
            <a:gdLst>
              <a:gd name="connsiteX0" fmla="*/ 5170459 w 5170459"/>
              <a:gd name="connsiteY0" fmla="*/ 19050 h 577850"/>
              <a:gd name="connsiteX1" fmla="*/ 2960659 w 5170459"/>
              <a:gd name="connsiteY1" fmla="*/ 0 h 577850"/>
              <a:gd name="connsiteX2" fmla="*/ 503209 w 5170459"/>
              <a:gd name="connsiteY2" fmla="*/ 63500 h 577850"/>
              <a:gd name="connsiteX3" fmla="*/ 1559 w 5170459"/>
              <a:gd name="connsiteY3" fmla="*/ 355600 h 577850"/>
              <a:gd name="connsiteX4" fmla="*/ 376209 w 5170459"/>
              <a:gd name="connsiteY4" fmla="*/ 577850 h 577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459" h="577850">
                <a:moveTo>
                  <a:pt x="5170459" y="19050"/>
                </a:moveTo>
                <a:lnTo>
                  <a:pt x="2960659" y="0"/>
                </a:lnTo>
                <a:cubicBezTo>
                  <a:pt x="2182784" y="7408"/>
                  <a:pt x="996392" y="4233"/>
                  <a:pt x="503209" y="63500"/>
                </a:cubicBezTo>
                <a:cubicBezTo>
                  <a:pt x="10026" y="122767"/>
                  <a:pt x="22726" y="269875"/>
                  <a:pt x="1559" y="355600"/>
                </a:cubicBezTo>
                <a:cubicBezTo>
                  <a:pt x="-19608" y="441325"/>
                  <a:pt x="178300" y="509587"/>
                  <a:pt x="376209" y="5778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ABE9786A-B78C-4F26-8971-DEB8BA9CD502}"/>
              </a:ext>
            </a:extLst>
          </p:cNvPr>
          <p:cNvCxnSpPr/>
          <p:nvPr/>
        </p:nvCxnSpPr>
        <p:spPr>
          <a:xfrm>
            <a:off x="2879870" y="4282001"/>
            <a:ext cx="15382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oupe 225">
            <a:extLst>
              <a:ext uri="{FF2B5EF4-FFF2-40B4-BE49-F238E27FC236}">
                <a16:creationId xmlns:a16="http://schemas.microsoft.com/office/drawing/2014/main" id="{F5CA3A3F-EB60-4A97-81F1-A7784D4DA007}"/>
              </a:ext>
            </a:extLst>
          </p:cNvPr>
          <p:cNvGrpSpPr/>
          <p:nvPr/>
        </p:nvGrpSpPr>
        <p:grpSpPr>
          <a:xfrm>
            <a:off x="7735585" y="5137851"/>
            <a:ext cx="500458" cy="571425"/>
            <a:chOff x="2245749" y="5054704"/>
            <a:chExt cx="500458" cy="571425"/>
          </a:xfrm>
        </p:grpSpPr>
        <p:grpSp>
          <p:nvGrpSpPr>
            <p:cNvPr id="227" name="Groupe 226">
              <a:extLst>
                <a:ext uri="{FF2B5EF4-FFF2-40B4-BE49-F238E27FC236}">
                  <a16:creationId xmlns:a16="http://schemas.microsoft.com/office/drawing/2014/main" id="{CBA1344C-5272-4466-AC93-46019D22174F}"/>
                </a:ext>
              </a:extLst>
            </p:cNvPr>
            <p:cNvGrpSpPr/>
            <p:nvPr/>
          </p:nvGrpSpPr>
          <p:grpSpPr>
            <a:xfrm>
              <a:off x="2345623" y="5054704"/>
              <a:ext cx="299499" cy="369332"/>
              <a:chOff x="2425948" y="5175682"/>
              <a:chExt cx="299499" cy="369332"/>
            </a:xfrm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137894EA-6877-45C7-AF27-3B332F29820A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922001D-1921-4274-8E02-53E300238E7E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842A5D7D-D985-4F72-9F67-2CC64E1B77AC}"/>
                  </a:ext>
                </a:extLst>
              </p:cNvPr>
              <p:cNvSpPr/>
              <p:nvPr/>
            </p:nvSpPr>
            <p:spPr>
              <a:xfrm>
                <a:off x="242724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0CB72EB5-6B8C-4094-9B0A-163F2538133F}"/>
                </a:ext>
              </a:extLst>
            </p:cNvPr>
            <p:cNvSpPr txBox="1"/>
            <p:nvPr/>
          </p:nvSpPr>
          <p:spPr>
            <a:xfrm>
              <a:off x="2245749" y="5372213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grpSp>
        <p:nvGrpSpPr>
          <p:cNvPr id="233" name="Groupe 232">
            <a:extLst>
              <a:ext uri="{FF2B5EF4-FFF2-40B4-BE49-F238E27FC236}">
                <a16:creationId xmlns:a16="http://schemas.microsoft.com/office/drawing/2014/main" id="{D03B5917-4715-4CB6-ADBA-B1FD6F7D9A32}"/>
              </a:ext>
            </a:extLst>
          </p:cNvPr>
          <p:cNvGrpSpPr/>
          <p:nvPr/>
        </p:nvGrpSpPr>
        <p:grpSpPr>
          <a:xfrm rot="16200000">
            <a:off x="5391942" y="4192445"/>
            <a:ext cx="310874" cy="910018"/>
            <a:chOff x="3768751" y="5463361"/>
            <a:chExt cx="310874" cy="910018"/>
          </a:xfrm>
        </p:grpSpPr>
        <p:grpSp>
          <p:nvGrpSpPr>
            <p:cNvPr id="234" name="Groupe 233">
              <a:extLst>
                <a:ext uri="{FF2B5EF4-FFF2-40B4-BE49-F238E27FC236}">
                  <a16:creationId xmlns:a16="http://schemas.microsoft.com/office/drawing/2014/main" id="{07946CDD-4F0D-4410-AFE2-78A45A9D8B0D}"/>
                </a:ext>
              </a:extLst>
            </p:cNvPr>
            <p:cNvGrpSpPr/>
            <p:nvPr/>
          </p:nvGrpSpPr>
          <p:grpSpPr>
            <a:xfrm rot="10800000">
              <a:off x="3777512" y="5463361"/>
              <a:ext cx="302113" cy="369332"/>
              <a:chOff x="6446771" y="4878428"/>
              <a:chExt cx="302113" cy="369332"/>
            </a:xfrm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8BC64560-D031-456F-9D88-19B2929854FE}"/>
                  </a:ext>
                </a:extLst>
              </p:cNvPr>
              <p:cNvSpPr/>
              <p:nvPr/>
            </p:nvSpPr>
            <p:spPr>
              <a:xfrm>
                <a:off x="6446771" y="4878428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F12B63EF-AA12-4559-A1C3-48B48C93D72F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B5415034-0A95-4C7E-A968-A0B87650FC7E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35" name="ZoneTexte 234">
              <a:extLst>
                <a:ext uri="{FF2B5EF4-FFF2-40B4-BE49-F238E27FC236}">
                  <a16:creationId xmlns:a16="http://schemas.microsoft.com/office/drawing/2014/main" id="{34886258-F24F-451E-9EE3-CD4E20B45004}"/>
                </a:ext>
              </a:extLst>
            </p:cNvPr>
            <p:cNvSpPr txBox="1"/>
            <p:nvPr/>
          </p:nvSpPr>
          <p:spPr>
            <a:xfrm rot="5400000">
              <a:off x="3607649" y="5950667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cxnSp>
        <p:nvCxnSpPr>
          <p:cNvPr id="169" name="Connecteur droit 168">
            <a:extLst>
              <a:ext uri="{FF2B5EF4-FFF2-40B4-BE49-F238E27FC236}">
                <a16:creationId xmlns:a16="http://schemas.microsoft.com/office/drawing/2014/main" id="{6BE27DA2-3C9B-40D4-B71E-78B98C00766E}"/>
              </a:ext>
            </a:extLst>
          </p:cNvPr>
          <p:cNvCxnSpPr>
            <a:cxnSpLocks/>
          </p:cNvCxnSpPr>
          <p:nvPr/>
        </p:nvCxnSpPr>
        <p:spPr>
          <a:xfrm flipH="1" flipV="1">
            <a:off x="4130040" y="4341960"/>
            <a:ext cx="1115062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175">
            <a:extLst>
              <a:ext uri="{FF2B5EF4-FFF2-40B4-BE49-F238E27FC236}">
                <a16:creationId xmlns:a16="http://schemas.microsoft.com/office/drawing/2014/main" id="{D1146027-29C9-443D-B719-E16CF7D7F96C}"/>
              </a:ext>
            </a:extLst>
          </p:cNvPr>
          <p:cNvCxnSpPr>
            <a:cxnSpLocks/>
          </p:cNvCxnSpPr>
          <p:nvPr/>
        </p:nvCxnSpPr>
        <p:spPr>
          <a:xfrm flipV="1">
            <a:off x="4058977" y="4317325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>
            <a:extLst>
              <a:ext uri="{FF2B5EF4-FFF2-40B4-BE49-F238E27FC236}">
                <a16:creationId xmlns:a16="http://schemas.microsoft.com/office/drawing/2014/main" id="{88354F30-2A4D-4663-894E-5DBFA37CB96F}"/>
              </a:ext>
            </a:extLst>
          </p:cNvPr>
          <p:cNvCxnSpPr>
            <a:cxnSpLocks/>
          </p:cNvCxnSpPr>
          <p:nvPr/>
        </p:nvCxnSpPr>
        <p:spPr>
          <a:xfrm flipV="1">
            <a:off x="4150417" y="4313289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52E5C716-F48F-4B83-B0CE-22C1C7FCD1A7}"/>
              </a:ext>
            </a:extLst>
          </p:cNvPr>
          <p:cNvGrpSpPr/>
          <p:nvPr/>
        </p:nvGrpSpPr>
        <p:grpSpPr>
          <a:xfrm rot="16200000">
            <a:off x="4207166" y="4177475"/>
            <a:ext cx="310874" cy="910018"/>
            <a:chOff x="3768751" y="5463361"/>
            <a:chExt cx="310874" cy="910018"/>
          </a:xfrm>
        </p:grpSpPr>
        <p:grpSp>
          <p:nvGrpSpPr>
            <p:cNvPr id="181" name="Groupe 180">
              <a:extLst>
                <a:ext uri="{FF2B5EF4-FFF2-40B4-BE49-F238E27FC236}">
                  <a16:creationId xmlns:a16="http://schemas.microsoft.com/office/drawing/2014/main" id="{575D3888-841C-46C0-BA8A-9A18F22465D4}"/>
                </a:ext>
              </a:extLst>
            </p:cNvPr>
            <p:cNvGrpSpPr/>
            <p:nvPr/>
          </p:nvGrpSpPr>
          <p:grpSpPr>
            <a:xfrm rot="10800000">
              <a:off x="3777512" y="5463361"/>
              <a:ext cx="302113" cy="369332"/>
              <a:chOff x="6446771" y="4878428"/>
              <a:chExt cx="302113" cy="369332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D76AD6FC-EE81-4DA8-AFDA-A27D98178CF4}"/>
                  </a:ext>
                </a:extLst>
              </p:cNvPr>
              <p:cNvSpPr/>
              <p:nvPr/>
            </p:nvSpPr>
            <p:spPr>
              <a:xfrm>
                <a:off x="6446771" y="4878428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B823891-02B8-4BB6-8B97-E6C610F54F31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32E6CB32-A11D-4A2B-A93C-B29325341B16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88CEE590-12D2-4F4D-820D-FEC505F94610}"/>
                </a:ext>
              </a:extLst>
            </p:cNvPr>
            <p:cNvSpPr txBox="1"/>
            <p:nvPr/>
          </p:nvSpPr>
          <p:spPr>
            <a:xfrm rot="5400000">
              <a:off x="3607649" y="5950667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CA8C9630-6520-44F6-85A8-BBF79121733E}"/>
              </a:ext>
            </a:extLst>
          </p:cNvPr>
          <p:cNvGrpSpPr/>
          <p:nvPr/>
        </p:nvGrpSpPr>
        <p:grpSpPr>
          <a:xfrm>
            <a:off x="8664080" y="4645480"/>
            <a:ext cx="500458" cy="570279"/>
            <a:chOff x="2245144" y="4853757"/>
            <a:chExt cx="500458" cy="570279"/>
          </a:xfrm>
        </p:grpSpPr>
        <p:grpSp>
          <p:nvGrpSpPr>
            <p:cNvPr id="206" name="Groupe 205">
              <a:extLst>
                <a:ext uri="{FF2B5EF4-FFF2-40B4-BE49-F238E27FC236}">
                  <a16:creationId xmlns:a16="http://schemas.microsoft.com/office/drawing/2014/main" id="{982BC450-BA1C-4376-AE88-6007041DB785}"/>
                </a:ext>
              </a:extLst>
            </p:cNvPr>
            <p:cNvGrpSpPr/>
            <p:nvPr/>
          </p:nvGrpSpPr>
          <p:grpSpPr>
            <a:xfrm>
              <a:off x="2339300" y="5054704"/>
              <a:ext cx="305822" cy="369332"/>
              <a:chOff x="2419625" y="5175682"/>
              <a:chExt cx="305822" cy="369332"/>
            </a:xfrm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CA39E71-2B4D-4D5B-8CEA-662467DBE4D0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2BD5002-9D0F-4197-869D-6B682616516A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36097820-D2A8-42CE-B65F-CA2C094ACFF6}"/>
                  </a:ext>
                </a:extLst>
              </p:cNvPr>
              <p:cNvSpPr/>
              <p:nvPr/>
            </p:nvSpPr>
            <p:spPr>
              <a:xfrm>
                <a:off x="241962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07" name="ZoneTexte 206">
              <a:extLst>
                <a:ext uri="{FF2B5EF4-FFF2-40B4-BE49-F238E27FC236}">
                  <a16:creationId xmlns:a16="http://schemas.microsoft.com/office/drawing/2014/main" id="{7514F467-D95E-40D6-B41C-CDECA7885882}"/>
                </a:ext>
              </a:extLst>
            </p:cNvPr>
            <p:cNvSpPr txBox="1"/>
            <p:nvPr/>
          </p:nvSpPr>
          <p:spPr>
            <a:xfrm>
              <a:off x="2245144" y="4853757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sp>
        <p:nvSpPr>
          <p:cNvPr id="212" name="Forme libre : forme 211">
            <a:extLst>
              <a:ext uri="{FF2B5EF4-FFF2-40B4-BE49-F238E27FC236}">
                <a16:creationId xmlns:a16="http://schemas.microsoft.com/office/drawing/2014/main" id="{DE30A169-765A-4894-98C1-7B5AFB31947A}"/>
              </a:ext>
            </a:extLst>
          </p:cNvPr>
          <p:cNvSpPr/>
          <p:nvPr/>
        </p:nvSpPr>
        <p:spPr>
          <a:xfrm>
            <a:off x="5278267" y="4829317"/>
            <a:ext cx="3437007" cy="247948"/>
          </a:xfrm>
          <a:custGeom>
            <a:avLst/>
            <a:gdLst>
              <a:gd name="connsiteX0" fmla="*/ 2701 w 3285651"/>
              <a:gd name="connsiteY0" fmla="*/ 0 h 438046"/>
              <a:gd name="connsiteX1" fmla="*/ 529751 w 3285651"/>
              <a:gd name="connsiteY1" fmla="*/ 406400 h 438046"/>
              <a:gd name="connsiteX2" fmla="*/ 3285651 w 3285651"/>
              <a:gd name="connsiteY2" fmla="*/ 381000 h 43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5651" h="438046">
                <a:moveTo>
                  <a:pt x="2701" y="0"/>
                </a:moveTo>
                <a:cubicBezTo>
                  <a:pt x="-7353" y="171450"/>
                  <a:pt x="-17407" y="342900"/>
                  <a:pt x="529751" y="406400"/>
                </a:cubicBezTo>
                <a:cubicBezTo>
                  <a:pt x="1076909" y="469900"/>
                  <a:pt x="2181280" y="425450"/>
                  <a:pt x="3285651" y="381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8DD2D7-9EAF-4271-A6F9-A4777DF64046}"/>
              </a:ext>
            </a:extLst>
          </p:cNvPr>
          <p:cNvSpPr txBox="1"/>
          <p:nvPr/>
        </p:nvSpPr>
        <p:spPr>
          <a:xfrm>
            <a:off x="7039706" y="4070960"/>
            <a:ext cx="1752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Vers convertisseur – 12V</a:t>
            </a:r>
          </a:p>
          <a:p>
            <a:r>
              <a:rPr lang="fr-FR" sz="1200" dirty="0"/>
              <a:t>Vers convertisseur + 12 V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045BC7E1-721E-47C5-A686-21CA53F98E9A}"/>
              </a:ext>
            </a:extLst>
          </p:cNvPr>
          <p:cNvGrpSpPr/>
          <p:nvPr/>
        </p:nvGrpSpPr>
        <p:grpSpPr>
          <a:xfrm>
            <a:off x="5862188" y="889984"/>
            <a:ext cx="3883923" cy="669414"/>
            <a:chOff x="14007" y="2455168"/>
            <a:chExt cx="3883923" cy="669414"/>
          </a:xfrm>
        </p:grpSpPr>
        <p:pic>
          <p:nvPicPr>
            <p:cNvPr id="249" name="Image 248">
              <a:extLst>
                <a:ext uri="{FF2B5EF4-FFF2-40B4-BE49-F238E27FC236}">
                  <a16:creationId xmlns:a16="http://schemas.microsoft.com/office/drawing/2014/main" id="{20E18CA3-E5D4-4A6B-9F83-978BE0EC4A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50465" y="2583506"/>
              <a:ext cx="655381" cy="195908"/>
            </a:xfrm>
            <a:prstGeom prst="rect">
              <a:avLst/>
            </a:prstGeom>
          </p:spPr>
        </p:pic>
        <p:pic>
          <p:nvPicPr>
            <p:cNvPr id="250" name="Image 249">
              <a:extLst>
                <a:ext uri="{FF2B5EF4-FFF2-40B4-BE49-F238E27FC236}">
                  <a16:creationId xmlns:a16="http://schemas.microsoft.com/office/drawing/2014/main" id="{E3C725AC-C4DE-4F8D-BA7A-B276BCDE83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7557" y="2749135"/>
              <a:ext cx="656674" cy="196294"/>
            </a:xfrm>
            <a:prstGeom prst="rect">
              <a:avLst/>
            </a:prstGeom>
          </p:spPr>
        </p:pic>
        <p:cxnSp>
          <p:nvCxnSpPr>
            <p:cNvPr id="247" name="Connecteur droit 246">
              <a:extLst>
                <a:ext uri="{FF2B5EF4-FFF2-40B4-BE49-F238E27FC236}">
                  <a16:creationId xmlns:a16="http://schemas.microsoft.com/office/drawing/2014/main" id="{D61C2D08-0BB2-4A15-8BD1-0B10E789A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456" y="2862523"/>
              <a:ext cx="1209894" cy="28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eur droit 250">
              <a:extLst>
                <a:ext uri="{FF2B5EF4-FFF2-40B4-BE49-F238E27FC236}">
                  <a16:creationId xmlns:a16="http://schemas.microsoft.com/office/drawing/2014/main" id="{00E8E1E8-F053-4A96-87B9-6ADB0539AF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600" y="2702469"/>
              <a:ext cx="1199225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ZoneTexte 252">
              <a:extLst>
                <a:ext uri="{FF2B5EF4-FFF2-40B4-BE49-F238E27FC236}">
                  <a16:creationId xmlns:a16="http://schemas.microsoft.com/office/drawing/2014/main" id="{9B373B6B-3E96-4F95-AA74-F428C1281035}"/>
                </a:ext>
              </a:extLst>
            </p:cNvPr>
            <p:cNvSpPr txBox="1"/>
            <p:nvPr/>
          </p:nvSpPr>
          <p:spPr>
            <a:xfrm>
              <a:off x="14007" y="256446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Rpi</a:t>
              </a:r>
              <a:endParaRPr lang="fr-FR" dirty="0"/>
            </a:p>
          </p:txBody>
        </p:sp>
        <p:sp>
          <p:nvSpPr>
            <p:cNvPr id="254" name="ZoneTexte 253">
              <a:extLst>
                <a:ext uri="{FF2B5EF4-FFF2-40B4-BE49-F238E27FC236}">
                  <a16:creationId xmlns:a16="http://schemas.microsoft.com/office/drawing/2014/main" id="{CA7FB2D6-6995-415C-9AEE-195DD8A4C0AE}"/>
                </a:ext>
              </a:extLst>
            </p:cNvPr>
            <p:cNvSpPr txBox="1"/>
            <p:nvPr/>
          </p:nvSpPr>
          <p:spPr>
            <a:xfrm>
              <a:off x="591486" y="2455168"/>
              <a:ext cx="537327" cy="669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5V</a:t>
              </a:r>
              <a:endParaRPr lang="fr-FR" sz="600" dirty="0"/>
            </a:p>
            <a:p>
              <a:endParaRPr lang="fr-FR" sz="600" dirty="0"/>
            </a:p>
            <a:p>
              <a:endParaRPr lang="fr-FR" sz="1050" dirty="0"/>
            </a:p>
            <a:p>
              <a:r>
                <a:rPr lang="fr-FR" sz="1050" dirty="0"/>
                <a:t>Masse</a:t>
              </a:r>
            </a:p>
          </p:txBody>
        </p:sp>
        <p:sp>
          <p:nvSpPr>
            <p:cNvPr id="216" name="ZoneTexte 215">
              <a:extLst>
                <a:ext uri="{FF2B5EF4-FFF2-40B4-BE49-F238E27FC236}">
                  <a16:creationId xmlns:a16="http://schemas.microsoft.com/office/drawing/2014/main" id="{530376E9-724F-4139-8086-01DC8B904076}"/>
                </a:ext>
              </a:extLst>
            </p:cNvPr>
            <p:cNvSpPr txBox="1"/>
            <p:nvPr/>
          </p:nvSpPr>
          <p:spPr>
            <a:xfrm>
              <a:off x="2223689" y="2552791"/>
              <a:ext cx="16742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Vers convertisseur – 5V</a:t>
              </a:r>
            </a:p>
            <a:p>
              <a:r>
                <a:rPr lang="fr-FR" sz="1200" dirty="0"/>
                <a:t>Vers convertisseur + 5 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965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25603" y="4112206"/>
            <a:ext cx="655381" cy="195908"/>
          </a:xfrm>
          <a:prstGeom prst="rect">
            <a:avLst/>
          </a:prstGeom>
        </p:spPr>
      </p:pic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8A661FC8-6C83-4879-8A34-944CE7F16AE3}"/>
              </a:ext>
            </a:extLst>
          </p:cNvPr>
          <p:cNvCxnSpPr>
            <a:cxnSpLocks/>
          </p:cNvCxnSpPr>
          <p:nvPr/>
        </p:nvCxnSpPr>
        <p:spPr>
          <a:xfrm flipH="1">
            <a:off x="4043300" y="3502514"/>
            <a:ext cx="778118" cy="37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>
            <a:extLst>
              <a:ext uri="{FF2B5EF4-FFF2-40B4-BE49-F238E27FC236}">
                <a16:creationId xmlns:a16="http://schemas.microsoft.com/office/drawing/2014/main" id="{7AD15865-DAA5-47E8-B73A-7035DE7DBDC8}"/>
              </a:ext>
            </a:extLst>
          </p:cNvPr>
          <p:cNvCxnSpPr>
            <a:cxnSpLocks/>
          </p:cNvCxnSpPr>
          <p:nvPr/>
        </p:nvCxnSpPr>
        <p:spPr>
          <a:xfrm flipH="1">
            <a:off x="4051952" y="3652783"/>
            <a:ext cx="6084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>
            <a:extLst>
              <a:ext uri="{FF2B5EF4-FFF2-40B4-BE49-F238E27FC236}">
                <a16:creationId xmlns:a16="http://schemas.microsoft.com/office/drawing/2014/main" id="{C3B9E4A3-27E8-4AD5-AB52-D45FDD3AFD11}"/>
              </a:ext>
            </a:extLst>
          </p:cNvPr>
          <p:cNvCxnSpPr>
            <a:cxnSpLocks/>
          </p:cNvCxnSpPr>
          <p:nvPr/>
        </p:nvCxnSpPr>
        <p:spPr>
          <a:xfrm flipH="1">
            <a:off x="6234062" y="853042"/>
            <a:ext cx="53381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5376C988-2A92-48C4-8B80-F667181C4450}"/>
              </a:ext>
            </a:extLst>
          </p:cNvPr>
          <p:cNvCxnSpPr>
            <a:cxnSpLocks/>
          </p:cNvCxnSpPr>
          <p:nvPr/>
        </p:nvCxnSpPr>
        <p:spPr>
          <a:xfrm flipH="1">
            <a:off x="6211202" y="731197"/>
            <a:ext cx="53381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9010136" y="2809310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8100821" y="2951550"/>
            <a:ext cx="261619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8100821" y="3103950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9040616" y="5132140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100821" y="5259443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 flipV="1">
            <a:off x="8100821" y="5406100"/>
            <a:ext cx="2672618" cy="81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9040616" y="5000060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60553" y="4341959"/>
            <a:ext cx="72630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1990" y="44585"/>
            <a:ext cx="2651957" cy="2308291"/>
          </a:xfrm>
          <a:prstGeom prst="rect">
            <a:avLst/>
          </a:prstGeom>
        </p:spPr>
      </p:pic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1416738" y="2643127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396237" y="4821708"/>
            <a:ext cx="8002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12V </a:t>
            </a:r>
            <a:r>
              <a:rPr lang="fr-FR" sz="1050" dirty="0" err="1"/>
              <a:t>fonc</a:t>
            </a:r>
            <a:endParaRPr lang="fr-FR" sz="1050" dirty="0"/>
          </a:p>
          <a:p>
            <a:r>
              <a:rPr lang="fr-FR" sz="1050" dirty="0"/>
              <a:t>12V </a:t>
            </a:r>
            <a:r>
              <a:rPr lang="fr-FR" sz="1050" dirty="0" err="1"/>
              <a:t>fonc</a:t>
            </a:r>
            <a:endParaRPr lang="fr-FR" sz="1050" dirty="0"/>
          </a:p>
          <a:p>
            <a:r>
              <a:rPr lang="fr-FR" sz="1050" dirty="0"/>
              <a:t>12V charge</a:t>
            </a:r>
          </a:p>
          <a:p>
            <a:r>
              <a:rPr lang="fr-FR" sz="1050" dirty="0"/>
              <a:t>12V charge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5BEF8ADB-7001-4959-9C66-88982E10E679}"/>
              </a:ext>
            </a:extLst>
          </p:cNvPr>
          <p:cNvCxnSpPr>
            <a:cxnSpLocks/>
          </p:cNvCxnSpPr>
          <p:nvPr/>
        </p:nvCxnSpPr>
        <p:spPr>
          <a:xfrm flipH="1" flipV="1">
            <a:off x="3356610" y="4224692"/>
            <a:ext cx="3257355" cy="27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Image 74">
            <a:extLst>
              <a:ext uri="{FF2B5EF4-FFF2-40B4-BE49-F238E27FC236}">
                <a16:creationId xmlns:a16="http://schemas.microsoft.com/office/drawing/2014/main" id="{90BE24BB-EFC0-4462-A876-C5489686A18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1904" y="2616408"/>
            <a:ext cx="796540" cy="591195"/>
          </a:xfrm>
          <a:prstGeom prst="rect">
            <a:avLst/>
          </a:prstGeom>
        </p:spPr>
      </p:pic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F82FDA02-557B-492A-B1A2-F81723501A9B}"/>
              </a:ext>
            </a:extLst>
          </p:cNvPr>
          <p:cNvCxnSpPr>
            <a:cxnSpLocks/>
          </p:cNvCxnSpPr>
          <p:nvPr/>
        </p:nvCxnSpPr>
        <p:spPr>
          <a:xfrm flipV="1">
            <a:off x="5221645" y="4331164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Image 72">
            <a:extLst>
              <a:ext uri="{FF2B5EF4-FFF2-40B4-BE49-F238E27FC236}">
                <a16:creationId xmlns:a16="http://schemas.microsoft.com/office/drawing/2014/main" id="{2199772B-296A-48A5-90CA-557EB2B3101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829344" flipH="1">
            <a:off x="10611578" y="4774202"/>
            <a:ext cx="778065" cy="771471"/>
          </a:xfrm>
          <a:prstGeom prst="roundRect">
            <a:avLst>
              <a:gd name="adj" fmla="val 50000"/>
            </a:avLst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471355C-42CB-44DC-AC2D-56F2387F9102}"/>
              </a:ext>
            </a:extLst>
          </p:cNvPr>
          <p:cNvSpPr txBox="1"/>
          <p:nvPr/>
        </p:nvSpPr>
        <p:spPr>
          <a:xfrm>
            <a:off x="64453" y="-31507"/>
            <a:ext cx="203453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Câblage </a:t>
            </a:r>
          </a:p>
          <a:p>
            <a:r>
              <a:rPr lang="fr-FR" sz="3600" b="1" dirty="0"/>
              <a:t>Caisson </a:t>
            </a:r>
          </a:p>
          <a:p>
            <a:r>
              <a:rPr lang="fr-FR" sz="2000" b="1" dirty="0" err="1"/>
              <a:t>MagPi</a:t>
            </a:r>
            <a:r>
              <a:rPr lang="fr-FR" sz="2000" b="1" dirty="0"/>
              <a:t> double lux</a:t>
            </a:r>
          </a:p>
        </p:txBody>
      </p:sp>
      <p:pic>
        <p:nvPicPr>
          <p:cNvPr id="83" name="Image 82">
            <a:extLst>
              <a:ext uri="{FF2B5EF4-FFF2-40B4-BE49-F238E27FC236}">
                <a16:creationId xmlns:a16="http://schemas.microsoft.com/office/drawing/2014/main" id="{62E21C26-3DDA-4BE1-BAC7-090042FECAC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489794" y="103344"/>
            <a:ext cx="1305366" cy="804742"/>
          </a:xfrm>
          <a:prstGeom prst="rect">
            <a:avLst/>
          </a:prstGeom>
        </p:spPr>
      </p:pic>
      <p:sp>
        <p:nvSpPr>
          <p:cNvPr id="84" name="ZoneTexte 83">
            <a:extLst>
              <a:ext uri="{FF2B5EF4-FFF2-40B4-BE49-F238E27FC236}">
                <a16:creationId xmlns:a16="http://schemas.microsoft.com/office/drawing/2014/main" id="{A2D2E824-A433-455D-8817-E2D04A7CC97C}"/>
              </a:ext>
            </a:extLst>
          </p:cNvPr>
          <p:cNvSpPr txBox="1"/>
          <p:nvPr/>
        </p:nvSpPr>
        <p:spPr>
          <a:xfrm>
            <a:off x="10736884" y="227191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GPIO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 V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8763856-2969-4BCF-BA8E-3E7ABE672B7A}"/>
              </a:ext>
            </a:extLst>
          </p:cNvPr>
          <p:cNvSpPr txBox="1"/>
          <p:nvPr/>
        </p:nvSpPr>
        <p:spPr>
          <a:xfrm>
            <a:off x="11192770" y="291659"/>
            <a:ext cx="109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Spot Lumineux 1</a:t>
            </a:r>
            <a:endParaRPr lang="fr-FR" sz="1050" b="1" dirty="0"/>
          </a:p>
        </p:txBody>
      </p: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3CAED75C-A95C-42E4-91EE-2EE03FA11227}"/>
              </a:ext>
            </a:extLst>
          </p:cNvPr>
          <p:cNvCxnSpPr>
            <a:cxnSpLocks/>
          </p:cNvCxnSpPr>
          <p:nvPr/>
        </p:nvCxnSpPr>
        <p:spPr>
          <a:xfrm flipH="1">
            <a:off x="8544204" y="1379482"/>
            <a:ext cx="837839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834F7AA5-0AC0-44F9-82E8-2AA24FF221A6}"/>
              </a:ext>
            </a:extLst>
          </p:cNvPr>
          <p:cNvCxnSpPr>
            <a:cxnSpLocks/>
          </p:cNvCxnSpPr>
          <p:nvPr/>
        </p:nvCxnSpPr>
        <p:spPr>
          <a:xfrm flipH="1">
            <a:off x="8544204" y="1138917"/>
            <a:ext cx="837838" cy="22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D8CED62C-55ED-4853-9B80-4B7E29F06BC7}"/>
              </a:ext>
            </a:extLst>
          </p:cNvPr>
          <p:cNvCxnSpPr>
            <a:cxnSpLocks/>
          </p:cNvCxnSpPr>
          <p:nvPr/>
        </p:nvCxnSpPr>
        <p:spPr>
          <a:xfrm flipH="1">
            <a:off x="8544204" y="1260837"/>
            <a:ext cx="83783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Image 97">
            <a:extLst>
              <a:ext uri="{FF2B5EF4-FFF2-40B4-BE49-F238E27FC236}">
                <a16:creationId xmlns:a16="http://schemas.microsoft.com/office/drawing/2014/main" id="{D56DA4A8-41C6-4778-ADA5-E166E779E94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468072" y="855256"/>
            <a:ext cx="1305366" cy="804742"/>
          </a:xfrm>
          <a:prstGeom prst="rect">
            <a:avLst/>
          </a:prstGeom>
        </p:spPr>
      </p:pic>
      <p:sp>
        <p:nvSpPr>
          <p:cNvPr id="102" name="ZoneTexte 101">
            <a:extLst>
              <a:ext uri="{FF2B5EF4-FFF2-40B4-BE49-F238E27FC236}">
                <a16:creationId xmlns:a16="http://schemas.microsoft.com/office/drawing/2014/main" id="{B4EC4FCD-54A5-4311-9DA9-66B055BA0915}"/>
              </a:ext>
            </a:extLst>
          </p:cNvPr>
          <p:cNvSpPr txBox="1"/>
          <p:nvPr/>
        </p:nvSpPr>
        <p:spPr>
          <a:xfrm>
            <a:off x="10715162" y="966395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Masse</a:t>
            </a:r>
          </a:p>
          <a:p>
            <a:r>
              <a:rPr lang="fr-FR" sz="1050" dirty="0"/>
              <a:t>12 V</a:t>
            </a:r>
          </a:p>
          <a:p>
            <a:r>
              <a:rPr lang="fr-FR" sz="1050" dirty="0"/>
              <a:t>GPIO</a:t>
            </a:r>
          </a:p>
        </p:txBody>
      </p: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1DD5A8BE-02B6-4F04-84E4-F88D25AA4EDA}"/>
              </a:ext>
            </a:extLst>
          </p:cNvPr>
          <p:cNvCxnSpPr>
            <a:cxnSpLocks/>
          </p:cNvCxnSpPr>
          <p:nvPr/>
        </p:nvCxnSpPr>
        <p:spPr>
          <a:xfrm flipH="1">
            <a:off x="8591217" y="341265"/>
            <a:ext cx="837839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55F2D97E-B841-415C-A083-C623A3FCBF3B}"/>
              </a:ext>
            </a:extLst>
          </p:cNvPr>
          <p:cNvCxnSpPr>
            <a:cxnSpLocks/>
          </p:cNvCxnSpPr>
          <p:nvPr/>
        </p:nvCxnSpPr>
        <p:spPr>
          <a:xfrm flipH="1">
            <a:off x="8313420" y="455765"/>
            <a:ext cx="11156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566CE57D-E35D-4497-97E8-C3AF05DF840C}"/>
              </a:ext>
            </a:extLst>
          </p:cNvPr>
          <p:cNvCxnSpPr>
            <a:cxnSpLocks/>
          </p:cNvCxnSpPr>
          <p:nvPr/>
        </p:nvCxnSpPr>
        <p:spPr>
          <a:xfrm flipH="1" flipV="1">
            <a:off x="8534309" y="568657"/>
            <a:ext cx="894747" cy="90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ZoneTexte 118">
            <a:extLst>
              <a:ext uri="{FF2B5EF4-FFF2-40B4-BE49-F238E27FC236}">
                <a16:creationId xmlns:a16="http://schemas.microsoft.com/office/drawing/2014/main" id="{F5412486-2A9E-4BE6-8EC5-82E180094B5B}"/>
              </a:ext>
            </a:extLst>
          </p:cNvPr>
          <p:cNvSpPr txBox="1"/>
          <p:nvPr/>
        </p:nvSpPr>
        <p:spPr>
          <a:xfrm>
            <a:off x="11192770" y="1000367"/>
            <a:ext cx="109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Spot Lumineux 2</a:t>
            </a:r>
            <a:endParaRPr lang="fr-FR" sz="1050" b="1" dirty="0"/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1DA837A8-2D65-4981-B191-C8F12BF7E75A}"/>
              </a:ext>
            </a:extLst>
          </p:cNvPr>
          <p:cNvSpPr txBox="1"/>
          <p:nvPr/>
        </p:nvSpPr>
        <p:spPr>
          <a:xfrm>
            <a:off x="550806" y="3163377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696397" y="4351801"/>
            <a:ext cx="9183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AD5D23C-688A-425A-A342-06F5C6A12CC2}"/>
              </a:ext>
            </a:extLst>
          </p:cNvPr>
          <p:cNvCxnSpPr>
            <a:cxnSpLocks/>
          </p:cNvCxnSpPr>
          <p:nvPr/>
        </p:nvCxnSpPr>
        <p:spPr>
          <a:xfrm flipH="1">
            <a:off x="1165576" y="4219589"/>
            <a:ext cx="145280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79289" y="3412007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820674" y="383759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1894555" y="4326401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824BDE9-6D9D-4C00-A3E6-7314E41A61C6}"/>
              </a:ext>
            </a:extLst>
          </p:cNvPr>
          <p:cNvGrpSpPr/>
          <p:nvPr/>
        </p:nvGrpSpPr>
        <p:grpSpPr>
          <a:xfrm rot="10800000">
            <a:off x="2952122" y="4095839"/>
            <a:ext cx="583814" cy="606735"/>
            <a:chOff x="1738408" y="4827919"/>
            <a:chExt cx="583814" cy="606735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2D6B77C-BEB7-472A-A95C-A2C13E2E5BFF}"/>
                </a:ext>
              </a:extLst>
            </p:cNvPr>
            <p:cNvGrpSpPr/>
            <p:nvPr/>
          </p:nvGrpSpPr>
          <p:grpSpPr>
            <a:xfrm>
              <a:off x="1913791" y="5065322"/>
              <a:ext cx="302113" cy="369332"/>
              <a:chOff x="2272683" y="5175682"/>
              <a:chExt cx="302113" cy="36933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4FE750F-6A35-4246-90D1-BADE23778E5C}"/>
                  </a:ext>
                </a:extLst>
              </p:cNvPr>
              <p:cNvSpPr/>
              <p:nvPr/>
            </p:nvSpPr>
            <p:spPr>
              <a:xfrm>
                <a:off x="2272683" y="5175682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9D0710D-F218-45E4-B73E-C7218B788F60}"/>
                  </a:ext>
                </a:extLst>
              </p:cNvPr>
              <p:cNvSpPr/>
              <p:nvPr/>
            </p:nvSpPr>
            <p:spPr>
              <a:xfrm>
                <a:off x="2438648" y="5250822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33B8CE3-8853-4163-B3C4-79029064F777}"/>
                  </a:ext>
                </a:extLst>
              </p:cNvPr>
              <p:cNvSpPr/>
              <p:nvPr/>
            </p:nvSpPr>
            <p:spPr>
              <a:xfrm>
                <a:off x="2436770" y="5410618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C5F14F8-9F58-4CBF-AFA7-1F296C6EB3B7}"/>
                </a:ext>
              </a:extLst>
            </p:cNvPr>
            <p:cNvSpPr txBox="1"/>
            <p:nvPr/>
          </p:nvSpPr>
          <p:spPr>
            <a:xfrm rot="10800000">
              <a:off x="1738408" y="4827919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sp>
        <p:nvSpPr>
          <p:cNvPr id="125" name="ZoneTexte 124">
            <a:extLst>
              <a:ext uri="{FF2B5EF4-FFF2-40B4-BE49-F238E27FC236}">
                <a16:creationId xmlns:a16="http://schemas.microsoft.com/office/drawing/2014/main" id="{9C95410F-3B56-4DEA-9C5E-1EF72BCA0344}"/>
              </a:ext>
            </a:extLst>
          </p:cNvPr>
          <p:cNvSpPr txBox="1"/>
          <p:nvPr/>
        </p:nvSpPr>
        <p:spPr>
          <a:xfrm>
            <a:off x="6012671" y="3383853"/>
            <a:ext cx="5004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XT30f</a:t>
            </a:r>
          </a:p>
        </p:txBody>
      </p: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A7B5474B-999C-45A4-91F6-C6ECBCEE438E}"/>
              </a:ext>
            </a:extLst>
          </p:cNvPr>
          <p:cNvCxnSpPr>
            <a:cxnSpLocks/>
          </p:cNvCxnSpPr>
          <p:nvPr/>
        </p:nvCxnSpPr>
        <p:spPr>
          <a:xfrm flipH="1">
            <a:off x="6738757" y="559545"/>
            <a:ext cx="524496" cy="1756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>
            <a:extLst>
              <a:ext uri="{FF2B5EF4-FFF2-40B4-BE49-F238E27FC236}">
                <a16:creationId xmlns:a16="http://schemas.microsoft.com/office/drawing/2014/main" id="{C3DEC3AD-7127-4432-9EFA-89C3F0FFAF04}"/>
              </a:ext>
            </a:extLst>
          </p:cNvPr>
          <p:cNvCxnSpPr>
            <a:cxnSpLocks/>
          </p:cNvCxnSpPr>
          <p:nvPr/>
        </p:nvCxnSpPr>
        <p:spPr>
          <a:xfrm flipH="1" flipV="1">
            <a:off x="7813378" y="526938"/>
            <a:ext cx="751139" cy="6204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78F0D065-BBA0-463F-B230-8F10F7095A96}"/>
              </a:ext>
            </a:extLst>
          </p:cNvPr>
          <p:cNvCxnSpPr>
            <a:cxnSpLocks/>
          </p:cNvCxnSpPr>
          <p:nvPr/>
        </p:nvCxnSpPr>
        <p:spPr>
          <a:xfrm flipH="1">
            <a:off x="7805119" y="456215"/>
            <a:ext cx="516185" cy="112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Image 146">
            <a:extLst>
              <a:ext uri="{FF2B5EF4-FFF2-40B4-BE49-F238E27FC236}">
                <a16:creationId xmlns:a16="http://schemas.microsoft.com/office/drawing/2014/main" id="{E36769D1-4C77-4461-9F5A-4B7EEA47F29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145617" y="413065"/>
            <a:ext cx="804759" cy="329239"/>
          </a:xfrm>
          <a:prstGeom prst="rect">
            <a:avLst/>
          </a:prstGeom>
        </p:spPr>
      </p:pic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418EF29B-C5EE-4232-AB64-3297C2E90225}"/>
              </a:ext>
            </a:extLst>
          </p:cNvPr>
          <p:cNvCxnSpPr>
            <a:cxnSpLocks/>
          </p:cNvCxnSpPr>
          <p:nvPr/>
        </p:nvCxnSpPr>
        <p:spPr>
          <a:xfrm flipH="1">
            <a:off x="7866635" y="565895"/>
            <a:ext cx="682007" cy="4047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80AFF1B7-B625-4756-9D01-63B2AABF288F}"/>
              </a:ext>
            </a:extLst>
          </p:cNvPr>
          <p:cNvCxnSpPr>
            <a:cxnSpLocks/>
          </p:cNvCxnSpPr>
          <p:nvPr/>
        </p:nvCxnSpPr>
        <p:spPr>
          <a:xfrm flipH="1" flipV="1">
            <a:off x="7882510" y="1133563"/>
            <a:ext cx="675657" cy="1303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A78CA60-5C4A-4485-AD16-0657BFFE1220}"/>
              </a:ext>
            </a:extLst>
          </p:cNvPr>
          <p:cNvCxnSpPr>
            <a:cxnSpLocks/>
          </p:cNvCxnSpPr>
          <p:nvPr/>
        </p:nvCxnSpPr>
        <p:spPr>
          <a:xfrm flipH="1" flipV="1">
            <a:off x="6738757" y="843314"/>
            <a:ext cx="532755" cy="19762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Image 153">
            <a:extLst>
              <a:ext uri="{FF2B5EF4-FFF2-40B4-BE49-F238E27FC236}">
                <a16:creationId xmlns:a16="http://schemas.microsoft.com/office/drawing/2014/main" id="{8DE265B8-3BBF-4CFD-AF61-5533639A8B3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145617" y="883166"/>
            <a:ext cx="804759" cy="329239"/>
          </a:xfrm>
          <a:prstGeom prst="rect">
            <a:avLst/>
          </a:prstGeom>
        </p:spPr>
      </p:pic>
      <p:grpSp>
        <p:nvGrpSpPr>
          <p:cNvPr id="158" name="Groupe 157">
            <a:extLst>
              <a:ext uri="{FF2B5EF4-FFF2-40B4-BE49-F238E27FC236}">
                <a16:creationId xmlns:a16="http://schemas.microsoft.com/office/drawing/2014/main" id="{D6B9CD81-20E0-424E-AB47-A0D56B765C94}"/>
              </a:ext>
            </a:extLst>
          </p:cNvPr>
          <p:cNvGrpSpPr/>
          <p:nvPr/>
        </p:nvGrpSpPr>
        <p:grpSpPr>
          <a:xfrm>
            <a:off x="8883798" y="2757150"/>
            <a:ext cx="80628" cy="113013"/>
            <a:chOff x="2029471" y="2824253"/>
            <a:chExt cx="80628" cy="113013"/>
          </a:xfrm>
        </p:grpSpPr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D9DE1ADE-16D8-4E00-AB98-1B1934857D31}"/>
                </a:ext>
              </a:extLst>
            </p:cNvPr>
            <p:cNvCxnSpPr>
              <a:cxnSpLocks/>
            </p:cNvCxnSpPr>
            <p:nvPr/>
          </p:nvCxnSpPr>
          <p:spPr>
            <a:xfrm>
              <a:off x="2041820" y="2843564"/>
              <a:ext cx="47991" cy="937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8DF45D3B-1804-4811-AAE3-473A4578E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9471" y="2824253"/>
              <a:ext cx="80628" cy="1130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e 160">
            <a:extLst>
              <a:ext uri="{FF2B5EF4-FFF2-40B4-BE49-F238E27FC236}">
                <a16:creationId xmlns:a16="http://schemas.microsoft.com/office/drawing/2014/main" id="{52F88605-E63E-4C75-ADB5-D533FA4AEF37}"/>
              </a:ext>
            </a:extLst>
          </p:cNvPr>
          <p:cNvGrpSpPr/>
          <p:nvPr/>
        </p:nvGrpSpPr>
        <p:grpSpPr>
          <a:xfrm>
            <a:off x="3715730" y="3405782"/>
            <a:ext cx="500458" cy="571425"/>
            <a:chOff x="2245749" y="5054704"/>
            <a:chExt cx="500458" cy="571425"/>
          </a:xfrm>
        </p:grpSpPr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5914D678-9B0A-4092-A6E0-A718D930B3A2}"/>
                </a:ext>
              </a:extLst>
            </p:cNvPr>
            <p:cNvGrpSpPr/>
            <p:nvPr/>
          </p:nvGrpSpPr>
          <p:grpSpPr>
            <a:xfrm>
              <a:off x="2345623" y="5054704"/>
              <a:ext cx="299499" cy="369332"/>
              <a:chOff x="2425948" y="5175682"/>
              <a:chExt cx="299499" cy="369332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30F284D-6EBB-4F03-B455-5289DDFBFB32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56A07C-6BB6-4F88-AA1E-687796816C46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5F50AB2-E044-4D78-BC1B-5CE778063648}"/>
                  </a:ext>
                </a:extLst>
              </p:cNvPr>
              <p:cNvSpPr/>
              <p:nvPr/>
            </p:nvSpPr>
            <p:spPr>
              <a:xfrm>
                <a:off x="242724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63" name="ZoneTexte 162">
              <a:extLst>
                <a:ext uri="{FF2B5EF4-FFF2-40B4-BE49-F238E27FC236}">
                  <a16:creationId xmlns:a16="http://schemas.microsoft.com/office/drawing/2014/main" id="{A8C4A950-B957-47A8-AC5A-840A8E550BB0}"/>
                </a:ext>
              </a:extLst>
            </p:cNvPr>
            <p:cNvSpPr txBox="1"/>
            <p:nvPr/>
          </p:nvSpPr>
          <p:spPr>
            <a:xfrm>
              <a:off x="2245749" y="5372213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pic>
        <p:nvPicPr>
          <p:cNvPr id="167" name="Image 166">
            <a:extLst>
              <a:ext uri="{FF2B5EF4-FFF2-40B4-BE49-F238E27FC236}">
                <a16:creationId xmlns:a16="http://schemas.microsoft.com/office/drawing/2014/main" id="{611DCA24-2B78-4A3A-BAFD-6873532208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1689" y="4261583"/>
            <a:ext cx="656674" cy="196294"/>
          </a:xfrm>
          <a:prstGeom prst="rect">
            <a:avLst/>
          </a:prstGeom>
        </p:spPr>
      </p:pic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2CE9D13B-7036-46E3-9489-53FB24ED0C9B}"/>
              </a:ext>
            </a:extLst>
          </p:cNvPr>
          <p:cNvCxnSpPr>
            <a:cxnSpLocks/>
          </p:cNvCxnSpPr>
          <p:nvPr/>
        </p:nvCxnSpPr>
        <p:spPr>
          <a:xfrm flipV="1">
            <a:off x="5948777" y="3604925"/>
            <a:ext cx="0" cy="6014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>
            <a:extLst>
              <a:ext uri="{FF2B5EF4-FFF2-40B4-BE49-F238E27FC236}">
                <a16:creationId xmlns:a16="http://schemas.microsoft.com/office/drawing/2014/main" id="{05559AF1-80E4-4F9B-8269-F2A794F196BC}"/>
              </a:ext>
            </a:extLst>
          </p:cNvPr>
          <p:cNvCxnSpPr>
            <a:cxnSpLocks/>
          </p:cNvCxnSpPr>
          <p:nvPr/>
        </p:nvCxnSpPr>
        <p:spPr>
          <a:xfrm>
            <a:off x="5827376" y="3591568"/>
            <a:ext cx="0" cy="7375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1E4F311D-F432-40D4-BB17-E71F9FE996E0}"/>
              </a:ext>
            </a:extLst>
          </p:cNvPr>
          <p:cNvGrpSpPr/>
          <p:nvPr/>
        </p:nvGrpSpPr>
        <p:grpSpPr>
          <a:xfrm rot="10800000">
            <a:off x="2427565" y="4095274"/>
            <a:ext cx="500458" cy="573279"/>
            <a:chOff x="2270241" y="4850757"/>
            <a:chExt cx="500458" cy="573279"/>
          </a:xfrm>
        </p:grpSpPr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96BCA03A-7B39-41A5-8991-E43EA880654D}"/>
                </a:ext>
              </a:extLst>
            </p:cNvPr>
            <p:cNvGrpSpPr/>
            <p:nvPr/>
          </p:nvGrpSpPr>
          <p:grpSpPr>
            <a:xfrm>
              <a:off x="2343110" y="5054704"/>
              <a:ext cx="302012" cy="369332"/>
              <a:chOff x="2423435" y="5175682"/>
              <a:chExt cx="302012" cy="369332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CF41A00-E6F0-4BA3-B0D7-84885841743C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3EC0EA7A-0536-4E69-ABF8-E407ED2D97A0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04E748FC-8C66-4997-806E-DB03DA64E96A}"/>
                  </a:ext>
                </a:extLst>
              </p:cNvPr>
              <p:cNvSpPr/>
              <p:nvPr/>
            </p:nvSpPr>
            <p:spPr>
              <a:xfrm>
                <a:off x="242343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2" name="ZoneTexte 171">
              <a:extLst>
                <a:ext uri="{FF2B5EF4-FFF2-40B4-BE49-F238E27FC236}">
                  <a16:creationId xmlns:a16="http://schemas.microsoft.com/office/drawing/2014/main" id="{11F75EA0-A66E-4732-B017-F70E5FE0E1CD}"/>
                </a:ext>
              </a:extLst>
            </p:cNvPr>
            <p:cNvSpPr txBox="1"/>
            <p:nvPr/>
          </p:nvSpPr>
          <p:spPr>
            <a:xfrm rot="10800000">
              <a:off x="2270241" y="4850757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5A819030-AB59-493D-B5E5-09C6FE7965E4}"/>
              </a:ext>
            </a:extLst>
          </p:cNvPr>
          <p:cNvCxnSpPr>
            <a:cxnSpLocks/>
          </p:cNvCxnSpPr>
          <p:nvPr/>
        </p:nvCxnSpPr>
        <p:spPr>
          <a:xfrm flipV="1">
            <a:off x="5344647" y="4330843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178">
            <a:extLst>
              <a:ext uri="{FF2B5EF4-FFF2-40B4-BE49-F238E27FC236}">
                <a16:creationId xmlns:a16="http://schemas.microsoft.com/office/drawing/2014/main" id="{3214155C-73F2-4F21-B5B7-FE4355408DE7}"/>
              </a:ext>
            </a:extLst>
          </p:cNvPr>
          <p:cNvCxnSpPr>
            <a:cxnSpLocks/>
          </p:cNvCxnSpPr>
          <p:nvPr/>
        </p:nvCxnSpPr>
        <p:spPr>
          <a:xfrm flipH="1">
            <a:off x="5344470" y="4353878"/>
            <a:ext cx="123419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51402FD0-D9B0-4C03-99B9-5A301C6AA9CC}"/>
              </a:ext>
            </a:extLst>
          </p:cNvPr>
          <p:cNvGrpSpPr/>
          <p:nvPr/>
        </p:nvGrpSpPr>
        <p:grpSpPr>
          <a:xfrm>
            <a:off x="7728983" y="2829152"/>
            <a:ext cx="583814" cy="587696"/>
            <a:chOff x="3664269" y="5463362"/>
            <a:chExt cx="583814" cy="587696"/>
          </a:xfrm>
        </p:grpSpPr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4DE354DE-BA3A-4B45-9DD1-895DFEEA2CF8}"/>
                </a:ext>
              </a:extLst>
            </p:cNvPr>
            <p:cNvGrpSpPr/>
            <p:nvPr/>
          </p:nvGrpSpPr>
          <p:grpSpPr>
            <a:xfrm rot="10800000">
              <a:off x="3777512" y="5463362"/>
              <a:ext cx="302113" cy="369332"/>
              <a:chOff x="6446771" y="4878427"/>
              <a:chExt cx="302113" cy="369332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E378D9B6-4714-4B0C-BB62-43D8B49934C3}"/>
                  </a:ext>
                </a:extLst>
              </p:cNvPr>
              <p:cNvSpPr/>
              <p:nvPr/>
            </p:nvSpPr>
            <p:spPr>
              <a:xfrm>
                <a:off x="6446771" y="4878427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AE9BACC-F7DC-494B-9CC8-EB05F86BD329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30B3FA1B-5558-4D6E-9453-2AF919F7F9DA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CF9DC82E-27BC-4A36-9EF9-C6A2222D9762}"/>
                </a:ext>
              </a:extLst>
            </p:cNvPr>
            <p:cNvSpPr txBox="1"/>
            <p:nvPr/>
          </p:nvSpPr>
          <p:spPr>
            <a:xfrm>
              <a:off x="3664269" y="5789448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sp>
        <p:nvSpPr>
          <p:cNvPr id="192" name="Forme libre : forme 191">
            <a:extLst>
              <a:ext uri="{FF2B5EF4-FFF2-40B4-BE49-F238E27FC236}">
                <a16:creationId xmlns:a16="http://schemas.microsoft.com/office/drawing/2014/main" id="{1EC53709-6176-4DA8-9A8D-DE79741BDAB6}"/>
              </a:ext>
            </a:extLst>
          </p:cNvPr>
          <p:cNvSpPr/>
          <p:nvPr/>
        </p:nvSpPr>
        <p:spPr>
          <a:xfrm>
            <a:off x="4115103" y="4856733"/>
            <a:ext cx="3689047" cy="521613"/>
          </a:xfrm>
          <a:custGeom>
            <a:avLst/>
            <a:gdLst>
              <a:gd name="connsiteX0" fmla="*/ 2701 w 3285651"/>
              <a:gd name="connsiteY0" fmla="*/ 0 h 438046"/>
              <a:gd name="connsiteX1" fmla="*/ 529751 w 3285651"/>
              <a:gd name="connsiteY1" fmla="*/ 406400 h 438046"/>
              <a:gd name="connsiteX2" fmla="*/ 3285651 w 3285651"/>
              <a:gd name="connsiteY2" fmla="*/ 381000 h 43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5651" h="438046">
                <a:moveTo>
                  <a:pt x="2701" y="0"/>
                </a:moveTo>
                <a:cubicBezTo>
                  <a:pt x="-7353" y="171450"/>
                  <a:pt x="-17407" y="342900"/>
                  <a:pt x="529751" y="406400"/>
                </a:cubicBezTo>
                <a:cubicBezTo>
                  <a:pt x="1076909" y="469900"/>
                  <a:pt x="2181280" y="425450"/>
                  <a:pt x="3285651" y="381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972B8D5E-372C-4AE6-80ED-08F3AD4FC63E}"/>
              </a:ext>
            </a:extLst>
          </p:cNvPr>
          <p:cNvCxnSpPr>
            <a:cxnSpLocks/>
          </p:cNvCxnSpPr>
          <p:nvPr/>
        </p:nvCxnSpPr>
        <p:spPr>
          <a:xfrm>
            <a:off x="4636122" y="3631472"/>
            <a:ext cx="0" cy="7224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>
            <a:extLst>
              <a:ext uri="{FF2B5EF4-FFF2-40B4-BE49-F238E27FC236}">
                <a16:creationId xmlns:a16="http://schemas.microsoft.com/office/drawing/2014/main" id="{1F6BC757-9914-458C-9865-5DF576F1C550}"/>
              </a:ext>
            </a:extLst>
          </p:cNvPr>
          <p:cNvCxnSpPr>
            <a:cxnSpLocks/>
          </p:cNvCxnSpPr>
          <p:nvPr/>
        </p:nvCxnSpPr>
        <p:spPr>
          <a:xfrm flipV="1">
            <a:off x="4791421" y="3477114"/>
            <a:ext cx="195" cy="722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Forme libre : forme 212">
            <a:extLst>
              <a:ext uri="{FF2B5EF4-FFF2-40B4-BE49-F238E27FC236}">
                <a16:creationId xmlns:a16="http://schemas.microsoft.com/office/drawing/2014/main" id="{201465EE-1194-4F7A-93F8-235DE6A80E37}"/>
              </a:ext>
            </a:extLst>
          </p:cNvPr>
          <p:cNvSpPr/>
          <p:nvPr/>
        </p:nvSpPr>
        <p:spPr>
          <a:xfrm>
            <a:off x="3455671" y="2990850"/>
            <a:ext cx="4335779" cy="577850"/>
          </a:xfrm>
          <a:custGeom>
            <a:avLst/>
            <a:gdLst>
              <a:gd name="connsiteX0" fmla="*/ 5170459 w 5170459"/>
              <a:gd name="connsiteY0" fmla="*/ 19050 h 577850"/>
              <a:gd name="connsiteX1" fmla="*/ 2960659 w 5170459"/>
              <a:gd name="connsiteY1" fmla="*/ 0 h 577850"/>
              <a:gd name="connsiteX2" fmla="*/ 503209 w 5170459"/>
              <a:gd name="connsiteY2" fmla="*/ 63500 h 577850"/>
              <a:gd name="connsiteX3" fmla="*/ 1559 w 5170459"/>
              <a:gd name="connsiteY3" fmla="*/ 355600 h 577850"/>
              <a:gd name="connsiteX4" fmla="*/ 376209 w 5170459"/>
              <a:gd name="connsiteY4" fmla="*/ 577850 h 577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459" h="577850">
                <a:moveTo>
                  <a:pt x="5170459" y="19050"/>
                </a:moveTo>
                <a:lnTo>
                  <a:pt x="2960659" y="0"/>
                </a:lnTo>
                <a:cubicBezTo>
                  <a:pt x="2182784" y="7408"/>
                  <a:pt x="996392" y="4233"/>
                  <a:pt x="503209" y="63500"/>
                </a:cubicBezTo>
                <a:cubicBezTo>
                  <a:pt x="10026" y="122767"/>
                  <a:pt x="22726" y="269875"/>
                  <a:pt x="1559" y="355600"/>
                </a:cubicBezTo>
                <a:cubicBezTo>
                  <a:pt x="-19608" y="441325"/>
                  <a:pt x="178300" y="509587"/>
                  <a:pt x="376209" y="5778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ABE9786A-B78C-4F26-8971-DEB8BA9CD502}"/>
              </a:ext>
            </a:extLst>
          </p:cNvPr>
          <p:cNvCxnSpPr/>
          <p:nvPr/>
        </p:nvCxnSpPr>
        <p:spPr>
          <a:xfrm>
            <a:off x="2879870" y="4282001"/>
            <a:ext cx="15382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Forme libre : forme 224">
            <a:extLst>
              <a:ext uri="{FF2B5EF4-FFF2-40B4-BE49-F238E27FC236}">
                <a16:creationId xmlns:a16="http://schemas.microsoft.com/office/drawing/2014/main" id="{EA7573F7-E966-4338-82D7-70AE0A53EB9B}"/>
              </a:ext>
            </a:extLst>
          </p:cNvPr>
          <p:cNvSpPr/>
          <p:nvPr/>
        </p:nvSpPr>
        <p:spPr>
          <a:xfrm>
            <a:off x="5866660" y="751239"/>
            <a:ext cx="180063" cy="2575761"/>
          </a:xfrm>
          <a:custGeom>
            <a:avLst/>
            <a:gdLst>
              <a:gd name="connsiteX0" fmla="*/ 0 w 749300"/>
              <a:gd name="connsiteY0" fmla="*/ 2505294 h 2505294"/>
              <a:gd name="connsiteX1" fmla="*/ 400050 w 749300"/>
              <a:gd name="connsiteY1" fmla="*/ 1355944 h 2505294"/>
              <a:gd name="connsiteX2" fmla="*/ 171450 w 749300"/>
              <a:gd name="connsiteY2" fmla="*/ 149444 h 2505294"/>
              <a:gd name="connsiteX3" fmla="*/ 749300 w 749300"/>
              <a:gd name="connsiteY3" fmla="*/ 60544 h 2505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00" h="2505294">
                <a:moveTo>
                  <a:pt x="0" y="2505294"/>
                </a:moveTo>
                <a:cubicBezTo>
                  <a:pt x="185737" y="2126940"/>
                  <a:pt x="371475" y="1748586"/>
                  <a:pt x="400050" y="1355944"/>
                </a:cubicBezTo>
                <a:cubicBezTo>
                  <a:pt x="428625" y="963302"/>
                  <a:pt x="113242" y="365344"/>
                  <a:pt x="171450" y="149444"/>
                </a:cubicBezTo>
                <a:cubicBezTo>
                  <a:pt x="229658" y="-66456"/>
                  <a:pt x="489479" y="-2956"/>
                  <a:pt x="749300" y="60544"/>
                </a:cubicBez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26" name="Groupe 225">
            <a:extLst>
              <a:ext uri="{FF2B5EF4-FFF2-40B4-BE49-F238E27FC236}">
                <a16:creationId xmlns:a16="http://schemas.microsoft.com/office/drawing/2014/main" id="{F5CA3A3F-EB60-4A97-81F1-A7784D4DA007}"/>
              </a:ext>
            </a:extLst>
          </p:cNvPr>
          <p:cNvGrpSpPr/>
          <p:nvPr/>
        </p:nvGrpSpPr>
        <p:grpSpPr>
          <a:xfrm>
            <a:off x="7735585" y="5137851"/>
            <a:ext cx="500458" cy="571425"/>
            <a:chOff x="2245749" y="5054704"/>
            <a:chExt cx="500458" cy="571425"/>
          </a:xfrm>
        </p:grpSpPr>
        <p:grpSp>
          <p:nvGrpSpPr>
            <p:cNvPr id="227" name="Groupe 226">
              <a:extLst>
                <a:ext uri="{FF2B5EF4-FFF2-40B4-BE49-F238E27FC236}">
                  <a16:creationId xmlns:a16="http://schemas.microsoft.com/office/drawing/2014/main" id="{CBA1344C-5272-4466-AC93-46019D22174F}"/>
                </a:ext>
              </a:extLst>
            </p:cNvPr>
            <p:cNvGrpSpPr/>
            <p:nvPr/>
          </p:nvGrpSpPr>
          <p:grpSpPr>
            <a:xfrm>
              <a:off x="2345623" y="5054704"/>
              <a:ext cx="299499" cy="369332"/>
              <a:chOff x="2425948" y="5175682"/>
              <a:chExt cx="299499" cy="369332"/>
            </a:xfrm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137894EA-6877-45C7-AF27-3B332F29820A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922001D-1921-4274-8E02-53E300238E7E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842A5D7D-D985-4F72-9F67-2CC64E1B77AC}"/>
                  </a:ext>
                </a:extLst>
              </p:cNvPr>
              <p:cNvSpPr/>
              <p:nvPr/>
            </p:nvSpPr>
            <p:spPr>
              <a:xfrm>
                <a:off x="242724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0CB72EB5-6B8C-4094-9B0A-163F2538133F}"/>
                </a:ext>
              </a:extLst>
            </p:cNvPr>
            <p:cNvSpPr txBox="1"/>
            <p:nvPr/>
          </p:nvSpPr>
          <p:spPr>
            <a:xfrm>
              <a:off x="2245749" y="5372213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grpSp>
        <p:nvGrpSpPr>
          <p:cNvPr id="233" name="Groupe 232">
            <a:extLst>
              <a:ext uri="{FF2B5EF4-FFF2-40B4-BE49-F238E27FC236}">
                <a16:creationId xmlns:a16="http://schemas.microsoft.com/office/drawing/2014/main" id="{D03B5917-4715-4CB6-ADBA-B1FD6F7D9A32}"/>
              </a:ext>
            </a:extLst>
          </p:cNvPr>
          <p:cNvGrpSpPr/>
          <p:nvPr/>
        </p:nvGrpSpPr>
        <p:grpSpPr>
          <a:xfrm rot="16200000">
            <a:off x="5391942" y="4192445"/>
            <a:ext cx="310874" cy="910018"/>
            <a:chOff x="3768751" y="5463361"/>
            <a:chExt cx="310874" cy="910018"/>
          </a:xfrm>
        </p:grpSpPr>
        <p:grpSp>
          <p:nvGrpSpPr>
            <p:cNvPr id="234" name="Groupe 233">
              <a:extLst>
                <a:ext uri="{FF2B5EF4-FFF2-40B4-BE49-F238E27FC236}">
                  <a16:creationId xmlns:a16="http://schemas.microsoft.com/office/drawing/2014/main" id="{07946CDD-4F0D-4410-AFE2-78A45A9D8B0D}"/>
                </a:ext>
              </a:extLst>
            </p:cNvPr>
            <p:cNvGrpSpPr/>
            <p:nvPr/>
          </p:nvGrpSpPr>
          <p:grpSpPr>
            <a:xfrm rot="10800000">
              <a:off x="3777512" y="5463361"/>
              <a:ext cx="302113" cy="369332"/>
              <a:chOff x="6446771" y="4878428"/>
              <a:chExt cx="302113" cy="369332"/>
            </a:xfrm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8BC64560-D031-456F-9D88-19B2929854FE}"/>
                  </a:ext>
                </a:extLst>
              </p:cNvPr>
              <p:cNvSpPr/>
              <p:nvPr/>
            </p:nvSpPr>
            <p:spPr>
              <a:xfrm>
                <a:off x="6446771" y="4878428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F12B63EF-AA12-4559-A1C3-48B48C93D72F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B5415034-0A95-4C7E-A968-A0B87650FC7E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35" name="ZoneTexte 234">
              <a:extLst>
                <a:ext uri="{FF2B5EF4-FFF2-40B4-BE49-F238E27FC236}">
                  <a16:creationId xmlns:a16="http://schemas.microsoft.com/office/drawing/2014/main" id="{34886258-F24F-451E-9EE3-CD4E20B45004}"/>
                </a:ext>
              </a:extLst>
            </p:cNvPr>
            <p:cNvSpPr txBox="1"/>
            <p:nvPr/>
          </p:nvSpPr>
          <p:spPr>
            <a:xfrm rot="5400000">
              <a:off x="3607649" y="5950667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grpSp>
        <p:nvGrpSpPr>
          <p:cNvPr id="239" name="Groupe 238">
            <a:extLst>
              <a:ext uri="{FF2B5EF4-FFF2-40B4-BE49-F238E27FC236}">
                <a16:creationId xmlns:a16="http://schemas.microsoft.com/office/drawing/2014/main" id="{5ECF670B-91F6-4931-B07E-A7A655F3C241}"/>
              </a:ext>
            </a:extLst>
          </p:cNvPr>
          <p:cNvGrpSpPr/>
          <p:nvPr/>
        </p:nvGrpSpPr>
        <p:grpSpPr>
          <a:xfrm>
            <a:off x="5919295" y="611035"/>
            <a:ext cx="583814" cy="587696"/>
            <a:chOff x="3664269" y="5463362"/>
            <a:chExt cx="583814" cy="587696"/>
          </a:xfrm>
        </p:grpSpPr>
        <p:grpSp>
          <p:nvGrpSpPr>
            <p:cNvPr id="240" name="Groupe 239">
              <a:extLst>
                <a:ext uri="{FF2B5EF4-FFF2-40B4-BE49-F238E27FC236}">
                  <a16:creationId xmlns:a16="http://schemas.microsoft.com/office/drawing/2014/main" id="{4B8FC60E-7A43-4CB0-AF96-EAF7ACD0EE08}"/>
                </a:ext>
              </a:extLst>
            </p:cNvPr>
            <p:cNvGrpSpPr/>
            <p:nvPr/>
          </p:nvGrpSpPr>
          <p:grpSpPr>
            <a:xfrm rot="10800000">
              <a:off x="3777512" y="5463362"/>
              <a:ext cx="302113" cy="369332"/>
              <a:chOff x="6446771" y="4878427"/>
              <a:chExt cx="302113" cy="369332"/>
            </a:xfrm>
          </p:grpSpPr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CD53E2AD-797F-4EC3-9624-10F26DAF9E4F}"/>
                  </a:ext>
                </a:extLst>
              </p:cNvPr>
              <p:cNvSpPr/>
              <p:nvPr/>
            </p:nvSpPr>
            <p:spPr>
              <a:xfrm>
                <a:off x="6446771" y="4878427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55E0E8E3-C82A-4FBB-9046-31C4EA4B71C7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3AFE4BA-62FD-49CC-90EE-C7A3D814FF45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41" name="ZoneTexte 240">
              <a:extLst>
                <a:ext uri="{FF2B5EF4-FFF2-40B4-BE49-F238E27FC236}">
                  <a16:creationId xmlns:a16="http://schemas.microsoft.com/office/drawing/2014/main" id="{D6B6A2B2-C027-4ED4-AE7D-451BE93A34C0}"/>
                </a:ext>
              </a:extLst>
            </p:cNvPr>
            <p:cNvSpPr txBox="1"/>
            <p:nvPr/>
          </p:nvSpPr>
          <p:spPr>
            <a:xfrm>
              <a:off x="3664269" y="5789448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1DE87958-B770-4E72-8A52-4BD1F9DC0FD8}"/>
              </a:ext>
            </a:extLst>
          </p:cNvPr>
          <p:cNvGrpSpPr/>
          <p:nvPr/>
        </p:nvGrpSpPr>
        <p:grpSpPr>
          <a:xfrm rot="5400000">
            <a:off x="5744148" y="3294126"/>
            <a:ext cx="299499" cy="369332"/>
            <a:chOff x="2425948" y="5175682"/>
            <a:chExt cx="299499" cy="369332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1D90F6A-FC7F-49F4-9626-BFE0E46389E9}"/>
                </a:ext>
              </a:extLst>
            </p:cNvPr>
            <p:cNvSpPr/>
            <p:nvPr/>
          </p:nvSpPr>
          <p:spPr>
            <a:xfrm>
              <a:off x="2425949" y="5175682"/>
              <a:ext cx="299498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6016E10-1D54-4EA1-865A-236BD55CB795}"/>
                </a:ext>
              </a:extLst>
            </p:cNvPr>
            <p:cNvSpPr/>
            <p:nvPr/>
          </p:nvSpPr>
          <p:spPr>
            <a:xfrm>
              <a:off x="2425948" y="5238122"/>
              <a:ext cx="136148" cy="77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348A458-A9F0-4D4C-B53A-C6A0E1394BEA}"/>
                </a:ext>
              </a:extLst>
            </p:cNvPr>
            <p:cNvSpPr/>
            <p:nvPr/>
          </p:nvSpPr>
          <p:spPr>
            <a:xfrm>
              <a:off x="2427245" y="5391568"/>
              <a:ext cx="136148" cy="77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69" name="Connecteur droit 168">
            <a:extLst>
              <a:ext uri="{FF2B5EF4-FFF2-40B4-BE49-F238E27FC236}">
                <a16:creationId xmlns:a16="http://schemas.microsoft.com/office/drawing/2014/main" id="{6BE27DA2-3C9B-40D4-B71E-78B98C00766E}"/>
              </a:ext>
            </a:extLst>
          </p:cNvPr>
          <p:cNvCxnSpPr>
            <a:cxnSpLocks/>
          </p:cNvCxnSpPr>
          <p:nvPr/>
        </p:nvCxnSpPr>
        <p:spPr>
          <a:xfrm flipH="1" flipV="1">
            <a:off x="4130040" y="4341960"/>
            <a:ext cx="1115062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175">
            <a:extLst>
              <a:ext uri="{FF2B5EF4-FFF2-40B4-BE49-F238E27FC236}">
                <a16:creationId xmlns:a16="http://schemas.microsoft.com/office/drawing/2014/main" id="{D1146027-29C9-443D-B719-E16CF7D7F96C}"/>
              </a:ext>
            </a:extLst>
          </p:cNvPr>
          <p:cNvCxnSpPr>
            <a:cxnSpLocks/>
          </p:cNvCxnSpPr>
          <p:nvPr/>
        </p:nvCxnSpPr>
        <p:spPr>
          <a:xfrm flipV="1">
            <a:off x="4058977" y="4317325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>
            <a:extLst>
              <a:ext uri="{FF2B5EF4-FFF2-40B4-BE49-F238E27FC236}">
                <a16:creationId xmlns:a16="http://schemas.microsoft.com/office/drawing/2014/main" id="{88354F30-2A4D-4663-894E-5DBFA37CB96F}"/>
              </a:ext>
            </a:extLst>
          </p:cNvPr>
          <p:cNvCxnSpPr>
            <a:cxnSpLocks/>
          </p:cNvCxnSpPr>
          <p:nvPr/>
        </p:nvCxnSpPr>
        <p:spPr>
          <a:xfrm flipV="1">
            <a:off x="4150417" y="4313289"/>
            <a:ext cx="0" cy="2945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52E5C716-F48F-4B83-B0CE-22C1C7FCD1A7}"/>
              </a:ext>
            </a:extLst>
          </p:cNvPr>
          <p:cNvGrpSpPr/>
          <p:nvPr/>
        </p:nvGrpSpPr>
        <p:grpSpPr>
          <a:xfrm rot="16200000">
            <a:off x="4207166" y="4177475"/>
            <a:ext cx="310874" cy="910018"/>
            <a:chOff x="3768751" y="5463361"/>
            <a:chExt cx="310874" cy="910018"/>
          </a:xfrm>
        </p:grpSpPr>
        <p:grpSp>
          <p:nvGrpSpPr>
            <p:cNvPr id="181" name="Groupe 180">
              <a:extLst>
                <a:ext uri="{FF2B5EF4-FFF2-40B4-BE49-F238E27FC236}">
                  <a16:creationId xmlns:a16="http://schemas.microsoft.com/office/drawing/2014/main" id="{575D3888-841C-46C0-BA8A-9A18F22465D4}"/>
                </a:ext>
              </a:extLst>
            </p:cNvPr>
            <p:cNvGrpSpPr/>
            <p:nvPr/>
          </p:nvGrpSpPr>
          <p:grpSpPr>
            <a:xfrm rot="10800000">
              <a:off x="3777512" y="5463361"/>
              <a:ext cx="302113" cy="369332"/>
              <a:chOff x="6446771" y="4878428"/>
              <a:chExt cx="302113" cy="369332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D76AD6FC-EE81-4DA8-AFDA-A27D98178CF4}"/>
                  </a:ext>
                </a:extLst>
              </p:cNvPr>
              <p:cNvSpPr/>
              <p:nvPr/>
            </p:nvSpPr>
            <p:spPr>
              <a:xfrm>
                <a:off x="6446771" y="4878428"/>
                <a:ext cx="15979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B823891-02B8-4BB6-8B97-E6C610F54F31}"/>
                  </a:ext>
                </a:extLst>
              </p:cNvPr>
              <p:cNvSpPr/>
              <p:nvPr/>
            </p:nvSpPr>
            <p:spPr>
              <a:xfrm>
                <a:off x="6612736" y="4953567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32E6CB32-A11D-4A2B-A93C-B29325341B16}"/>
                  </a:ext>
                </a:extLst>
              </p:cNvPr>
              <p:cNvSpPr/>
              <p:nvPr/>
            </p:nvSpPr>
            <p:spPr>
              <a:xfrm>
                <a:off x="6610858" y="5113363"/>
                <a:ext cx="136148" cy="7756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88CEE590-12D2-4F4D-820D-FEC505F94610}"/>
                </a:ext>
              </a:extLst>
            </p:cNvPr>
            <p:cNvSpPr txBox="1"/>
            <p:nvPr/>
          </p:nvSpPr>
          <p:spPr>
            <a:xfrm rot="5400000">
              <a:off x="3607649" y="5950667"/>
              <a:ext cx="583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XT30m</a:t>
              </a:r>
            </a:p>
          </p:txBody>
        </p:sp>
      </p:grp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CA8C9630-6520-44F6-85A8-BBF79121733E}"/>
              </a:ext>
            </a:extLst>
          </p:cNvPr>
          <p:cNvGrpSpPr/>
          <p:nvPr/>
        </p:nvGrpSpPr>
        <p:grpSpPr>
          <a:xfrm>
            <a:off x="8664080" y="4645480"/>
            <a:ext cx="500458" cy="570279"/>
            <a:chOff x="2245144" y="4853757"/>
            <a:chExt cx="500458" cy="570279"/>
          </a:xfrm>
        </p:grpSpPr>
        <p:grpSp>
          <p:nvGrpSpPr>
            <p:cNvPr id="206" name="Groupe 205">
              <a:extLst>
                <a:ext uri="{FF2B5EF4-FFF2-40B4-BE49-F238E27FC236}">
                  <a16:creationId xmlns:a16="http://schemas.microsoft.com/office/drawing/2014/main" id="{982BC450-BA1C-4376-AE88-6007041DB785}"/>
                </a:ext>
              </a:extLst>
            </p:cNvPr>
            <p:cNvGrpSpPr/>
            <p:nvPr/>
          </p:nvGrpSpPr>
          <p:grpSpPr>
            <a:xfrm>
              <a:off x="2339300" y="5054704"/>
              <a:ext cx="305822" cy="369332"/>
              <a:chOff x="2419625" y="5175682"/>
              <a:chExt cx="305822" cy="369332"/>
            </a:xfrm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CA39E71-2B4D-4D5B-8CEA-662467DBE4D0}"/>
                  </a:ext>
                </a:extLst>
              </p:cNvPr>
              <p:cNvSpPr/>
              <p:nvPr/>
            </p:nvSpPr>
            <p:spPr>
              <a:xfrm>
                <a:off x="2425949" y="5175682"/>
                <a:ext cx="299498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2BD5002-9D0F-4197-869D-6B682616516A}"/>
                  </a:ext>
                </a:extLst>
              </p:cNvPr>
              <p:cNvSpPr/>
              <p:nvPr/>
            </p:nvSpPr>
            <p:spPr>
              <a:xfrm>
                <a:off x="2425948" y="5238122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36097820-D2A8-42CE-B65F-CA2C094ACFF6}"/>
                  </a:ext>
                </a:extLst>
              </p:cNvPr>
              <p:cNvSpPr/>
              <p:nvPr/>
            </p:nvSpPr>
            <p:spPr>
              <a:xfrm>
                <a:off x="2419625" y="5391568"/>
                <a:ext cx="136148" cy="775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07" name="ZoneTexte 206">
              <a:extLst>
                <a:ext uri="{FF2B5EF4-FFF2-40B4-BE49-F238E27FC236}">
                  <a16:creationId xmlns:a16="http://schemas.microsoft.com/office/drawing/2014/main" id="{7514F467-D95E-40D6-B41C-CDECA7885882}"/>
                </a:ext>
              </a:extLst>
            </p:cNvPr>
            <p:cNvSpPr txBox="1"/>
            <p:nvPr/>
          </p:nvSpPr>
          <p:spPr>
            <a:xfrm>
              <a:off x="2245144" y="4853757"/>
              <a:ext cx="5004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XT30f</a:t>
              </a:r>
            </a:p>
          </p:txBody>
        </p:sp>
      </p:grpSp>
      <p:sp>
        <p:nvSpPr>
          <p:cNvPr id="212" name="Forme libre : forme 211">
            <a:extLst>
              <a:ext uri="{FF2B5EF4-FFF2-40B4-BE49-F238E27FC236}">
                <a16:creationId xmlns:a16="http://schemas.microsoft.com/office/drawing/2014/main" id="{DE30A169-765A-4894-98C1-7B5AFB31947A}"/>
              </a:ext>
            </a:extLst>
          </p:cNvPr>
          <p:cNvSpPr/>
          <p:nvPr/>
        </p:nvSpPr>
        <p:spPr>
          <a:xfrm>
            <a:off x="5278267" y="4829317"/>
            <a:ext cx="3437007" cy="247948"/>
          </a:xfrm>
          <a:custGeom>
            <a:avLst/>
            <a:gdLst>
              <a:gd name="connsiteX0" fmla="*/ 2701 w 3285651"/>
              <a:gd name="connsiteY0" fmla="*/ 0 h 438046"/>
              <a:gd name="connsiteX1" fmla="*/ 529751 w 3285651"/>
              <a:gd name="connsiteY1" fmla="*/ 406400 h 438046"/>
              <a:gd name="connsiteX2" fmla="*/ 3285651 w 3285651"/>
              <a:gd name="connsiteY2" fmla="*/ 381000 h 43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5651" h="438046">
                <a:moveTo>
                  <a:pt x="2701" y="0"/>
                </a:moveTo>
                <a:cubicBezTo>
                  <a:pt x="-7353" y="171450"/>
                  <a:pt x="-17407" y="342900"/>
                  <a:pt x="529751" y="406400"/>
                </a:cubicBezTo>
                <a:cubicBezTo>
                  <a:pt x="1076909" y="469900"/>
                  <a:pt x="2181280" y="425450"/>
                  <a:pt x="3285651" y="381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8DD2D7-9EAF-4271-A6F9-A4777DF64046}"/>
              </a:ext>
            </a:extLst>
          </p:cNvPr>
          <p:cNvSpPr txBox="1"/>
          <p:nvPr/>
        </p:nvSpPr>
        <p:spPr>
          <a:xfrm>
            <a:off x="7039706" y="4070960"/>
            <a:ext cx="1752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Vers convertisseur – 12V</a:t>
            </a:r>
          </a:p>
          <a:p>
            <a:r>
              <a:rPr lang="fr-FR" sz="1200" dirty="0"/>
              <a:t>Vers convertisseur + 12 V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045BC7E1-721E-47C5-A686-21CA53F98E9A}"/>
              </a:ext>
            </a:extLst>
          </p:cNvPr>
          <p:cNvGrpSpPr/>
          <p:nvPr/>
        </p:nvGrpSpPr>
        <p:grpSpPr>
          <a:xfrm>
            <a:off x="-46953" y="2345440"/>
            <a:ext cx="3883923" cy="669414"/>
            <a:chOff x="14007" y="2455168"/>
            <a:chExt cx="3883923" cy="669414"/>
          </a:xfrm>
        </p:grpSpPr>
        <p:pic>
          <p:nvPicPr>
            <p:cNvPr id="249" name="Image 248">
              <a:extLst>
                <a:ext uri="{FF2B5EF4-FFF2-40B4-BE49-F238E27FC236}">
                  <a16:creationId xmlns:a16="http://schemas.microsoft.com/office/drawing/2014/main" id="{20E18CA3-E5D4-4A6B-9F83-978BE0EC4A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50465" y="2583506"/>
              <a:ext cx="655381" cy="195908"/>
            </a:xfrm>
            <a:prstGeom prst="rect">
              <a:avLst/>
            </a:prstGeom>
          </p:spPr>
        </p:pic>
        <p:pic>
          <p:nvPicPr>
            <p:cNvPr id="250" name="Image 249">
              <a:extLst>
                <a:ext uri="{FF2B5EF4-FFF2-40B4-BE49-F238E27FC236}">
                  <a16:creationId xmlns:a16="http://schemas.microsoft.com/office/drawing/2014/main" id="{E3C725AC-C4DE-4F8D-BA7A-B276BCDE83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47557" y="2749135"/>
              <a:ext cx="656674" cy="196294"/>
            </a:xfrm>
            <a:prstGeom prst="rect">
              <a:avLst/>
            </a:prstGeom>
          </p:spPr>
        </p:pic>
        <p:cxnSp>
          <p:nvCxnSpPr>
            <p:cNvPr id="247" name="Connecteur droit 246">
              <a:extLst>
                <a:ext uri="{FF2B5EF4-FFF2-40B4-BE49-F238E27FC236}">
                  <a16:creationId xmlns:a16="http://schemas.microsoft.com/office/drawing/2014/main" id="{D61C2D08-0BB2-4A15-8BD1-0B10E789A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456" y="2862523"/>
              <a:ext cx="1209894" cy="28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eur droit 250">
              <a:extLst>
                <a:ext uri="{FF2B5EF4-FFF2-40B4-BE49-F238E27FC236}">
                  <a16:creationId xmlns:a16="http://schemas.microsoft.com/office/drawing/2014/main" id="{00E8E1E8-F053-4A96-87B9-6ADB0539AF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600" y="2702469"/>
              <a:ext cx="1199225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ZoneTexte 252">
              <a:extLst>
                <a:ext uri="{FF2B5EF4-FFF2-40B4-BE49-F238E27FC236}">
                  <a16:creationId xmlns:a16="http://schemas.microsoft.com/office/drawing/2014/main" id="{9B373B6B-3E96-4F95-AA74-F428C1281035}"/>
                </a:ext>
              </a:extLst>
            </p:cNvPr>
            <p:cNvSpPr txBox="1"/>
            <p:nvPr/>
          </p:nvSpPr>
          <p:spPr>
            <a:xfrm>
              <a:off x="14007" y="2564469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Rpi</a:t>
              </a:r>
              <a:endParaRPr lang="fr-FR" dirty="0"/>
            </a:p>
          </p:txBody>
        </p:sp>
        <p:sp>
          <p:nvSpPr>
            <p:cNvPr id="254" name="ZoneTexte 253">
              <a:extLst>
                <a:ext uri="{FF2B5EF4-FFF2-40B4-BE49-F238E27FC236}">
                  <a16:creationId xmlns:a16="http://schemas.microsoft.com/office/drawing/2014/main" id="{CA7FB2D6-6995-415C-9AEE-195DD8A4C0AE}"/>
                </a:ext>
              </a:extLst>
            </p:cNvPr>
            <p:cNvSpPr txBox="1"/>
            <p:nvPr/>
          </p:nvSpPr>
          <p:spPr>
            <a:xfrm>
              <a:off x="591486" y="2455168"/>
              <a:ext cx="537327" cy="669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5V</a:t>
              </a:r>
              <a:endParaRPr lang="fr-FR" sz="600" dirty="0"/>
            </a:p>
            <a:p>
              <a:endParaRPr lang="fr-FR" sz="600" dirty="0"/>
            </a:p>
            <a:p>
              <a:endParaRPr lang="fr-FR" sz="1050" dirty="0"/>
            </a:p>
            <a:p>
              <a:r>
                <a:rPr lang="fr-FR" sz="1050" dirty="0"/>
                <a:t>Masse</a:t>
              </a:r>
            </a:p>
          </p:txBody>
        </p:sp>
        <p:sp>
          <p:nvSpPr>
            <p:cNvPr id="216" name="ZoneTexte 215">
              <a:extLst>
                <a:ext uri="{FF2B5EF4-FFF2-40B4-BE49-F238E27FC236}">
                  <a16:creationId xmlns:a16="http://schemas.microsoft.com/office/drawing/2014/main" id="{530376E9-724F-4139-8086-01DC8B904076}"/>
                </a:ext>
              </a:extLst>
            </p:cNvPr>
            <p:cNvSpPr txBox="1"/>
            <p:nvPr/>
          </p:nvSpPr>
          <p:spPr>
            <a:xfrm>
              <a:off x="2223689" y="2552791"/>
              <a:ext cx="16742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Vers convertisseur – 5V</a:t>
              </a:r>
            </a:p>
            <a:p>
              <a:r>
                <a:rPr lang="fr-FR" sz="1200" dirty="0"/>
                <a:t>Vers convertisseur + 5 V</a:t>
              </a:r>
            </a:p>
          </p:txBody>
        </p: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851000A2-D528-45A1-8A79-5EE16CA1D08B}"/>
              </a:ext>
            </a:extLst>
          </p:cNvPr>
          <p:cNvSpPr txBox="1"/>
          <p:nvPr/>
        </p:nvSpPr>
        <p:spPr>
          <a:xfrm>
            <a:off x="7870499" y="1310256"/>
            <a:ext cx="761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Vers GPIO</a:t>
            </a:r>
          </a:p>
        </p:txBody>
      </p:sp>
      <p:sp>
        <p:nvSpPr>
          <p:cNvPr id="217" name="ZoneTexte 216">
            <a:extLst>
              <a:ext uri="{FF2B5EF4-FFF2-40B4-BE49-F238E27FC236}">
                <a16:creationId xmlns:a16="http://schemas.microsoft.com/office/drawing/2014/main" id="{FF3CB794-9556-4187-BE4A-CBD52477FF34}"/>
              </a:ext>
            </a:extLst>
          </p:cNvPr>
          <p:cNvSpPr txBox="1"/>
          <p:nvPr/>
        </p:nvSpPr>
        <p:spPr>
          <a:xfrm>
            <a:off x="7940430" y="151581"/>
            <a:ext cx="761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Vers GPIO</a:t>
            </a:r>
          </a:p>
        </p:txBody>
      </p:sp>
      <p:grpSp>
        <p:nvGrpSpPr>
          <p:cNvPr id="218" name="Groupe 217">
            <a:extLst>
              <a:ext uri="{FF2B5EF4-FFF2-40B4-BE49-F238E27FC236}">
                <a16:creationId xmlns:a16="http://schemas.microsoft.com/office/drawing/2014/main" id="{9372381B-837A-42FE-A0E9-814D9F4A95D6}"/>
              </a:ext>
            </a:extLst>
          </p:cNvPr>
          <p:cNvGrpSpPr/>
          <p:nvPr/>
        </p:nvGrpSpPr>
        <p:grpSpPr>
          <a:xfrm>
            <a:off x="7195214" y="6002744"/>
            <a:ext cx="4902630" cy="685879"/>
            <a:chOff x="4359459" y="1793621"/>
            <a:chExt cx="4902630" cy="685879"/>
          </a:xfrm>
        </p:grpSpPr>
        <p:sp>
          <p:nvSpPr>
            <p:cNvPr id="219" name="ZoneTexte 218">
              <a:extLst>
                <a:ext uri="{FF2B5EF4-FFF2-40B4-BE49-F238E27FC236}">
                  <a16:creationId xmlns:a16="http://schemas.microsoft.com/office/drawing/2014/main" id="{1EA9BA40-868D-47C7-860B-FF27C5DAE302}"/>
                </a:ext>
              </a:extLst>
            </p:cNvPr>
            <p:cNvSpPr txBox="1"/>
            <p:nvPr/>
          </p:nvSpPr>
          <p:spPr>
            <a:xfrm>
              <a:off x="6252948" y="1793621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?? cm</a:t>
              </a:r>
            </a:p>
          </p:txBody>
        </p:sp>
        <p:pic>
          <p:nvPicPr>
            <p:cNvPr id="245" name="Image 244">
              <a:extLst>
                <a:ext uri="{FF2B5EF4-FFF2-40B4-BE49-F238E27FC236}">
                  <a16:creationId xmlns:a16="http://schemas.microsoft.com/office/drawing/2014/main" id="{DDB8E65F-41FE-4DB8-BBE3-B580C2BF1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54576" y="2008757"/>
              <a:ext cx="1596861" cy="338354"/>
            </a:xfrm>
            <a:prstGeom prst="rect">
              <a:avLst/>
            </a:prstGeom>
          </p:spPr>
        </p:pic>
        <p:pic>
          <p:nvPicPr>
            <p:cNvPr id="246" name="Image 245">
              <a:extLst>
                <a:ext uri="{FF2B5EF4-FFF2-40B4-BE49-F238E27FC236}">
                  <a16:creationId xmlns:a16="http://schemas.microsoft.com/office/drawing/2014/main" id="{300CFBFC-4041-43ED-985F-4602431E6C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51634" y="1879211"/>
              <a:ext cx="820420" cy="600289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248" name="ZoneTexte 247">
              <a:extLst>
                <a:ext uri="{FF2B5EF4-FFF2-40B4-BE49-F238E27FC236}">
                  <a16:creationId xmlns:a16="http://schemas.microsoft.com/office/drawing/2014/main" id="{4F881359-7069-491A-B974-6F1418D36EDF}"/>
                </a:ext>
              </a:extLst>
            </p:cNvPr>
            <p:cNvSpPr txBox="1"/>
            <p:nvPr/>
          </p:nvSpPr>
          <p:spPr>
            <a:xfrm>
              <a:off x="8493630" y="1975330"/>
              <a:ext cx="768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Echange données</a:t>
              </a:r>
            </a:p>
          </p:txBody>
        </p:sp>
        <p:sp>
          <p:nvSpPr>
            <p:cNvPr id="252" name="ZoneTexte 251">
              <a:extLst>
                <a:ext uri="{FF2B5EF4-FFF2-40B4-BE49-F238E27FC236}">
                  <a16:creationId xmlns:a16="http://schemas.microsoft.com/office/drawing/2014/main" id="{163D9BAF-371D-4218-ADDC-EAE85E23A47F}"/>
                </a:ext>
              </a:extLst>
            </p:cNvPr>
            <p:cNvSpPr txBox="1"/>
            <p:nvPr/>
          </p:nvSpPr>
          <p:spPr>
            <a:xfrm>
              <a:off x="7943479" y="2034964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8 pin</a:t>
              </a:r>
            </a:p>
          </p:txBody>
        </p:sp>
        <p:pic>
          <p:nvPicPr>
            <p:cNvPr id="255" name="Image 254">
              <a:extLst>
                <a:ext uri="{FF2B5EF4-FFF2-40B4-BE49-F238E27FC236}">
                  <a16:creationId xmlns:a16="http://schemas.microsoft.com/office/drawing/2014/main" id="{F56158CB-7859-4612-9D1A-6AC5C33900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999093" y="1729314"/>
              <a:ext cx="468868" cy="870284"/>
            </a:xfrm>
            <a:prstGeom prst="rect">
              <a:avLst/>
            </a:prstGeom>
          </p:spPr>
        </p:pic>
        <p:sp>
          <p:nvSpPr>
            <p:cNvPr id="256" name="ZoneTexte 255">
              <a:extLst>
                <a:ext uri="{FF2B5EF4-FFF2-40B4-BE49-F238E27FC236}">
                  <a16:creationId xmlns:a16="http://schemas.microsoft.com/office/drawing/2014/main" id="{03F38681-7300-4051-8BAE-2456B3C00931}"/>
                </a:ext>
              </a:extLst>
            </p:cNvPr>
            <p:cNvSpPr txBox="1"/>
            <p:nvPr/>
          </p:nvSpPr>
          <p:spPr>
            <a:xfrm>
              <a:off x="4359459" y="2037498"/>
              <a:ext cx="56778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RJ 45</a:t>
              </a:r>
            </a:p>
            <a:p>
              <a:r>
                <a:rPr lang="fr-FR" sz="1050" dirty="0"/>
                <a:t>à sertir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338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B4675436-5ADF-416A-90B7-E4092BDED464}"/>
              </a:ext>
            </a:extLst>
          </p:cNvPr>
          <p:cNvCxnSpPr>
            <a:cxnSpLocks/>
          </p:cNvCxnSpPr>
          <p:nvPr/>
        </p:nvCxnSpPr>
        <p:spPr>
          <a:xfrm flipH="1">
            <a:off x="6720840" y="534493"/>
            <a:ext cx="272967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179">
            <a:extLst>
              <a:ext uri="{FF2B5EF4-FFF2-40B4-BE49-F238E27FC236}">
                <a16:creationId xmlns:a16="http://schemas.microsoft.com/office/drawing/2014/main" id="{9A265238-3EBC-4AA9-81D9-ACB972294694}"/>
              </a:ext>
            </a:extLst>
          </p:cNvPr>
          <p:cNvCxnSpPr>
            <a:cxnSpLocks/>
          </p:cNvCxnSpPr>
          <p:nvPr/>
        </p:nvCxnSpPr>
        <p:spPr>
          <a:xfrm flipH="1">
            <a:off x="6723731" y="620911"/>
            <a:ext cx="272967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Image 171">
            <a:extLst>
              <a:ext uri="{FF2B5EF4-FFF2-40B4-BE49-F238E27FC236}">
                <a16:creationId xmlns:a16="http://schemas.microsoft.com/office/drawing/2014/main" id="{C2E0DC9B-2907-45F3-93DB-FCE2CEE5C6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99504" y="227531"/>
            <a:ext cx="1407191" cy="860777"/>
          </a:xfrm>
          <a:prstGeom prst="roundRect">
            <a:avLst>
              <a:gd name="adj" fmla="val 18052"/>
            </a:avLst>
          </a:prstGeom>
        </p:spPr>
      </p:pic>
      <p:sp>
        <p:nvSpPr>
          <p:cNvPr id="181" name="ZoneTexte 180">
            <a:extLst>
              <a:ext uri="{FF2B5EF4-FFF2-40B4-BE49-F238E27FC236}">
                <a16:creationId xmlns:a16="http://schemas.microsoft.com/office/drawing/2014/main" id="{87EF485F-5573-4962-96C9-9468303E44E1}"/>
              </a:ext>
            </a:extLst>
          </p:cNvPr>
          <p:cNvSpPr txBox="1"/>
          <p:nvPr/>
        </p:nvSpPr>
        <p:spPr>
          <a:xfrm>
            <a:off x="7728289" y="277725"/>
            <a:ext cx="566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10 cm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5A11191B-9C15-4407-81EF-8D90DBF644A9}"/>
              </a:ext>
            </a:extLst>
          </p:cNvPr>
          <p:cNvSpPr txBox="1"/>
          <p:nvPr/>
        </p:nvSpPr>
        <p:spPr>
          <a:xfrm>
            <a:off x="10707601" y="364826"/>
            <a:ext cx="129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Interrupteur magnétique</a:t>
            </a:r>
          </a:p>
          <a:p>
            <a:r>
              <a:rPr lang="fr-FR" sz="1200" dirty="0"/>
              <a:t>tape arrière</a:t>
            </a:r>
            <a:endParaRPr lang="fr-FR" sz="1050" dirty="0"/>
          </a:p>
        </p:txBody>
      </p:sp>
      <p:pic>
        <p:nvPicPr>
          <p:cNvPr id="198" name="Image 197">
            <a:extLst>
              <a:ext uri="{FF2B5EF4-FFF2-40B4-BE49-F238E27FC236}">
                <a16:creationId xmlns:a16="http://schemas.microsoft.com/office/drawing/2014/main" id="{9B21700E-A31E-4EEB-B3E0-EC3AAC8A0B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365429" y="364824"/>
            <a:ext cx="487633" cy="491111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2932161F-7FB8-4BF1-B1C5-A43FE4BE0827}"/>
              </a:ext>
            </a:extLst>
          </p:cNvPr>
          <p:cNvGrpSpPr/>
          <p:nvPr/>
        </p:nvGrpSpPr>
        <p:grpSpPr>
          <a:xfrm>
            <a:off x="6245739" y="2027542"/>
            <a:ext cx="5353140" cy="827250"/>
            <a:chOff x="6561989" y="4697086"/>
            <a:chExt cx="5353140" cy="82725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575913F0-CEA9-4837-87AA-AABD23DF1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8870" y="4937503"/>
              <a:ext cx="170688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92D8313-7B6F-4D13-A7B3-63BFAC7A59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8870" y="5294805"/>
              <a:ext cx="1706881" cy="11914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14C32680-36A6-4C89-8001-05DAD53A5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8870" y="5043345"/>
              <a:ext cx="170688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334C6EF-9785-4D88-B38D-DF89AF509F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8870" y="5167453"/>
              <a:ext cx="170688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B8DA4C4-3DF9-4960-B228-8A71FD1EA28D}"/>
                </a:ext>
              </a:extLst>
            </p:cNvPr>
            <p:cNvSpPr txBox="1"/>
            <p:nvPr/>
          </p:nvSpPr>
          <p:spPr>
            <a:xfrm>
              <a:off x="8312568" y="4697086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10 cm</a:t>
              </a:r>
            </a:p>
          </p:txBody>
        </p:sp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196F90B8-4FF9-4236-9D28-A50E5A762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829344" flipH="1">
              <a:off x="9252005" y="4735614"/>
              <a:ext cx="778065" cy="771471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875DA04E-60F1-44BC-A48E-ACA2177F6ED5}"/>
                </a:ext>
              </a:extLst>
            </p:cNvPr>
            <p:cNvSpPr txBox="1"/>
            <p:nvPr/>
          </p:nvSpPr>
          <p:spPr>
            <a:xfrm>
              <a:off x="10624977" y="4898760"/>
              <a:ext cx="1290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Communication Moteur</a:t>
              </a:r>
            </a:p>
          </p:txBody>
        </p:sp>
        <p:sp>
          <p:nvSpPr>
            <p:cNvPr id="183" name="ZoneTexte 182">
              <a:extLst>
                <a:ext uri="{FF2B5EF4-FFF2-40B4-BE49-F238E27FC236}">
                  <a16:creationId xmlns:a16="http://schemas.microsoft.com/office/drawing/2014/main" id="{2E0EB48B-033B-4D18-BA51-06908D0C8A88}"/>
                </a:ext>
              </a:extLst>
            </p:cNvPr>
            <p:cNvSpPr txBox="1"/>
            <p:nvPr/>
          </p:nvSpPr>
          <p:spPr>
            <a:xfrm>
              <a:off x="10105058" y="4766732"/>
              <a:ext cx="46198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GND</a:t>
              </a:r>
            </a:p>
            <a:p>
              <a:r>
                <a:rPr lang="fr-FR" sz="1050" dirty="0"/>
                <a:t>GPIO</a:t>
              </a:r>
            </a:p>
            <a:p>
              <a:r>
                <a:rPr lang="fr-FR" sz="1050" dirty="0"/>
                <a:t>SCL</a:t>
              </a:r>
            </a:p>
            <a:p>
              <a:r>
                <a:rPr lang="fr-FR" sz="1050" dirty="0"/>
                <a:t>SDA</a:t>
              </a:r>
            </a:p>
          </p:txBody>
        </p:sp>
        <p:pic>
          <p:nvPicPr>
            <p:cNvPr id="194" name="Image 193">
              <a:extLst>
                <a:ext uri="{FF2B5EF4-FFF2-40B4-BE49-F238E27FC236}">
                  <a16:creationId xmlns:a16="http://schemas.microsoft.com/office/drawing/2014/main" id="{CC99FA19-3361-4DC8-99CF-7BD8A2B3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23037" y="4716577"/>
              <a:ext cx="536184" cy="807759"/>
            </a:xfrm>
            <a:prstGeom prst="rect">
              <a:avLst/>
            </a:prstGeom>
          </p:spPr>
        </p:pic>
        <p:sp>
          <p:nvSpPr>
            <p:cNvPr id="201" name="ZoneTexte 200">
              <a:extLst>
                <a:ext uri="{FF2B5EF4-FFF2-40B4-BE49-F238E27FC236}">
                  <a16:creationId xmlns:a16="http://schemas.microsoft.com/office/drawing/2014/main" id="{0F6C3394-C44E-40B4-B3B3-287C73C882E8}"/>
                </a:ext>
              </a:extLst>
            </p:cNvPr>
            <p:cNvSpPr txBox="1"/>
            <p:nvPr/>
          </p:nvSpPr>
          <p:spPr>
            <a:xfrm>
              <a:off x="6561989" y="4921843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4 pin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978168B6-0CA6-417F-8469-67510450CF42}"/>
              </a:ext>
            </a:extLst>
          </p:cNvPr>
          <p:cNvGrpSpPr/>
          <p:nvPr/>
        </p:nvGrpSpPr>
        <p:grpSpPr>
          <a:xfrm>
            <a:off x="6304817" y="3173579"/>
            <a:ext cx="5016807" cy="819752"/>
            <a:chOff x="6946637" y="5443791"/>
            <a:chExt cx="5016807" cy="819752"/>
          </a:xfrm>
        </p:grpSpPr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6626060B-6BA2-465F-ABD5-12238A45D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111" y="5992362"/>
              <a:ext cx="17068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83">
              <a:extLst>
                <a:ext uri="{FF2B5EF4-FFF2-40B4-BE49-F238E27FC236}">
                  <a16:creationId xmlns:a16="http://schemas.microsoft.com/office/drawing/2014/main" id="{E24865B0-A620-4651-93DA-1818359D2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83111" y="5849746"/>
              <a:ext cx="1706881" cy="1191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3C6F1B33-DA86-4C98-9AA8-BB388607D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111" y="5924446"/>
              <a:ext cx="170688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0DDF7D57-A7EB-4453-A5B4-4CCD925DC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111" y="5790609"/>
              <a:ext cx="1706880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5AB45A6E-BEB4-4FCA-A1DD-9FDE6C0FB9ED}"/>
                </a:ext>
              </a:extLst>
            </p:cNvPr>
            <p:cNvSpPr txBox="1"/>
            <p:nvPr/>
          </p:nvSpPr>
          <p:spPr>
            <a:xfrm>
              <a:off x="8686929" y="5534404"/>
              <a:ext cx="4876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7 cm</a:t>
              </a:r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6274530C-45AB-4A40-AFA9-19B618559A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57435">
              <a:off x="9658171" y="5565241"/>
              <a:ext cx="956887" cy="662416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42C2FEFD-AC39-4D80-8FFD-D06A3ECD14C1}"/>
                </a:ext>
              </a:extLst>
            </p:cNvPr>
            <p:cNvSpPr txBox="1"/>
            <p:nvPr/>
          </p:nvSpPr>
          <p:spPr>
            <a:xfrm>
              <a:off x="11038025" y="5773189"/>
              <a:ext cx="9254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Capteur TP</a:t>
              </a:r>
            </a:p>
          </p:txBody>
        </p:sp>
        <p:sp>
          <p:nvSpPr>
            <p:cNvPr id="184" name="ZoneTexte 183">
              <a:extLst>
                <a:ext uri="{FF2B5EF4-FFF2-40B4-BE49-F238E27FC236}">
                  <a16:creationId xmlns:a16="http://schemas.microsoft.com/office/drawing/2014/main" id="{2AEE07DE-FC56-4376-90E1-98B7536C40EE}"/>
                </a:ext>
              </a:extLst>
            </p:cNvPr>
            <p:cNvSpPr txBox="1"/>
            <p:nvPr/>
          </p:nvSpPr>
          <p:spPr>
            <a:xfrm>
              <a:off x="10571986" y="5524879"/>
              <a:ext cx="46358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3.3 V</a:t>
              </a:r>
            </a:p>
            <a:p>
              <a:r>
                <a:rPr lang="fr-FR" sz="1050" dirty="0"/>
                <a:t>SDA</a:t>
              </a:r>
            </a:p>
            <a:p>
              <a:r>
                <a:rPr lang="fr-FR" sz="1050" dirty="0"/>
                <a:t>SCL</a:t>
              </a:r>
            </a:p>
            <a:p>
              <a:r>
                <a:rPr lang="fr-FR" sz="1050" dirty="0"/>
                <a:t>GND</a:t>
              </a:r>
            </a:p>
          </p:txBody>
        </p:sp>
        <p:pic>
          <p:nvPicPr>
            <p:cNvPr id="200" name="Image 199">
              <a:extLst>
                <a:ext uri="{FF2B5EF4-FFF2-40B4-BE49-F238E27FC236}">
                  <a16:creationId xmlns:a16="http://schemas.microsoft.com/office/drawing/2014/main" id="{9D11A5CE-0F5B-410B-A91A-AB6CC1284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59028" y="5443791"/>
              <a:ext cx="536184" cy="807759"/>
            </a:xfrm>
            <a:prstGeom prst="rect">
              <a:avLst/>
            </a:prstGeom>
          </p:spPr>
        </p:pic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15DBEEC4-7220-4601-99D9-DACE9C9A85B2}"/>
                </a:ext>
              </a:extLst>
            </p:cNvPr>
            <p:cNvSpPr txBox="1"/>
            <p:nvPr/>
          </p:nvSpPr>
          <p:spPr>
            <a:xfrm>
              <a:off x="6946637" y="5655982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4 pin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sp>
        <p:nvSpPr>
          <p:cNvPr id="86" name="ZoneTexte 85">
            <a:extLst>
              <a:ext uri="{FF2B5EF4-FFF2-40B4-BE49-F238E27FC236}">
                <a16:creationId xmlns:a16="http://schemas.microsoft.com/office/drawing/2014/main" id="{CA4E5962-9920-4A6B-9ACF-AFCF1015DFA5}"/>
              </a:ext>
            </a:extLst>
          </p:cNvPr>
          <p:cNvSpPr txBox="1"/>
          <p:nvPr/>
        </p:nvSpPr>
        <p:spPr>
          <a:xfrm>
            <a:off x="5764214" y="399107"/>
            <a:ext cx="6575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JST 2 pin</a:t>
            </a:r>
          </a:p>
          <a:p>
            <a:r>
              <a:rPr lang="fr-FR" sz="1050" dirty="0"/>
              <a:t>à sertir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F5B629B-DBBA-466E-83B4-A8F73F73750C}"/>
              </a:ext>
            </a:extLst>
          </p:cNvPr>
          <p:cNvGrpSpPr/>
          <p:nvPr/>
        </p:nvGrpSpPr>
        <p:grpSpPr>
          <a:xfrm>
            <a:off x="398514" y="261469"/>
            <a:ext cx="4779711" cy="1675008"/>
            <a:chOff x="29261" y="40461"/>
            <a:chExt cx="4779711" cy="167500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BFA0EE2-B302-4039-B9AB-5EA0CF5AB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clrChange>
                <a:clrFrom>
                  <a:srgbClr val="FEFEFC"/>
                </a:clrFrom>
                <a:clrTo>
                  <a:srgbClr val="FEFE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397364" y="172637"/>
              <a:ext cx="219431" cy="627942"/>
            </a:xfrm>
            <a:prstGeom prst="rect">
              <a:avLst/>
            </a:prstGeom>
          </p:spPr>
        </p:pic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4F7C1FC2-FEF2-465F-B652-C173E2CC0719}"/>
                </a:ext>
              </a:extLst>
            </p:cNvPr>
            <p:cNvGrpSpPr/>
            <p:nvPr/>
          </p:nvGrpSpPr>
          <p:grpSpPr>
            <a:xfrm>
              <a:off x="29261" y="40461"/>
              <a:ext cx="2307061" cy="1473593"/>
              <a:chOff x="98197" y="211222"/>
              <a:chExt cx="2307061" cy="1473593"/>
            </a:xfrm>
          </p:grpSpPr>
          <p:cxnSp>
            <p:nvCxnSpPr>
              <p:cNvPr id="187" name="Connecteur droit 186">
                <a:extLst>
                  <a:ext uri="{FF2B5EF4-FFF2-40B4-BE49-F238E27FC236}">
                    <a16:creationId xmlns:a16="http://schemas.microsoft.com/office/drawing/2014/main" id="{1DB0F15E-6F3B-4308-9954-B532E785C0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6424" y="599871"/>
                <a:ext cx="1798834" cy="752"/>
              </a:xfrm>
              <a:prstGeom prst="line">
                <a:avLst/>
              </a:prstGeom>
              <a:ln w="571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necteur droit 187">
                <a:extLst>
                  <a:ext uri="{FF2B5EF4-FFF2-40B4-BE49-F238E27FC236}">
                    <a16:creationId xmlns:a16="http://schemas.microsoft.com/office/drawing/2014/main" id="{330DBA4C-A3EB-4D09-8BED-D76C53FD6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9139" y="707074"/>
                <a:ext cx="1406119" cy="0"/>
              </a:xfrm>
              <a:prstGeom prst="line">
                <a:avLst/>
              </a:prstGeom>
              <a:ln w="571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5454EF1F-560A-428D-9AFF-167388C4DBEE}"/>
                  </a:ext>
                </a:extLst>
              </p:cNvPr>
              <p:cNvSpPr txBox="1"/>
              <p:nvPr/>
            </p:nvSpPr>
            <p:spPr>
              <a:xfrm>
                <a:off x="1674260" y="343912"/>
                <a:ext cx="5661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12 cm</a:t>
                </a:r>
              </a:p>
            </p:txBody>
          </p:sp>
          <p:pic>
            <p:nvPicPr>
              <p:cNvPr id="186" name="Image 185">
                <a:extLst>
                  <a:ext uri="{FF2B5EF4-FFF2-40B4-BE49-F238E27FC236}">
                    <a16:creationId xmlns:a16="http://schemas.microsoft.com/office/drawing/2014/main" id="{6343795C-9039-4308-BCAD-AB5D4A9687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8197" y="211222"/>
                <a:ext cx="1407191" cy="860777"/>
              </a:xfrm>
              <a:prstGeom prst="roundRect">
                <a:avLst>
                  <a:gd name="adj" fmla="val 18052"/>
                </a:avLst>
              </a:prstGeom>
            </p:spPr>
          </p:pic>
          <p:sp>
            <p:nvSpPr>
              <p:cNvPr id="190" name="ZoneTexte 189">
                <a:extLst>
                  <a:ext uri="{FF2B5EF4-FFF2-40B4-BE49-F238E27FC236}">
                    <a16:creationId xmlns:a16="http://schemas.microsoft.com/office/drawing/2014/main" id="{09C466DD-CD7A-4F02-8999-6AB727C51BD9}"/>
                  </a:ext>
                </a:extLst>
              </p:cNvPr>
              <p:cNvSpPr txBox="1"/>
              <p:nvPr/>
            </p:nvSpPr>
            <p:spPr>
              <a:xfrm>
                <a:off x="120067" y="1038484"/>
                <a:ext cx="12958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b="1" dirty="0"/>
                  <a:t>Interrupteur magnétique</a:t>
                </a:r>
              </a:p>
              <a:p>
                <a:r>
                  <a:rPr lang="fr-FR" sz="1200" dirty="0"/>
                  <a:t>tape avant</a:t>
                </a:r>
                <a:endParaRPr lang="fr-FR" sz="1050" dirty="0"/>
              </a:p>
            </p:txBody>
          </p:sp>
        </p:grp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510D1AFE-BB43-4202-9B72-9BFFDF5AC7EA}"/>
                </a:ext>
              </a:extLst>
            </p:cNvPr>
            <p:cNvSpPr txBox="1"/>
            <p:nvPr/>
          </p:nvSpPr>
          <p:spPr>
            <a:xfrm>
              <a:off x="2097119" y="563749"/>
              <a:ext cx="5469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/>
                <a:t>2 pins</a:t>
              </a:r>
            </a:p>
            <a:p>
              <a:r>
                <a:rPr lang="fr-FR" sz="800" dirty="0"/>
                <a:t>à souder</a:t>
              </a: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8D2BE595-0091-47D5-AC6F-150EA68C8A8D}"/>
                </a:ext>
              </a:extLst>
            </p:cNvPr>
            <p:cNvSpPr/>
            <p:nvPr/>
          </p:nvSpPr>
          <p:spPr>
            <a:xfrm>
              <a:off x="1301250" y="460664"/>
              <a:ext cx="2047932" cy="856605"/>
            </a:xfrm>
            <a:custGeom>
              <a:avLst/>
              <a:gdLst>
                <a:gd name="connsiteX0" fmla="*/ 241702 w 2145435"/>
                <a:gd name="connsiteY0" fmla="*/ 1015663 h 1015663"/>
                <a:gd name="connsiteX1" fmla="*/ 1753 w 2145435"/>
                <a:gd name="connsiteY1" fmla="*/ 866505 h 1015663"/>
                <a:gd name="connsiteX2" fmla="*/ 351949 w 2145435"/>
                <a:gd name="connsiteY2" fmla="*/ 594131 h 1015663"/>
                <a:gd name="connsiteX3" fmla="*/ 1421992 w 2145435"/>
                <a:gd name="connsiteY3" fmla="*/ 639527 h 1015663"/>
                <a:gd name="connsiteX4" fmla="*/ 1992681 w 2145435"/>
                <a:gd name="connsiteY4" fmla="*/ 516310 h 1015663"/>
                <a:gd name="connsiteX5" fmla="*/ 2122383 w 2145435"/>
                <a:gd name="connsiteY5" fmla="*/ 49382 h 1015663"/>
                <a:gd name="connsiteX6" fmla="*/ 1610060 w 2145435"/>
                <a:gd name="connsiteY6" fmla="*/ 36412 h 101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5435" h="1015663">
                  <a:moveTo>
                    <a:pt x="241702" y="1015663"/>
                  </a:moveTo>
                  <a:cubicBezTo>
                    <a:pt x="112540" y="976211"/>
                    <a:pt x="-16621" y="936760"/>
                    <a:pt x="1753" y="866505"/>
                  </a:cubicBezTo>
                  <a:cubicBezTo>
                    <a:pt x="20127" y="796250"/>
                    <a:pt x="115242" y="631961"/>
                    <a:pt x="351949" y="594131"/>
                  </a:cubicBezTo>
                  <a:cubicBezTo>
                    <a:pt x="588656" y="556301"/>
                    <a:pt x="1148537" y="652497"/>
                    <a:pt x="1421992" y="639527"/>
                  </a:cubicBezTo>
                  <a:cubicBezTo>
                    <a:pt x="1695447" y="626557"/>
                    <a:pt x="1875949" y="614667"/>
                    <a:pt x="1992681" y="516310"/>
                  </a:cubicBezTo>
                  <a:cubicBezTo>
                    <a:pt x="2109413" y="417953"/>
                    <a:pt x="2186153" y="129365"/>
                    <a:pt x="2122383" y="49382"/>
                  </a:cubicBezTo>
                  <a:cubicBezTo>
                    <a:pt x="2058613" y="-30601"/>
                    <a:pt x="1834336" y="2905"/>
                    <a:pt x="1610060" y="36412"/>
                  </a:cubicBezTo>
                </a:path>
              </a:pathLst>
            </a:custGeom>
            <a:noFill/>
            <a:ln w="952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C4C14C3D-0BD6-400F-89ED-92C3DC3F499E}"/>
                </a:ext>
              </a:extLst>
            </p:cNvPr>
            <p:cNvGrpSpPr/>
            <p:nvPr/>
          </p:nvGrpSpPr>
          <p:grpSpPr>
            <a:xfrm>
              <a:off x="1629740" y="1115827"/>
              <a:ext cx="3062087" cy="599642"/>
              <a:chOff x="1727520" y="1276074"/>
              <a:chExt cx="3062087" cy="599642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08340108-B9CD-4C46-9780-FE51842315CF}"/>
                  </a:ext>
                </a:extLst>
              </p:cNvPr>
              <p:cNvGrpSpPr/>
              <p:nvPr/>
            </p:nvGrpSpPr>
            <p:grpSpPr>
              <a:xfrm>
                <a:off x="1727520" y="1276074"/>
                <a:ext cx="3062087" cy="548916"/>
                <a:chOff x="1681548" y="1119092"/>
                <a:chExt cx="3062087" cy="548916"/>
              </a:xfrm>
            </p:grpSpPr>
            <p:cxnSp>
              <p:nvCxnSpPr>
                <p:cNvPr id="89" name="Connecteur droit 88">
                  <a:extLst>
                    <a:ext uri="{FF2B5EF4-FFF2-40B4-BE49-F238E27FC236}">
                      <a16:creationId xmlns:a16="http://schemas.microsoft.com/office/drawing/2014/main" id="{EF2E669A-A476-4022-BD81-181F9A869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93479" y="1369055"/>
                  <a:ext cx="2729670" cy="0"/>
                </a:xfrm>
                <a:prstGeom prst="line">
                  <a:avLst/>
                </a:prstGeom>
                <a:ln w="571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Connecteur droit 90">
                  <a:extLst>
                    <a:ext uri="{FF2B5EF4-FFF2-40B4-BE49-F238E27FC236}">
                      <a16:creationId xmlns:a16="http://schemas.microsoft.com/office/drawing/2014/main" id="{A80092D0-FC3F-46EE-8CD4-5C7957A70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96370" y="1455473"/>
                  <a:ext cx="2729670" cy="0"/>
                </a:xfrm>
                <a:prstGeom prst="line">
                  <a:avLst/>
                </a:prstGeom>
                <a:ln w="571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8" name="Image 87">
                  <a:extLst>
                    <a:ext uri="{FF2B5EF4-FFF2-40B4-BE49-F238E27FC236}">
                      <a16:creationId xmlns:a16="http://schemas.microsoft.com/office/drawing/2014/main" id="{9B766421-3A36-49FD-A794-49A533CBCE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33000"/>
                          </a14:imgEffect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1681548" y="1162243"/>
                  <a:ext cx="487633" cy="491111"/>
                </a:xfrm>
                <a:prstGeom prst="rect">
                  <a:avLst/>
                </a:prstGeom>
              </p:spPr>
            </p:pic>
            <p:pic>
              <p:nvPicPr>
                <p:cNvPr id="92" name="Image 91">
                  <a:extLst>
                    <a:ext uri="{FF2B5EF4-FFF2-40B4-BE49-F238E27FC236}">
                      <a16:creationId xmlns:a16="http://schemas.microsoft.com/office/drawing/2014/main" id="{966B22B3-CFA0-4C6E-8E73-B53CC1F237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33000"/>
                          </a14:imgEffect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 flipH="1">
                  <a:off x="4256001" y="1176897"/>
                  <a:ext cx="487634" cy="491111"/>
                </a:xfrm>
                <a:prstGeom prst="rect">
                  <a:avLst/>
                </a:prstGeom>
              </p:spPr>
            </p:pic>
            <p:sp>
              <p:nvSpPr>
                <p:cNvPr id="93" name="ZoneTexte 92">
                  <a:extLst>
                    <a:ext uri="{FF2B5EF4-FFF2-40B4-BE49-F238E27FC236}">
                      <a16:creationId xmlns:a16="http://schemas.microsoft.com/office/drawing/2014/main" id="{A45D37F2-4B26-4DE6-B669-798439051F30}"/>
                    </a:ext>
                  </a:extLst>
                </p:cNvPr>
                <p:cNvSpPr txBox="1"/>
                <p:nvPr/>
              </p:nvSpPr>
              <p:spPr>
                <a:xfrm>
                  <a:off x="2956687" y="1119092"/>
                  <a:ext cx="56618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/>
                    <a:t>10 cm</a:t>
                  </a:r>
                </a:p>
              </p:txBody>
            </p:sp>
          </p:grp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13F2E61-C236-4DE6-AC5C-D245E788315F}"/>
                  </a:ext>
                </a:extLst>
              </p:cNvPr>
              <p:cNvSpPr txBox="1"/>
              <p:nvPr/>
            </p:nvSpPr>
            <p:spPr>
              <a:xfrm>
                <a:off x="2190215" y="1614106"/>
                <a:ext cx="213712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Rallonge interrupteur magnétique</a:t>
                </a:r>
              </a:p>
            </p:txBody>
          </p:sp>
        </p:grpSp>
        <p:sp>
          <p:nvSpPr>
            <p:cNvPr id="163" name="ZoneTexte 162">
              <a:extLst>
                <a:ext uri="{FF2B5EF4-FFF2-40B4-BE49-F238E27FC236}">
                  <a16:creationId xmlns:a16="http://schemas.microsoft.com/office/drawing/2014/main" id="{2D28279B-FD5F-44EE-A5DF-A50E6EDD4336}"/>
                </a:ext>
              </a:extLst>
            </p:cNvPr>
            <p:cNvSpPr txBox="1"/>
            <p:nvPr/>
          </p:nvSpPr>
          <p:spPr>
            <a:xfrm>
              <a:off x="1055921" y="1287709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2 pin</a:t>
              </a:r>
            </a:p>
            <a:p>
              <a:r>
                <a:rPr lang="fr-FR" sz="1050" dirty="0"/>
                <a:t>à sertir</a:t>
              </a:r>
            </a:p>
          </p:txBody>
        </p:sp>
        <p:sp>
          <p:nvSpPr>
            <p:cNvPr id="170" name="ZoneTexte 169">
              <a:extLst>
                <a:ext uri="{FF2B5EF4-FFF2-40B4-BE49-F238E27FC236}">
                  <a16:creationId xmlns:a16="http://schemas.microsoft.com/office/drawing/2014/main" id="{20D38F05-9816-416B-AED8-4DA945C6404D}"/>
                </a:ext>
              </a:extLst>
            </p:cNvPr>
            <p:cNvSpPr txBox="1"/>
            <p:nvPr/>
          </p:nvSpPr>
          <p:spPr>
            <a:xfrm>
              <a:off x="4151420" y="820840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2 pin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6E745991-5D9E-43A1-BC94-E3CF9447FC06}"/>
              </a:ext>
            </a:extLst>
          </p:cNvPr>
          <p:cNvGrpSpPr/>
          <p:nvPr/>
        </p:nvGrpSpPr>
        <p:grpSpPr>
          <a:xfrm>
            <a:off x="845264" y="6073243"/>
            <a:ext cx="4902630" cy="685879"/>
            <a:chOff x="4359459" y="1793621"/>
            <a:chExt cx="4902630" cy="685879"/>
          </a:xfrm>
        </p:grpSpPr>
        <p:sp>
          <p:nvSpPr>
            <p:cNvPr id="220" name="ZoneTexte 219">
              <a:extLst>
                <a:ext uri="{FF2B5EF4-FFF2-40B4-BE49-F238E27FC236}">
                  <a16:creationId xmlns:a16="http://schemas.microsoft.com/office/drawing/2014/main" id="{3BD363DD-698D-4526-817A-87B09798C119}"/>
                </a:ext>
              </a:extLst>
            </p:cNvPr>
            <p:cNvSpPr txBox="1"/>
            <p:nvPr/>
          </p:nvSpPr>
          <p:spPr>
            <a:xfrm>
              <a:off x="6252948" y="1793621"/>
              <a:ext cx="4876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5 cm</a:t>
              </a:r>
            </a:p>
          </p:txBody>
        </p:sp>
        <p:pic>
          <p:nvPicPr>
            <p:cNvPr id="221" name="Image 220">
              <a:extLst>
                <a:ext uri="{FF2B5EF4-FFF2-40B4-BE49-F238E27FC236}">
                  <a16:creationId xmlns:a16="http://schemas.microsoft.com/office/drawing/2014/main" id="{69E5D3E9-04C6-4C64-A8FF-64A3AB56D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54576" y="2008757"/>
              <a:ext cx="1596861" cy="338354"/>
            </a:xfrm>
            <a:prstGeom prst="rect">
              <a:avLst/>
            </a:prstGeom>
          </p:spPr>
        </p:pic>
        <p:pic>
          <p:nvPicPr>
            <p:cNvPr id="222" name="Image 221">
              <a:extLst>
                <a:ext uri="{FF2B5EF4-FFF2-40B4-BE49-F238E27FC236}">
                  <a16:creationId xmlns:a16="http://schemas.microsoft.com/office/drawing/2014/main" id="{6F78EEC8-21D9-40EA-9107-D19084278D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51634" y="1879211"/>
              <a:ext cx="820420" cy="600289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223" name="ZoneTexte 222">
              <a:extLst>
                <a:ext uri="{FF2B5EF4-FFF2-40B4-BE49-F238E27FC236}">
                  <a16:creationId xmlns:a16="http://schemas.microsoft.com/office/drawing/2014/main" id="{27435793-2A3C-4BD8-9A0D-88AB957BAB8C}"/>
                </a:ext>
              </a:extLst>
            </p:cNvPr>
            <p:cNvSpPr txBox="1"/>
            <p:nvPr/>
          </p:nvSpPr>
          <p:spPr>
            <a:xfrm>
              <a:off x="8493630" y="1975330"/>
              <a:ext cx="768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Echange données</a:t>
              </a:r>
            </a:p>
          </p:txBody>
        </p:sp>
        <p:sp>
          <p:nvSpPr>
            <p:cNvPr id="224" name="ZoneTexte 223">
              <a:extLst>
                <a:ext uri="{FF2B5EF4-FFF2-40B4-BE49-F238E27FC236}">
                  <a16:creationId xmlns:a16="http://schemas.microsoft.com/office/drawing/2014/main" id="{38959CD0-B66F-4FA7-A500-8CFFC871EEC4}"/>
                </a:ext>
              </a:extLst>
            </p:cNvPr>
            <p:cNvSpPr txBox="1"/>
            <p:nvPr/>
          </p:nvSpPr>
          <p:spPr>
            <a:xfrm>
              <a:off x="7943479" y="2034964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8 pin</a:t>
              </a:r>
            </a:p>
          </p:txBody>
        </p:sp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2882A1C4-5B62-45F6-AC8C-DFFEE4FDD5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999093" y="1729314"/>
              <a:ext cx="468868" cy="870284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F0B289F3-0432-42CD-92A8-A31918FEABAA}"/>
                </a:ext>
              </a:extLst>
            </p:cNvPr>
            <p:cNvSpPr txBox="1"/>
            <p:nvPr/>
          </p:nvSpPr>
          <p:spPr>
            <a:xfrm>
              <a:off x="4359459" y="2037498"/>
              <a:ext cx="56778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RJ 45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4F50847B-DF19-40A1-85DB-0DEE8D97F925}"/>
              </a:ext>
            </a:extLst>
          </p:cNvPr>
          <p:cNvGrpSpPr/>
          <p:nvPr/>
        </p:nvGrpSpPr>
        <p:grpSpPr>
          <a:xfrm>
            <a:off x="922483" y="4661247"/>
            <a:ext cx="8508588" cy="958403"/>
            <a:chOff x="1138977" y="1137097"/>
            <a:chExt cx="8508588" cy="958403"/>
          </a:xfrm>
        </p:grpSpPr>
        <p:cxnSp>
          <p:nvCxnSpPr>
            <p:cNvPr id="142" name="Connecteur droit 141">
              <a:extLst>
                <a:ext uri="{FF2B5EF4-FFF2-40B4-BE49-F238E27FC236}">
                  <a16:creationId xmlns:a16="http://schemas.microsoft.com/office/drawing/2014/main" id="{3920AE78-8403-4C33-9AE5-47FA5AAC1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9727" y="1413154"/>
              <a:ext cx="993446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ZoneTexte 142">
              <a:extLst>
                <a:ext uri="{FF2B5EF4-FFF2-40B4-BE49-F238E27FC236}">
                  <a16:creationId xmlns:a16="http://schemas.microsoft.com/office/drawing/2014/main" id="{3A34E2B2-238D-48ED-B051-E1F9D6A15D6F}"/>
                </a:ext>
              </a:extLst>
            </p:cNvPr>
            <p:cNvSpPr txBox="1"/>
            <p:nvPr/>
          </p:nvSpPr>
          <p:spPr>
            <a:xfrm>
              <a:off x="1138977" y="1480041"/>
              <a:ext cx="10984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/>
                <a:t>Alimentation</a:t>
              </a:r>
            </a:p>
          </p:txBody>
        </p:sp>
        <p:pic>
          <p:nvPicPr>
            <p:cNvPr id="144" name="Image 143">
              <a:extLst>
                <a:ext uri="{FF2B5EF4-FFF2-40B4-BE49-F238E27FC236}">
                  <a16:creationId xmlns:a16="http://schemas.microsoft.com/office/drawing/2014/main" id="{89C69C7E-CA6C-4E12-A8E0-61F22900BC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162695" y="1437032"/>
              <a:ext cx="748422" cy="223720"/>
            </a:xfrm>
            <a:prstGeom prst="rect">
              <a:avLst/>
            </a:prstGeom>
          </p:spPr>
        </p:pic>
        <p:cxnSp>
          <p:nvCxnSpPr>
            <p:cNvPr id="145" name="Connecteur droit 144">
              <a:extLst>
                <a:ext uri="{FF2B5EF4-FFF2-40B4-BE49-F238E27FC236}">
                  <a16:creationId xmlns:a16="http://schemas.microsoft.com/office/drawing/2014/main" id="{83DF1BED-B518-4A77-B88F-145F31FF3AE1}"/>
                </a:ext>
              </a:extLst>
            </p:cNvPr>
            <p:cNvCxnSpPr>
              <a:cxnSpLocks/>
            </p:cNvCxnSpPr>
            <p:nvPr/>
          </p:nvCxnSpPr>
          <p:spPr>
            <a:xfrm>
              <a:off x="2810912" y="1535779"/>
              <a:ext cx="177226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300A6889-6D0C-40D4-BCD7-AF5C1B873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150068" y="1601262"/>
              <a:ext cx="748422" cy="223720"/>
            </a:xfrm>
            <a:prstGeom prst="rect">
              <a:avLst/>
            </a:prstGeom>
          </p:spPr>
        </p:pic>
        <p:cxnSp>
          <p:nvCxnSpPr>
            <p:cNvPr id="149" name="Connecteur droit 148">
              <a:extLst>
                <a:ext uri="{FF2B5EF4-FFF2-40B4-BE49-F238E27FC236}">
                  <a16:creationId xmlns:a16="http://schemas.microsoft.com/office/drawing/2014/main" id="{8A3D8749-CF87-4A09-A34F-1586BB5FD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0913" y="1668926"/>
              <a:ext cx="1760672" cy="9062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616F7356-0000-4378-8B03-169C85BD0454}"/>
                </a:ext>
              </a:extLst>
            </p:cNvPr>
            <p:cNvSpPr txBox="1"/>
            <p:nvPr/>
          </p:nvSpPr>
          <p:spPr>
            <a:xfrm>
              <a:off x="2826003" y="1671510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14 cm</a:t>
              </a:r>
            </a:p>
          </p:txBody>
        </p:sp>
        <p:sp>
          <p:nvSpPr>
            <p:cNvPr id="171" name="ZoneTexte 170">
              <a:extLst>
                <a:ext uri="{FF2B5EF4-FFF2-40B4-BE49-F238E27FC236}">
                  <a16:creationId xmlns:a16="http://schemas.microsoft.com/office/drawing/2014/main" id="{E5AA1DAA-0CDE-4469-A75D-EAD491CE063F}"/>
                </a:ext>
              </a:extLst>
            </p:cNvPr>
            <p:cNvSpPr txBox="1"/>
            <p:nvPr/>
          </p:nvSpPr>
          <p:spPr>
            <a:xfrm>
              <a:off x="3744769" y="1149597"/>
              <a:ext cx="4876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3 cm</a:t>
              </a:r>
            </a:p>
          </p:txBody>
        </p:sp>
        <p:pic>
          <p:nvPicPr>
            <p:cNvPr id="173" name="Image 172">
              <a:extLst>
                <a:ext uri="{FF2B5EF4-FFF2-40B4-BE49-F238E27FC236}">
                  <a16:creationId xmlns:a16="http://schemas.microsoft.com/office/drawing/2014/main" id="{F32C2361-F706-4031-B48E-282B756D6F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2"/>
            <a:stretch/>
          </p:blipFill>
          <p:spPr>
            <a:xfrm rot="10800000">
              <a:off x="4330157" y="1137097"/>
              <a:ext cx="1489372" cy="757723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77AB3BE9-80DD-49B7-B5EB-C37BEC57677F}"/>
                </a:ext>
              </a:extLst>
            </p:cNvPr>
            <p:cNvSpPr txBox="1"/>
            <p:nvPr/>
          </p:nvSpPr>
          <p:spPr>
            <a:xfrm>
              <a:off x="2840260" y="1238961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14 cm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51D056A7-BAFB-4A24-A3B1-2FBBED040D43}"/>
                </a:ext>
              </a:extLst>
            </p:cNvPr>
            <p:cNvSpPr/>
            <p:nvPr/>
          </p:nvSpPr>
          <p:spPr>
            <a:xfrm>
              <a:off x="5804289" y="1462620"/>
              <a:ext cx="1845523" cy="13591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2" name="Image 191">
              <a:extLst>
                <a:ext uri="{FF2B5EF4-FFF2-40B4-BE49-F238E27FC236}">
                  <a16:creationId xmlns:a16="http://schemas.microsoft.com/office/drawing/2014/main" id="{5F9ADBCC-723B-4467-A680-057CCF0D46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34144" b="61839" l="10127" r="93882">
                          <a14:foregroundMark x1="90928" y1="54017" x2="90928" y2="54017"/>
                          <a14:foregroundMark x1="87553" y1="56025" x2="87553" y2="56025"/>
                          <a14:foregroundMark x1="87553" y1="55920" x2="87553" y2="55920"/>
                          <a14:foregroundMark x1="86287" y1="55391" x2="86287" y2="55391"/>
                          <a14:foregroundMark x1="81646" y1="53911" x2="81646" y2="53911"/>
                          <a14:foregroundMark x1="76899" y1="51374" x2="76899" y2="51374"/>
                          <a14:foregroundMark x1="76793" y1="57928" x2="76793" y2="57928"/>
                          <a14:foregroundMark x1="74367" y1="55074" x2="74367" y2="55074"/>
                          <a14:foregroundMark x1="93987" y1="53911" x2="93987" y2="53911"/>
                          <a14:foregroundMark x1="85021" y1="60359" x2="85021" y2="60359"/>
                          <a14:foregroundMark x1="10127" y1="44609" x2="10127" y2="44609"/>
                          <a14:foregroundMark x1="77743" y1="52537" x2="77743" y2="52537"/>
                          <a14:foregroundMark x1="90717" y1="57082" x2="90717" y2="57082"/>
                          <a14:foregroundMark x1="88291" y1="61839" x2="88291" y2="61839"/>
                          <a14:backgroundMark x1="13291" y1="48626" x2="13291" y2="48626"/>
                          <a14:backgroundMark x1="13819" y1="47569" x2="13819" y2="47569"/>
                          <a14:backgroundMark x1="12553" y1="47886" x2="14873" y2="50000"/>
                        </a14:backgroundRemoval>
                      </a14:imgEffect>
                    </a14:imgLayer>
                  </a14:imgProps>
                </a:ext>
              </a:extLst>
            </a:blip>
            <a:srcRect l="14462" t="30998" r="3867" b="35569"/>
            <a:stretch/>
          </p:blipFill>
          <p:spPr>
            <a:xfrm>
              <a:off x="7527337" y="1229413"/>
              <a:ext cx="2120228" cy="866087"/>
            </a:xfrm>
            <a:prstGeom prst="rect">
              <a:avLst/>
            </a:prstGeom>
          </p:spPr>
        </p:pic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F1EC7BEC-4250-49AA-9223-126E1AA34CF4}"/>
                </a:ext>
              </a:extLst>
            </p:cNvPr>
            <p:cNvSpPr txBox="1"/>
            <p:nvPr/>
          </p:nvSpPr>
          <p:spPr>
            <a:xfrm>
              <a:off x="6856983" y="1608956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18 cm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4009E9C2-635B-4BD6-B344-E885A55EDB56}"/>
              </a:ext>
            </a:extLst>
          </p:cNvPr>
          <p:cNvSpPr txBox="1"/>
          <p:nvPr/>
        </p:nvSpPr>
        <p:spPr>
          <a:xfrm>
            <a:off x="6720840" y="6036364"/>
            <a:ext cx="4896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Connectiques internes v5 mono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8B068DB2-064D-4F59-AD91-E4CE6FF16217}"/>
              </a:ext>
            </a:extLst>
          </p:cNvPr>
          <p:cNvGrpSpPr/>
          <p:nvPr/>
        </p:nvGrpSpPr>
        <p:grpSpPr>
          <a:xfrm>
            <a:off x="217948" y="2472018"/>
            <a:ext cx="5669236" cy="1412192"/>
            <a:chOff x="-38401" y="2484439"/>
            <a:chExt cx="5669236" cy="1412192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EB84963A-5109-4145-B652-0C39D187DDE6}"/>
                </a:ext>
              </a:extLst>
            </p:cNvPr>
            <p:cNvGrpSpPr/>
            <p:nvPr/>
          </p:nvGrpSpPr>
          <p:grpSpPr>
            <a:xfrm>
              <a:off x="-38401" y="2484439"/>
              <a:ext cx="4636256" cy="1412192"/>
              <a:chOff x="434897" y="2426564"/>
              <a:chExt cx="4636256" cy="1412192"/>
            </a:xfrm>
          </p:grpSpPr>
          <p:grpSp>
            <p:nvGrpSpPr>
              <p:cNvPr id="77" name="Groupe 76">
                <a:extLst>
                  <a:ext uri="{FF2B5EF4-FFF2-40B4-BE49-F238E27FC236}">
                    <a16:creationId xmlns:a16="http://schemas.microsoft.com/office/drawing/2014/main" id="{08440C9C-F205-4F9A-8C2F-400D6BE2F805}"/>
                  </a:ext>
                </a:extLst>
              </p:cNvPr>
              <p:cNvGrpSpPr/>
              <p:nvPr/>
            </p:nvGrpSpPr>
            <p:grpSpPr>
              <a:xfrm>
                <a:off x="434897" y="2426564"/>
                <a:ext cx="4636256" cy="1412192"/>
                <a:chOff x="398094" y="3549623"/>
                <a:chExt cx="4636256" cy="1412192"/>
              </a:xfrm>
            </p:grpSpPr>
            <p:grpSp>
              <p:nvGrpSpPr>
                <p:cNvPr id="76" name="Groupe 75">
                  <a:extLst>
                    <a:ext uri="{FF2B5EF4-FFF2-40B4-BE49-F238E27FC236}">
                      <a16:creationId xmlns:a16="http://schemas.microsoft.com/office/drawing/2014/main" id="{42888F21-E511-4F49-8485-99D493D21E74}"/>
                    </a:ext>
                  </a:extLst>
                </p:cNvPr>
                <p:cNvGrpSpPr/>
                <p:nvPr/>
              </p:nvGrpSpPr>
              <p:grpSpPr>
                <a:xfrm>
                  <a:off x="398094" y="3549623"/>
                  <a:ext cx="4636256" cy="1412192"/>
                  <a:chOff x="139788" y="4214163"/>
                  <a:chExt cx="4636256" cy="1412192"/>
                </a:xfrm>
              </p:grpSpPr>
              <p:grpSp>
                <p:nvGrpSpPr>
                  <p:cNvPr id="74" name="Groupe 73">
                    <a:extLst>
                      <a:ext uri="{FF2B5EF4-FFF2-40B4-BE49-F238E27FC236}">
                        <a16:creationId xmlns:a16="http://schemas.microsoft.com/office/drawing/2014/main" id="{55FF3080-EEB4-401D-8A7B-F99CB7EC4EE4}"/>
                      </a:ext>
                    </a:extLst>
                  </p:cNvPr>
                  <p:cNvGrpSpPr/>
                  <p:nvPr/>
                </p:nvGrpSpPr>
                <p:grpSpPr>
                  <a:xfrm>
                    <a:off x="139788" y="4214163"/>
                    <a:ext cx="4636256" cy="1412192"/>
                    <a:chOff x="218612" y="4734455"/>
                    <a:chExt cx="4636256" cy="1412192"/>
                  </a:xfrm>
                </p:grpSpPr>
                <p:cxnSp>
                  <p:nvCxnSpPr>
                    <p:cNvPr id="123" name="Connecteur droit 122">
                      <a:extLst>
                        <a:ext uri="{FF2B5EF4-FFF2-40B4-BE49-F238E27FC236}">
                          <a16:creationId xmlns:a16="http://schemas.microsoft.com/office/drawing/2014/main" id="{16F757C8-7B19-4AE2-A779-E085E7CB6D9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435253" y="5536106"/>
                      <a:ext cx="2477524" cy="115828"/>
                    </a:xfrm>
                    <a:prstGeom prst="line">
                      <a:avLst/>
                    </a:prstGeom>
                    <a:ln w="57150">
                      <a:solidFill>
                        <a:srgbClr val="00B05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Connecteur droit 126">
                      <a:extLst>
                        <a:ext uri="{FF2B5EF4-FFF2-40B4-BE49-F238E27FC236}">
                          <a16:creationId xmlns:a16="http://schemas.microsoft.com/office/drawing/2014/main" id="{C9EE2B9B-40CC-43B5-8FD2-E0233F9BED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89717" y="5510631"/>
                      <a:ext cx="2475547" cy="153943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Connecteur droit 95">
                      <a:extLst>
                        <a:ext uri="{FF2B5EF4-FFF2-40B4-BE49-F238E27FC236}">
                          <a16:creationId xmlns:a16="http://schemas.microsoft.com/office/drawing/2014/main" id="{4CC7DE74-5462-4C31-9094-A1F63E62BF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89717" y="5389517"/>
                      <a:ext cx="2490073" cy="421139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Connecteur droit 99">
                      <a:extLst>
                        <a:ext uri="{FF2B5EF4-FFF2-40B4-BE49-F238E27FC236}">
                          <a16:creationId xmlns:a16="http://schemas.microsoft.com/office/drawing/2014/main" id="{2C5FE25E-2E46-4334-B698-70601F944F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420318" y="5370528"/>
                      <a:ext cx="2490482" cy="399031"/>
                    </a:xfrm>
                    <a:prstGeom prst="line">
                      <a:avLst/>
                    </a:prstGeom>
                    <a:ln w="57150">
                      <a:solidFill>
                        <a:schemeClr val="bg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01" name="Image 100">
                      <a:extLst>
                        <a:ext uri="{FF2B5EF4-FFF2-40B4-BE49-F238E27FC236}">
                          <a16:creationId xmlns:a16="http://schemas.microsoft.com/office/drawing/2014/main" id="{8EE9D795-C766-4906-BD89-F11A2B9C3E4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screen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65533" y="5052111"/>
                      <a:ext cx="536184" cy="95538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2" name="Image 101">
                      <a:extLst>
                        <a:ext uri="{FF2B5EF4-FFF2-40B4-BE49-F238E27FC236}">
                          <a16:creationId xmlns:a16="http://schemas.microsoft.com/office/drawing/2014/main" id="{EC4F3DF9-475E-4325-97CD-B4F549AC240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screen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0800000">
                      <a:off x="3912244" y="5198239"/>
                      <a:ext cx="536184" cy="94840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3" name="ZoneTexte 102">
                      <a:extLst>
                        <a:ext uri="{FF2B5EF4-FFF2-40B4-BE49-F238E27FC236}">
                          <a16:creationId xmlns:a16="http://schemas.microsoft.com/office/drawing/2014/main" id="{46304FFD-7393-4908-9C7D-6F4CB924BE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1065" y="4837396"/>
                      <a:ext cx="657552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JST </a:t>
                      </a:r>
                      <a:r>
                        <a:rPr lang="fr-FR" sz="1050" b="1" dirty="0"/>
                        <a:t>5</a:t>
                      </a:r>
                      <a:r>
                        <a:rPr lang="fr-FR" sz="1050" dirty="0"/>
                        <a:t> pin</a:t>
                      </a:r>
                    </a:p>
                    <a:p>
                      <a:r>
                        <a:rPr lang="fr-FR" sz="1050" dirty="0"/>
                        <a:t>à sertir</a:t>
                      </a:r>
                    </a:p>
                  </p:txBody>
                </p:sp>
                <p:sp>
                  <p:nvSpPr>
                    <p:cNvPr id="104" name="ZoneTexte 103">
                      <a:extLst>
                        <a:ext uri="{FF2B5EF4-FFF2-40B4-BE49-F238E27FC236}">
                          <a16:creationId xmlns:a16="http://schemas.microsoft.com/office/drawing/2014/main" id="{E87C2821-A309-4546-B94F-C1323A14B8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04849" y="4734455"/>
                      <a:ext cx="657552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JST </a:t>
                      </a:r>
                      <a:r>
                        <a:rPr lang="fr-FR" sz="1050" b="1" dirty="0"/>
                        <a:t>5</a:t>
                      </a:r>
                      <a:r>
                        <a:rPr lang="fr-FR" sz="1050" dirty="0"/>
                        <a:t> pin</a:t>
                      </a:r>
                    </a:p>
                    <a:p>
                      <a:r>
                        <a:rPr lang="fr-FR" sz="1050" dirty="0"/>
                        <a:t>à sertir</a:t>
                      </a:r>
                    </a:p>
                  </p:txBody>
                </p:sp>
                <p:sp>
                  <p:nvSpPr>
                    <p:cNvPr id="137" name="ZoneTexte 136">
                      <a:extLst>
                        <a:ext uri="{FF2B5EF4-FFF2-40B4-BE49-F238E27FC236}">
                          <a16:creationId xmlns:a16="http://schemas.microsoft.com/office/drawing/2014/main" id="{A75057A0-8475-484C-AA93-550507E14F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91280" y="5252451"/>
                      <a:ext cx="463588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GND</a:t>
                      </a:r>
                    </a:p>
                    <a:p>
                      <a:r>
                        <a:rPr lang="fr-FR" sz="1050" dirty="0"/>
                        <a:t>3.3 V</a:t>
                      </a:r>
                    </a:p>
                    <a:p>
                      <a:r>
                        <a:rPr lang="fr-FR" sz="1050" dirty="0"/>
                        <a:t>SDA</a:t>
                      </a:r>
                    </a:p>
                    <a:p>
                      <a:r>
                        <a:rPr lang="fr-FR" sz="1050" dirty="0"/>
                        <a:t>SCL</a:t>
                      </a:r>
                    </a:p>
                  </p:txBody>
                </p:sp>
                <p:sp>
                  <p:nvSpPr>
                    <p:cNvPr id="138" name="ZoneTexte 137">
                      <a:extLst>
                        <a:ext uri="{FF2B5EF4-FFF2-40B4-BE49-F238E27FC236}">
                          <a16:creationId xmlns:a16="http://schemas.microsoft.com/office/drawing/2014/main" id="{5951C2D9-C835-4084-A92E-B16A613B84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4859" y="5237180"/>
                      <a:ext cx="439544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SCL</a:t>
                      </a:r>
                    </a:p>
                    <a:p>
                      <a:r>
                        <a:rPr lang="fr-FR" sz="1050" dirty="0"/>
                        <a:t>SDA</a:t>
                      </a:r>
                    </a:p>
                    <a:p>
                      <a:r>
                        <a:rPr lang="fr-FR" sz="1050" dirty="0"/>
                        <a:t>3.3V</a:t>
                      </a:r>
                    </a:p>
                    <a:p>
                      <a:r>
                        <a:rPr lang="fr-FR" sz="1050" dirty="0"/>
                        <a:t>GND</a:t>
                      </a:r>
                    </a:p>
                  </p:txBody>
                </p:sp>
                <p:sp>
                  <p:nvSpPr>
                    <p:cNvPr id="147" name="ZoneTexte 146">
                      <a:extLst>
                        <a:ext uri="{FF2B5EF4-FFF2-40B4-BE49-F238E27FC236}">
                          <a16:creationId xmlns:a16="http://schemas.microsoft.com/office/drawing/2014/main" id="{8C31F805-1617-4306-93F1-4D8E221994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8612" y="5442749"/>
                      <a:ext cx="82374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200" b="1" dirty="0"/>
                        <a:t>Luxmètre</a:t>
                      </a:r>
                    </a:p>
                  </p:txBody>
                </p:sp>
              </p:grpSp>
              <p:sp>
                <p:nvSpPr>
                  <p:cNvPr id="150" name="ZoneTexte 149">
                    <a:extLst>
                      <a:ext uri="{FF2B5EF4-FFF2-40B4-BE49-F238E27FC236}">
                        <a16:creationId xmlns:a16="http://schemas.microsoft.com/office/drawing/2014/main" id="{6C22CD58-2FB4-41E5-A4DF-535C01D53F33}"/>
                      </a:ext>
                    </a:extLst>
                  </p:cNvPr>
                  <p:cNvSpPr txBox="1"/>
                  <p:nvPr/>
                </p:nvSpPr>
                <p:spPr>
                  <a:xfrm>
                    <a:off x="1884152" y="4547529"/>
                    <a:ext cx="125226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1100" dirty="0"/>
                      <a:t>Rallonge Luxmètre</a:t>
                    </a:r>
                  </a:p>
                </p:txBody>
              </p:sp>
            </p:grpSp>
            <p:sp>
              <p:nvSpPr>
                <p:cNvPr id="159" name="ZoneTexte 158">
                  <a:extLst>
                    <a:ext uri="{FF2B5EF4-FFF2-40B4-BE49-F238E27FC236}">
                      <a16:creationId xmlns:a16="http://schemas.microsoft.com/office/drawing/2014/main" id="{D571589D-EE58-4833-AD77-3CE5A5A90910}"/>
                    </a:ext>
                  </a:extLst>
                </p:cNvPr>
                <p:cNvSpPr txBox="1"/>
                <p:nvPr/>
              </p:nvSpPr>
              <p:spPr>
                <a:xfrm>
                  <a:off x="2596964" y="4609672"/>
                  <a:ext cx="487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/>
                    <a:t>5 cm</a:t>
                  </a:r>
                </a:p>
              </p:txBody>
            </p:sp>
          </p:grpSp>
          <p:cxnSp>
            <p:nvCxnSpPr>
              <p:cNvPr id="156" name="Connecteur droit 155">
                <a:extLst>
                  <a:ext uri="{FF2B5EF4-FFF2-40B4-BE49-F238E27FC236}">
                    <a16:creationId xmlns:a16="http://schemas.microsoft.com/office/drawing/2014/main" id="{4447C034-C8D5-4738-B293-C05A5456F3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8134" y="2933332"/>
                <a:ext cx="47991" cy="937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necteur droit 157">
                <a:extLst>
                  <a:ext uri="{FF2B5EF4-FFF2-40B4-BE49-F238E27FC236}">
                    <a16:creationId xmlns:a16="http://schemas.microsoft.com/office/drawing/2014/main" id="{3AA87ECB-968B-4DEB-8B6C-F081E5869D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5785" y="2914021"/>
                <a:ext cx="80628" cy="11301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Connecteur droit 173">
                <a:extLst>
                  <a:ext uri="{FF2B5EF4-FFF2-40B4-BE49-F238E27FC236}">
                    <a16:creationId xmlns:a16="http://schemas.microsoft.com/office/drawing/2014/main" id="{933DFE06-C755-41CC-9C74-971B76DC7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4475" y="3563605"/>
                <a:ext cx="47991" cy="937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Connecteur droit 174">
                <a:extLst>
                  <a:ext uri="{FF2B5EF4-FFF2-40B4-BE49-F238E27FC236}">
                    <a16:creationId xmlns:a16="http://schemas.microsoft.com/office/drawing/2014/main" id="{DA69F688-63A2-4C74-91D8-93DEF63548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2126" y="3544294"/>
                <a:ext cx="80628" cy="11301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5EE1E176-2E65-47F1-8BEC-6E125C8FFB58}"/>
                </a:ext>
              </a:extLst>
            </p:cNvPr>
            <p:cNvSpPr txBox="1"/>
            <p:nvPr/>
          </p:nvSpPr>
          <p:spPr>
            <a:xfrm>
              <a:off x="4540511" y="3008067"/>
              <a:ext cx="10903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Carte électronique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14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B4675436-5ADF-416A-90B7-E4092BDED464}"/>
              </a:ext>
            </a:extLst>
          </p:cNvPr>
          <p:cNvCxnSpPr>
            <a:cxnSpLocks/>
          </p:cNvCxnSpPr>
          <p:nvPr/>
        </p:nvCxnSpPr>
        <p:spPr>
          <a:xfrm flipH="1">
            <a:off x="6720840" y="534493"/>
            <a:ext cx="272967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179">
            <a:extLst>
              <a:ext uri="{FF2B5EF4-FFF2-40B4-BE49-F238E27FC236}">
                <a16:creationId xmlns:a16="http://schemas.microsoft.com/office/drawing/2014/main" id="{9A265238-3EBC-4AA9-81D9-ACB972294694}"/>
              </a:ext>
            </a:extLst>
          </p:cNvPr>
          <p:cNvCxnSpPr>
            <a:cxnSpLocks/>
          </p:cNvCxnSpPr>
          <p:nvPr/>
        </p:nvCxnSpPr>
        <p:spPr>
          <a:xfrm flipH="1">
            <a:off x="6723731" y="620911"/>
            <a:ext cx="272967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Image 171">
            <a:extLst>
              <a:ext uri="{FF2B5EF4-FFF2-40B4-BE49-F238E27FC236}">
                <a16:creationId xmlns:a16="http://schemas.microsoft.com/office/drawing/2014/main" id="{C2E0DC9B-2907-45F3-93DB-FCE2CEE5C6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99504" y="227531"/>
            <a:ext cx="1407191" cy="860777"/>
          </a:xfrm>
          <a:prstGeom prst="roundRect">
            <a:avLst>
              <a:gd name="adj" fmla="val 18052"/>
            </a:avLst>
          </a:prstGeom>
        </p:spPr>
      </p:pic>
      <p:sp>
        <p:nvSpPr>
          <p:cNvPr id="181" name="ZoneTexte 180">
            <a:extLst>
              <a:ext uri="{FF2B5EF4-FFF2-40B4-BE49-F238E27FC236}">
                <a16:creationId xmlns:a16="http://schemas.microsoft.com/office/drawing/2014/main" id="{87EF485F-5573-4962-96C9-9468303E44E1}"/>
              </a:ext>
            </a:extLst>
          </p:cNvPr>
          <p:cNvSpPr txBox="1"/>
          <p:nvPr/>
        </p:nvSpPr>
        <p:spPr>
          <a:xfrm>
            <a:off x="7728289" y="267565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?? cm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5A11191B-9C15-4407-81EF-8D90DBF644A9}"/>
              </a:ext>
            </a:extLst>
          </p:cNvPr>
          <p:cNvSpPr txBox="1"/>
          <p:nvPr/>
        </p:nvSpPr>
        <p:spPr>
          <a:xfrm>
            <a:off x="10707601" y="364826"/>
            <a:ext cx="129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Interrupteur magnétique</a:t>
            </a:r>
          </a:p>
          <a:p>
            <a:r>
              <a:rPr lang="fr-FR" sz="1200" dirty="0"/>
              <a:t>tape arrière</a:t>
            </a:r>
            <a:endParaRPr lang="fr-FR" sz="1050" dirty="0"/>
          </a:p>
        </p:txBody>
      </p:sp>
      <p:pic>
        <p:nvPicPr>
          <p:cNvPr id="198" name="Image 197">
            <a:extLst>
              <a:ext uri="{FF2B5EF4-FFF2-40B4-BE49-F238E27FC236}">
                <a16:creationId xmlns:a16="http://schemas.microsoft.com/office/drawing/2014/main" id="{9B21700E-A31E-4EEB-B3E0-EC3AAC8A0B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365429" y="364824"/>
            <a:ext cx="487633" cy="491111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2932161F-7FB8-4BF1-B1C5-A43FE4BE0827}"/>
              </a:ext>
            </a:extLst>
          </p:cNvPr>
          <p:cNvGrpSpPr/>
          <p:nvPr/>
        </p:nvGrpSpPr>
        <p:grpSpPr>
          <a:xfrm>
            <a:off x="6245739" y="1997062"/>
            <a:ext cx="5353140" cy="857730"/>
            <a:chOff x="6561989" y="4666606"/>
            <a:chExt cx="5353140" cy="85773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575913F0-CEA9-4837-87AA-AABD23DF1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8870" y="4937503"/>
              <a:ext cx="170688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92D8313-7B6F-4D13-A7B3-63BFAC7A59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8870" y="5294805"/>
              <a:ext cx="1706881" cy="11914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14C32680-36A6-4C89-8001-05DAD53A5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8870" y="5043345"/>
              <a:ext cx="170688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334C6EF-9785-4D88-B38D-DF89AF509F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8870" y="5167453"/>
              <a:ext cx="170688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B8DA4C4-3DF9-4960-B228-8A71FD1EA28D}"/>
                </a:ext>
              </a:extLst>
            </p:cNvPr>
            <p:cNvSpPr txBox="1"/>
            <p:nvPr/>
          </p:nvSpPr>
          <p:spPr>
            <a:xfrm>
              <a:off x="8312568" y="4666606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?? cm</a:t>
              </a:r>
            </a:p>
          </p:txBody>
        </p:sp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196F90B8-4FF9-4236-9D28-A50E5A762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829344" flipH="1">
              <a:off x="9252005" y="4735614"/>
              <a:ext cx="778065" cy="771471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875DA04E-60F1-44BC-A48E-ACA2177F6ED5}"/>
                </a:ext>
              </a:extLst>
            </p:cNvPr>
            <p:cNvSpPr txBox="1"/>
            <p:nvPr/>
          </p:nvSpPr>
          <p:spPr>
            <a:xfrm>
              <a:off x="10624977" y="4898760"/>
              <a:ext cx="1290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Communication Moteur</a:t>
              </a:r>
            </a:p>
          </p:txBody>
        </p:sp>
        <p:sp>
          <p:nvSpPr>
            <p:cNvPr id="183" name="ZoneTexte 182">
              <a:extLst>
                <a:ext uri="{FF2B5EF4-FFF2-40B4-BE49-F238E27FC236}">
                  <a16:creationId xmlns:a16="http://schemas.microsoft.com/office/drawing/2014/main" id="{2E0EB48B-033B-4D18-BA51-06908D0C8A88}"/>
                </a:ext>
              </a:extLst>
            </p:cNvPr>
            <p:cNvSpPr txBox="1"/>
            <p:nvPr/>
          </p:nvSpPr>
          <p:spPr>
            <a:xfrm>
              <a:off x="10105058" y="4766732"/>
              <a:ext cx="46198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GND</a:t>
              </a:r>
            </a:p>
            <a:p>
              <a:r>
                <a:rPr lang="fr-FR" sz="1050" dirty="0"/>
                <a:t>GPIO</a:t>
              </a:r>
            </a:p>
            <a:p>
              <a:r>
                <a:rPr lang="fr-FR" sz="1050" dirty="0"/>
                <a:t>SCL</a:t>
              </a:r>
            </a:p>
            <a:p>
              <a:r>
                <a:rPr lang="fr-FR" sz="1050" dirty="0"/>
                <a:t>SDA</a:t>
              </a:r>
            </a:p>
          </p:txBody>
        </p:sp>
        <p:pic>
          <p:nvPicPr>
            <p:cNvPr id="194" name="Image 193">
              <a:extLst>
                <a:ext uri="{FF2B5EF4-FFF2-40B4-BE49-F238E27FC236}">
                  <a16:creationId xmlns:a16="http://schemas.microsoft.com/office/drawing/2014/main" id="{CC99FA19-3361-4DC8-99CF-7BD8A2B3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23037" y="4716577"/>
              <a:ext cx="536184" cy="807759"/>
            </a:xfrm>
            <a:prstGeom prst="rect">
              <a:avLst/>
            </a:prstGeom>
          </p:spPr>
        </p:pic>
        <p:sp>
          <p:nvSpPr>
            <p:cNvPr id="201" name="ZoneTexte 200">
              <a:extLst>
                <a:ext uri="{FF2B5EF4-FFF2-40B4-BE49-F238E27FC236}">
                  <a16:creationId xmlns:a16="http://schemas.microsoft.com/office/drawing/2014/main" id="{0F6C3394-C44E-40B4-B3B3-287C73C882E8}"/>
                </a:ext>
              </a:extLst>
            </p:cNvPr>
            <p:cNvSpPr txBox="1"/>
            <p:nvPr/>
          </p:nvSpPr>
          <p:spPr>
            <a:xfrm>
              <a:off x="6561989" y="4921843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4 pin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978168B6-0CA6-417F-8469-67510450CF42}"/>
              </a:ext>
            </a:extLst>
          </p:cNvPr>
          <p:cNvGrpSpPr/>
          <p:nvPr/>
        </p:nvGrpSpPr>
        <p:grpSpPr>
          <a:xfrm>
            <a:off x="6304817" y="3173579"/>
            <a:ext cx="5016807" cy="819752"/>
            <a:chOff x="6946637" y="5443791"/>
            <a:chExt cx="5016807" cy="819752"/>
          </a:xfrm>
        </p:grpSpPr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6626060B-6BA2-465F-ABD5-12238A45D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111" y="5992362"/>
              <a:ext cx="17068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83">
              <a:extLst>
                <a:ext uri="{FF2B5EF4-FFF2-40B4-BE49-F238E27FC236}">
                  <a16:creationId xmlns:a16="http://schemas.microsoft.com/office/drawing/2014/main" id="{E24865B0-A620-4651-93DA-1818359D2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83111" y="5849746"/>
              <a:ext cx="1706881" cy="1191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3C6F1B33-DA86-4C98-9AA8-BB388607D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111" y="5924446"/>
              <a:ext cx="170688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0DDF7D57-A7EB-4453-A5B4-4CCD925DC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111" y="5790609"/>
              <a:ext cx="1706880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5AB45A6E-BEB4-4FCA-A1DD-9FDE6C0FB9ED}"/>
                </a:ext>
              </a:extLst>
            </p:cNvPr>
            <p:cNvSpPr txBox="1"/>
            <p:nvPr/>
          </p:nvSpPr>
          <p:spPr>
            <a:xfrm>
              <a:off x="8686929" y="5534404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?? cm</a:t>
              </a:r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6274530C-45AB-4A40-AFA9-19B618559A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57435">
              <a:off x="9658171" y="5565241"/>
              <a:ext cx="956887" cy="662416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42C2FEFD-AC39-4D80-8FFD-D06A3ECD14C1}"/>
                </a:ext>
              </a:extLst>
            </p:cNvPr>
            <p:cNvSpPr txBox="1"/>
            <p:nvPr/>
          </p:nvSpPr>
          <p:spPr>
            <a:xfrm>
              <a:off x="11038025" y="5773189"/>
              <a:ext cx="9254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Capteur TP</a:t>
              </a:r>
            </a:p>
          </p:txBody>
        </p:sp>
        <p:sp>
          <p:nvSpPr>
            <p:cNvPr id="184" name="ZoneTexte 183">
              <a:extLst>
                <a:ext uri="{FF2B5EF4-FFF2-40B4-BE49-F238E27FC236}">
                  <a16:creationId xmlns:a16="http://schemas.microsoft.com/office/drawing/2014/main" id="{2AEE07DE-FC56-4376-90E1-98B7536C40EE}"/>
                </a:ext>
              </a:extLst>
            </p:cNvPr>
            <p:cNvSpPr txBox="1"/>
            <p:nvPr/>
          </p:nvSpPr>
          <p:spPr>
            <a:xfrm>
              <a:off x="10571986" y="5524879"/>
              <a:ext cx="46358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3.3 V</a:t>
              </a:r>
            </a:p>
            <a:p>
              <a:r>
                <a:rPr lang="fr-FR" sz="1050" dirty="0"/>
                <a:t>SDA</a:t>
              </a:r>
            </a:p>
            <a:p>
              <a:r>
                <a:rPr lang="fr-FR" sz="1050" dirty="0"/>
                <a:t>SCL</a:t>
              </a:r>
            </a:p>
            <a:p>
              <a:r>
                <a:rPr lang="fr-FR" sz="1050" dirty="0"/>
                <a:t>GND</a:t>
              </a:r>
            </a:p>
          </p:txBody>
        </p:sp>
        <p:pic>
          <p:nvPicPr>
            <p:cNvPr id="200" name="Image 199">
              <a:extLst>
                <a:ext uri="{FF2B5EF4-FFF2-40B4-BE49-F238E27FC236}">
                  <a16:creationId xmlns:a16="http://schemas.microsoft.com/office/drawing/2014/main" id="{9D11A5CE-0F5B-410B-A91A-AB6CC1284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59028" y="5443791"/>
              <a:ext cx="536184" cy="807759"/>
            </a:xfrm>
            <a:prstGeom prst="rect">
              <a:avLst/>
            </a:prstGeom>
          </p:spPr>
        </p:pic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15DBEEC4-7220-4601-99D9-DACE9C9A85B2}"/>
                </a:ext>
              </a:extLst>
            </p:cNvPr>
            <p:cNvSpPr txBox="1"/>
            <p:nvPr/>
          </p:nvSpPr>
          <p:spPr>
            <a:xfrm>
              <a:off x="6946637" y="5655982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4 pin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sp>
        <p:nvSpPr>
          <p:cNvPr id="86" name="ZoneTexte 85">
            <a:extLst>
              <a:ext uri="{FF2B5EF4-FFF2-40B4-BE49-F238E27FC236}">
                <a16:creationId xmlns:a16="http://schemas.microsoft.com/office/drawing/2014/main" id="{CA4E5962-9920-4A6B-9ACF-AFCF1015DFA5}"/>
              </a:ext>
            </a:extLst>
          </p:cNvPr>
          <p:cNvSpPr txBox="1"/>
          <p:nvPr/>
        </p:nvSpPr>
        <p:spPr>
          <a:xfrm>
            <a:off x="5764214" y="399107"/>
            <a:ext cx="6575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JST 2 pin</a:t>
            </a:r>
          </a:p>
          <a:p>
            <a:r>
              <a:rPr lang="fr-FR" sz="1050" dirty="0"/>
              <a:t>à sertir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F5B629B-DBBA-466E-83B4-A8F73F73750C}"/>
              </a:ext>
            </a:extLst>
          </p:cNvPr>
          <p:cNvGrpSpPr/>
          <p:nvPr/>
        </p:nvGrpSpPr>
        <p:grpSpPr>
          <a:xfrm>
            <a:off x="398514" y="261469"/>
            <a:ext cx="4779711" cy="1675008"/>
            <a:chOff x="29261" y="40461"/>
            <a:chExt cx="4779711" cy="167500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BFA0EE2-B302-4039-B9AB-5EA0CF5AB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clrChange>
                <a:clrFrom>
                  <a:srgbClr val="FEFEFC"/>
                </a:clrFrom>
                <a:clrTo>
                  <a:srgbClr val="FEFEFC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397364" y="172637"/>
              <a:ext cx="219431" cy="627942"/>
            </a:xfrm>
            <a:prstGeom prst="rect">
              <a:avLst/>
            </a:prstGeom>
          </p:spPr>
        </p:pic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4F7C1FC2-FEF2-465F-B652-C173E2CC0719}"/>
                </a:ext>
              </a:extLst>
            </p:cNvPr>
            <p:cNvGrpSpPr/>
            <p:nvPr/>
          </p:nvGrpSpPr>
          <p:grpSpPr>
            <a:xfrm>
              <a:off x="29261" y="40461"/>
              <a:ext cx="2307061" cy="1473593"/>
              <a:chOff x="98197" y="211222"/>
              <a:chExt cx="2307061" cy="1473593"/>
            </a:xfrm>
          </p:grpSpPr>
          <p:cxnSp>
            <p:nvCxnSpPr>
              <p:cNvPr id="187" name="Connecteur droit 186">
                <a:extLst>
                  <a:ext uri="{FF2B5EF4-FFF2-40B4-BE49-F238E27FC236}">
                    <a16:creationId xmlns:a16="http://schemas.microsoft.com/office/drawing/2014/main" id="{1DB0F15E-6F3B-4308-9954-B532E785C0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6424" y="599871"/>
                <a:ext cx="1798834" cy="752"/>
              </a:xfrm>
              <a:prstGeom prst="line">
                <a:avLst/>
              </a:prstGeom>
              <a:ln w="571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necteur droit 187">
                <a:extLst>
                  <a:ext uri="{FF2B5EF4-FFF2-40B4-BE49-F238E27FC236}">
                    <a16:creationId xmlns:a16="http://schemas.microsoft.com/office/drawing/2014/main" id="{330DBA4C-A3EB-4D09-8BED-D76C53FD6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9139" y="707074"/>
                <a:ext cx="1406119" cy="0"/>
              </a:xfrm>
              <a:prstGeom prst="line">
                <a:avLst/>
              </a:prstGeom>
              <a:ln w="571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5454EF1F-560A-428D-9AFF-167388C4DBEE}"/>
                  </a:ext>
                </a:extLst>
              </p:cNvPr>
              <p:cNvSpPr txBox="1"/>
              <p:nvPr/>
            </p:nvSpPr>
            <p:spPr>
              <a:xfrm>
                <a:off x="1674260" y="343912"/>
                <a:ext cx="5501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?? cm</a:t>
                </a:r>
              </a:p>
            </p:txBody>
          </p:sp>
          <p:pic>
            <p:nvPicPr>
              <p:cNvPr id="186" name="Image 185">
                <a:extLst>
                  <a:ext uri="{FF2B5EF4-FFF2-40B4-BE49-F238E27FC236}">
                    <a16:creationId xmlns:a16="http://schemas.microsoft.com/office/drawing/2014/main" id="{6343795C-9039-4308-BCAD-AB5D4A9687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8197" y="211222"/>
                <a:ext cx="1407191" cy="860777"/>
              </a:xfrm>
              <a:prstGeom prst="roundRect">
                <a:avLst>
                  <a:gd name="adj" fmla="val 18052"/>
                </a:avLst>
              </a:prstGeom>
            </p:spPr>
          </p:pic>
          <p:sp>
            <p:nvSpPr>
              <p:cNvPr id="190" name="ZoneTexte 189">
                <a:extLst>
                  <a:ext uri="{FF2B5EF4-FFF2-40B4-BE49-F238E27FC236}">
                    <a16:creationId xmlns:a16="http://schemas.microsoft.com/office/drawing/2014/main" id="{09C466DD-CD7A-4F02-8999-6AB727C51BD9}"/>
                  </a:ext>
                </a:extLst>
              </p:cNvPr>
              <p:cNvSpPr txBox="1"/>
              <p:nvPr/>
            </p:nvSpPr>
            <p:spPr>
              <a:xfrm>
                <a:off x="120067" y="1038484"/>
                <a:ext cx="12958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b="1" dirty="0"/>
                  <a:t>Interrupteur magnétique</a:t>
                </a:r>
              </a:p>
              <a:p>
                <a:r>
                  <a:rPr lang="fr-FR" sz="1200" dirty="0"/>
                  <a:t>tape avant</a:t>
                </a:r>
                <a:endParaRPr lang="fr-FR" sz="1050" dirty="0"/>
              </a:p>
            </p:txBody>
          </p:sp>
        </p:grp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510D1AFE-BB43-4202-9B72-9BFFDF5AC7EA}"/>
                </a:ext>
              </a:extLst>
            </p:cNvPr>
            <p:cNvSpPr txBox="1"/>
            <p:nvPr/>
          </p:nvSpPr>
          <p:spPr>
            <a:xfrm>
              <a:off x="2097119" y="563749"/>
              <a:ext cx="5469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/>
                <a:t>2 pins</a:t>
              </a:r>
            </a:p>
            <a:p>
              <a:r>
                <a:rPr lang="fr-FR" sz="800" dirty="0"/>
                <a:t>à souder</a:t>
              </a: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8D2BE595-0091-47D5-AC6F-150EA68C8A8D}"/>
                </a:ext>
              </a:extLst>
            </p:cNvPr>
            <p:cNvSpPr/>
            <p:nvPr/>
          </p:nvSpPr>
          <p:spPr>
            <a:xfrm>
              <a:off x="1301250" y="460664"/>
              <a:ext cx="2047932" cy="856605"/>
            </a:xfrm>
            <a:custGeom>
              <a:avLst/>
              <a:gdLst>
                <a:gd name="connsiteX0" fmla="*/ 241702 w 2145435"/>
                <a:gd name="connsiteY0" fmla="*/ 1015663 h 1015663"/>
                <a:gd name="connsiteX1" fmla="*/ 1753 w 2145435"/>
                <a:gd name="connsiteY1" fmla="*/ 866505 h 1015663"/>
                <a:gd name="connsiteX2" fmla="*/ 351949 w 2145435"/>
                <a:gd name="connsiteY2" fmla="*/ 594131 h 1015663"/>
                <a:gd name="connsiteX3" fmla="*/ 1421992 w 2145435"/>
                <a:gd name="connsiteY3" fmla="*/ 639527 h 1015663"/>
                <a:gd name="connsiteX4" fmla="*/ 1992681 w 2145435"/>
                <a:gd name="connsiteY4" fmla="*/ 516310 h 1015663"/>
                <a:gd name="connsiteX5" fmla="*/ 2122383 w 2145435"/>
                <a:gd name="connsiteY5" fmla="*/ 49382 h 1015663"/>
                <a:gd name="connsiteX6" fmla="*/ 1610060 w 2145435"/>
                <a:gd name="connsiteY6" fmla="*/ 36412 h 101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5435" h="1015663">
                  <a:moveTo>
                    <a:pt x="241702" y="1015663"/>
                  </a:moveTo>
                  <a:cubicBezTo>
                    <a:pt x="112540" y="976211"/>
                    <a:pt x="-16621" y="936760"/>
                    <a:pt x="1753" y="866505"/>
                  </a:cubicBezTo>
                  <a:cubicBezTo>
                    <a:pt x="20127" y="796250"/>
                    <a:pt x="115242" y="631961"/>
                    <a:pt x="351949" y="594131"/>
                  </a:cubicBezTo>
                  <a:cubicBezTo>
                    <a:pt x="588656" y="556301"/>
                    <a:pt x="1148537" y="652497"/>
                    <a:pt x="1421992" y="639527"/>
                  </a:cubicBezTo>
                  <a:cubicBezTo>
                    <a:pt x="1695447" y="626557"/>
                    <a:pt x="1875949" y="614667"/>
                    <a:pt x="1992681" y="516310"/>
                  </a:cubicBezTo>
                  <a:cubicBezTo>
                    <a:pt x="2109413" y="417953"/>
                    <a:pt x="2186153" y="129365"/>
                    <a:pt x="2122383" y="49382"/>
                  </a:cubicBezTo>
                  <a:cubicBezTo>
                    <a:pt x="2058613" y="-30601"/>
                    <a:pt x="1834336" y="2905"/>
                    <a:pt x="1610060" y="36412"/>
                  </a:cubicBezTo>
                </a:path>
              </a:pathLst>
            </a:custGeom>
            <a:noFill/>
            <a:ln w="952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C4C14C3D-0BD6-400F-89ED-92C3DC3F499E}"/>
                </a:ext>
              </a:extLst>
            </p:cNvPr>
            <p:cNvGrpSpPr/>
            <p:nvPr/>
          </p:nvGrpSpPr>
          <p:grpSpPr>
            <a:xfrm>
              <a:off x="1629740" y="1115827"/>
              <a:ext cx="3062087" cy="599642"/>
              <a:chOff x="1727520" y="1276074"/>
              <a:chExt cx="3062087" cy="599642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08340108-B9CD-4C46-9780-FE51842315CF}"/>
                  </a:ext>
                </a:extLst>
              </p:cNvPr>
              <p:cNvGrpSpPr/>
              <p:nvPr/>
            </p:nvGrpSpPr>
            <p:grpSpPr>
              <a:xfrm>
                <a:off x="1727520" y="1276074"/>
                <a:ext cx="3062087" cy="548916"/>
                <a:chOff x="1681548" y="1119092"/>
                <a:chExt cx="3062087" cy="548916"/>
              </a:xfrm>
            </p:grpSpPr>
            <p:cxnSp>
              <p:nvCxnSpPr>
                <p:cNvPr id="89" name="Connecteur droit 88">
                  <a:extLst>
                    <a:ext uri="{FF2B5EF4-FFF2-40B4-BE49-F238E27FC236}">
                      <a16:creationId xmlns:a16="http://schemas.microsoft.com/office/drawing/2014/main" id="{EF2E669A-A476-4022-BD81-181F9A869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93479" y="1369055"/>
                  <a:ext cx="2729670" cy="0"/>
                </a:xfrm>
                <a:prstGeom prst="line">
                  <a:avLst/>
                </a:prstGeom>
                <a:ln w="571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Connecteur droit 90">
                  <a:extLst>
                    <a:ext uri="{FF2B5EF4-FFF2-40B4-BE49-F238E27FC236}">
                      <a16:creationId xmlns:a16="http://schemas.microsoft.com/office/drawing/2014/main" id="{A80092D0-FC3F-46EE-8CD4-5C7957A70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96370" y="1455473"/>
                  <a:ext cx="2729670" cy="0"/>
                </a:xfrm>
                <a:prstGeom prst="line">
                  <a:avLst/>
                </a:prstGeom>
                <a:ln w="571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8" name="Image 87">
                  <a:extLst>
                    <a:ext uri="{FF2B5EF4-FFF2-40B4-BE49-F238E27FC236}">
                      <a16:creationId xmlns:a16="http://schemas.microsoft.com/office/drawing/2014/main" id="{9B766421-3A36-49FD-A794-49A533CBCE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33000"/>
                          </a14:imgEffect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1681548" y="1162243"/>
                  <a:ext cx="487633" cy="491111"/>
                </a:xfrm>
                <a:prstGeom prst="rect">
                  <a:avLst/>
                </a:prstGeom>
              </p:spPr>
            </p:pic>
            <p:pic>
              <p:nvPicPr>
                <p:cNvPr id="92" name="Image 91">
                  <a:extLst>
                    <a:ext uri="{FF2B5EF4-FFF2-40B4-BE49-F238E27FC236}">
                      <a16:creationId xmlns:a16="http://schemas.microsoft.com/office/drawing/2014/main" id="{966B22B3-CFA0-4C6E-8E73-B53CC1F237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33000"/>
                          </a14:imgEffect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 flipH="1">
                  <a:off x="4256001" y="1176897"/>
                  <a:ext cx="487634" cy="491111"/>
                </a:xfrm>
                <a:prstGeom prst="rect">
                  <a:avLst/>
                </a:prstGeom>
              </p:spPr>
            </p:pic>
            <p:sp>
              <p:nvSpPr>
                <p:cNvPr id="93" name="ZoneTexte 92">
                  <a:extLst>
                    <a:ext uri="{FF2B5EF4-FFF2-40B4-BE49-F238E27FC236}">
                      <a16:creationId xmlns:a16="http://schemas.microsoft.com/office/drawing/2014/main" id="{A45D37F2-4B26-4DE6-B669-798439051F30}"/>
                    </a:ext>
                  </a:extLst>
                </p:cNvPr>
                <p:cNvSpPr txBox="1"/>
                <p:nvPr/>
              </p:nvSpPr>
              <p:spPr>
                <a:xfrm>
                  <a:off x="2956687" y="1119092"/>
                  <a:ext cx="55015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/>
                    <a:t>?? cm</a:t>
                  </a:r>
                </a:p>
              </p:txBody>
            </p:sp>
          </p:grp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13F2E61-C236-4DE6-AC5C-D245E788315F}"/>
                  </a:ext>
                </a:extLst>
              </p:cNvPr>
              <p:cNvSpPr txBox="1"/>
              <p:nvPr/>
            </p:nvSpPr>
            <p:spPr>
              <a:xfrm>
                <a:off x="2190215" y="1614106"/>
                <a:ext cx="213712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Rallonge interrupteur magnétique</a:t>
                </a:r>
              </a:p>
            </p:txBody>
          </p:sp>
        </p:grpSp>
        <p:sp>
          <p:nvSpPr>
            <p:cNvPr id="163" name="ZoneTexte 162">
              <a:extLst>
                <a:ext uri="{FF2B5EF4-FFF2-40B4-BE49-F238E27FC236}">
                  <a16:creationId xmlns:a16="http://schemas.microsoft.com/office/drawing/2014/main" id="{2D28279B-FD5F-44EE-A5DF-A50E6EDD4336}"/>
                </a:ext>
              </a:extLst>
            </p:cNvPr>
            <p:cNvSpPr txBox="1"/>
            <p:nvPr/>
          </p:nvSpPr>
          <p:spPr>
            <a:xfrm>
              <a:off x="1055921" y="1287709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2 pin</a:t>
              </a:r>
            </a:p>
            <a:p>
              <a:r>
                <a:rPr lang="fr-FR" sz="1050" dirty="0"/>
                <a:t>à sertir</a:t>
              </a:r>
            </a:p>
          </p:txBody>
        </p:sp>
        <p:sp>
          <p:nvSpPr>
            <p:cNvPr id="170" name="ZoneTexte 169">
              <a:extLst>
                <a:ext uri="{FF2B5EF4-FFF2-40B4-BE49-F238E27FC236}">
                  <a16:creationId xmlns:a16="http://schemas.microsoft.com/office/drawing/2014/main" id="{20D38F05-9816-416B-AED8-4DA945C6404D}"/>
                </a:ext>
              </a:extLst>
            </p:cNvPr>
            <p:cNvSpPr txBox="1"/>
            <p:nvPr/>
          </p:nvSpPr>
          <p:spPr>
            <a:xfrm>
              <a:off x="4151420" y="820840"/>
              <a:ext cx="6575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JST 2 pin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6E745991-5D9E-43A1-BC94-E3CF9447FC06}"/>
              </a:ext>
            </a:extLst>
          </p:cNvPr>
          <p:cNvGrpSpPr/>
          <p:nvPr/>
        </p:nvGrpSpPr>
        <p:grpSpPr>
          <a:xfrm>
            <a:off x="1974577" y="4589342"/>
            <a:ext cx="4902630" cy="685879"/>
            <a:chOff x="4359459" y="1793621"/>
            <a:chExt cx="4902630" cy="685879"/>
          </a:xfrm>
        </p:grpSpPr>
        <p:sp>
          <p:nvSpPr>
            <p:cNvPr id="220" name="ZoneTexte 219">
              <a:extLst>
                <a:ext uri="{FF2B5EF4-FFF2-40B4-BE49-F238E27FC236}">
                  <a16:creationId xmlns:a16="http://schemas.microsoft.com/office/drawing/2014/main" id="{3BD363DD-698D-4526-817A-87B09798C119}"/>
                </a:ext>
              </a:extLst>
            </p:cNvPr>
            <p:cNvSpPr txBox="1"/>
            <p:nvPr/>
          </p:nvSpPr>
          <p:spPr>
            <a:xfrm>
              <a:off x="6252948" y="1793621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?? cm</a:t>
              </a:r>
            </a:p>
          </p:txBody>
        </p:sp>
        <p:pic>
          <p:nvPicPr>
            <p:cNvPr id="221" name="Image 220">
              <a:extLst>
                <a:ext uri="{FF2B5EF4-FFF2-40B4-BE49-F238E27FC236}">
                  <a16:creationId xmlns:a16="http://schemas.microsoft.com/office/drawing/2014/main" id="{69E5D3E9-04C6-4C64-A8FF-64A3AB56D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54576" y="2008757"/>
              <a:ext cx="1596861" cy="338354"/>
            </a:xfrm>
            <a:prstGeom prst="rect">
              <a:avLst/>
            </a:prstGeom>
          </p:spPr>
        </p:pic>
        <p:pic>
          <p:nvPicPr>
            <p:cNvPr id="222" name="Image 221">
              <a:extLst>
                <a:ext uri="{FF2B5EF4-FFF2-40B4-BE49-F238E27FC236}">
                  <a16:creationId xmlns:a16="http://schemas.microsoft.com/office/drawing/2014/main" id="{6F78EEC8-21D9-40EA-9107-D19084278D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51634" y="1879211"/>
              <a:ext cx="820420" cy="600289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223" name="ZoneTexte 222">
              <a:extLst>
                <a:ext uri="{FF2B5EF4-FFF2-40B4-BE49-F238E27FC236}">
                  <a16:creationId xmlns:a16="http://schemas.microsoft.com/office/drawing/2014/main" id="{27435793-2A3C-4BD8-9A0D-88AB957BAB8C}"/>
                </a:ext>
              </a:extLst>
            </p:cNvPr>
            <p:cNvSpPr txBox="1"/>
            <p:nvPr/>
          </p:nvSpPr>
          <p:spPr>
            <a:xfrm>
              <a:off x="8493630" y="1975330"/>
              <a:ext cx="768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Echange données</a:t>
              </a:r>
            </a:p>
          </p:txBody>
        </p:sp>
        <p:sp>
          <p:nvSpPr>
            <p:cNvPr id="224" name="ZoneTexte 223">
              <a:extLst>
                <a:ext uri="{FF2B5EF4-FFF2-40B4-BE49-F238E27FC236}">
                  <a16:creationId xmlns:a16="http://schemas.microsoft.com/office/drawing/2014/main" id="{38959CD0-B66F-4FA7-A500-8CFFC871EEC4}"/>
                </a:ext>
              </a:extLst>
            </p:cNvPr>
            <p:cNvSpPr txBox="1"/>
            <p:nvPr/>
          </p:nvSpPr>
          <p:spPr>
            <a:xfrm>
              <a:off x="7943479" y="2034964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8 pin</a:t>
              </a:r>
            </a:p>
          </p:txBody>
        </p:sp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2882A1C4-5B62-45F6-AC8C-DFFEE4FDD5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999093" y="1729314"/>
              <a:ext cx="468868" cy="870284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F0B289F3-0432-42CD-92A8-A31918FEABAA}"/>
                </a:ext>
              </a:extLst>
            </p:cNvPr>
            <p:cNvSpPr txBox="1"/>
            <p:nvPr/>
          </p:nvSpPr>
          <p:spPr>
            <a:xfrm>
              <a:off x="4359459" y="2037498"/>
              <a:ext cx="56778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RJ 45</a:t>
              </a:r>
            </a:p>
            <a:p>
              <a:r>
                <a:rPr lang="fr-FR" sz="1050" dirty="0"/>
                <a:t>à sertir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4009E9C2-635B-4BD6-B344-E885A55EDB56}"/>
              </a:ext>
            </a:extLst>
          </p:cNvPr>
          <p:cNvSpPr txBox="1"/>
          <p:nvPr/>
        </p:nvSpPr>
        <p:spPr>
          <a:xfrm>
            <a:off x="6131560" y="6036364"/>
            <a:ext cx="6013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Connectiques internes v3.5 &amp; v5 stéréo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091B99B-0354-45E4-BC5C-5237456B58D2}"/>
              </a:ext>
            </a:extLst>
          </p:cNvPr>
          <p:cNvGrpSpPr/>
          <p:nvPr/>
        </p:nvGrpSpPr>
        <p:grpSpPr>
          <a:xfrm>
            <a:off x="13270" y="2455924"/>
            <a:ext cx="5652239" cy="1412192"/>
            <a:chOff x="234945" y="2382623"/>
            <a:chExt cx="5652239" cy="1412192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EB84963A-5109-4145-B652-0C39D187DDE6}"/>
                </a:ext>
              </a:extLst>
            </p:cNvPr>
            <p:cNvGrpSpPr/>
            <p:nvPr/>
          </p:nvGrpSpPr>
          <p:grpSpPr>
            <a:xfrm>
              <a:off x="234945" y="2382623"/>
              <a:ext cx="4636256" cy="1412192"/>
              <a:chOff x="434897" y="2426564"/>
              <a:chExt cx="4636256" cy="1412192"/>
            </a:xfrm>
          </p:grpSpPr>
          <p:grpSp>
            <p:nvGrpSpPr>
              <p:cNvPr id="77" name="Groupe 76">
                <a:extLst>
                  <a:ext uri="{FF2B5EF4-FFF2-40B4-BE49-F238E27FC236}">
                    <a16:creationId xmlns:a16="http://schemas.microsoft.com/office/drawing/2014/main" id="{08440C9C-F205-4F9A-8C2F-400D6BE2F805}"/>
                  </a:ext>
                </a:extLst>
              </p:cNvPr>
              <p:cNvGrpSpPr/>
              <p:nvPr/>
            </p:nvGrpSpPr>
            <p:grpSpPr>
              <a:xfrm>
                <a:off x="434897" y="2426564"/>
                <a:ext cx="4636256" cy="1412192"/>
                <a:chOff x="398094" y="3549623"/>
                <a:chExt cx="4636256" cy="1412192"/>
              </a:xfrm>
            </p:grpSpPr>
            <p:grpSp>
              <p:nvGrpSpPr>
                <p:cNvPr id="76" name="Groupe 75">
                  <a:extLst>
                    <a:ext uri="{FF2B5EF4-FFF2-40B4-BE49-F238E27FC236}">
                      <a16:creationId xmlns:a16="http://schemas.microsoft.com/office/drawing/2014/main" id="{42888F21-E511-4F49-8485-99D493D21E74}"/>
                    </a:ext>
                  </a:extLst>
                </p:cNvPr>
                <p:cNvGrpSpPr/>
                <p:nvPr/>
              </p:nvGrpSpPr>
              <p:grpSpPr>
                <a:xfrm>
                  <a:off x="398094" y="3549623"/>
                  <a:ext cx="4636256" cy="1412192"/>
                  <a:chOff x="139788" y="4214163"/>
                  <a:chExt cx="4636256" cy="1412192"/>
                </a:xfrm>
              </p:grpSpPr>
              <p:grpSp>
                <p:nvGrpSpPr>
                  <p:cNvPr id="74" name="Groupe 73">
                    <a:extLst>
                      <a:ext uri="{FF2B5EF4-FFF2-40B4-BE49-F238E27FC236}">
                        <a16:creationId xmlns:a16="http://schemas.microsoft.com/office/drawing/2014/main" id="{55FF3080-EEB4-401D-8A7B-F99CB7EC4EE4}"/>
                      </a:ext>
                    </a:extLst>
                  </p:cNvPr>
                  <p:cNvGrpSpPr/>
                  <p:nvPr/>
                </p:nvGrpSpPr>
                <p:grpSpPr>
                  <a:xfrm>
                    <a:off x="139788" y="4214163"/>
                    <a:ext cx="4636256" cy="1412192"/>
                    <a:chOff x="218612" y="4734455"/>
                    <a:chExt cx="4636256" cy="1412192"/>
                  </a:xfrm>
                </p:grpSpPr>
                <p:cxnSp>
                  <p:nvCxnSpPr>
                    <p:cNvPr id="123" name="Connecteur droit 122">
                      <a:extLst>
                        <a:ext uri="{FF2B5EF4-FFF2-40B4-BE49-F238E27FC236}">
                          <a16:creationId xmlns:a16="http://schemas.microsoft.com/office/drawing/2014/main" id="{16F757C8-7B19-4AE2-A779-E085E7CB6D9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435253" y="5536106"/>
                      <a:ext cx="2477524" cy="115828"/>
                    </a:xfrm>
                    <a:prstGeom prst="line">
                      <a:avLst/>
                    </a:prstGeom>
                    <a:ln w="57150">
                      <a:solidFill>
                        <a:srgbClr val="00B05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Connecteur droit 126">
                      <a:extLst>
                        <a:ext uri="{FF2B5EF4-FFF2-40B4-BE49-F238E27FC236}">
                          <a16:creationId xmlns:a16="http://schemas.microsoft.com/office/drawing/2014/main" id="{C9EE2B9B-40CC-43B5-8FD2-E0233F9BED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89717" y="5510631"/>
                      <a:ext cx="2475547" cy="153943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Connecteur droit 95">
                      <a:extLst>
                        <a:ext uri="{FF2B5EF4-FFF2-40B4-BE49-F238E27FC236}">
                          <a16:creationId xmlns:a16="http://schemas.microsoft.com/office/drawing/2014/main" id="{4CC7DE74-5462-4C31-9094-A1F63E62BF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89717" y="5389517"/>
                      <a:ext cx="2490073" cy="421139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Connecteur droit 99">
                      <a:extLst>
                        <a:ext uri="{FF2B5EF4-FFF2-40B4-BE49-F238E27FC236}">
                          <a16:creationId xmlns:a16="http://schemas.microsoft.com/office/drawing/2014/main" id="{2C5FE25E-2E46-4334-B698-70601F944F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420318" y="5370528"/>
                      <a:ext cx="2490482" cy="399031"/>
                    </a:xfrm>
                    <a:prstGeom prst="line">
                      <a:avLst/>
                    </a:prstGeom>
                    <a:ln w="57150">
                      <a:solidFill>
                        <a:schemeClr val="bg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01" name="Image 100">
                      <a:extLst>
                        <a:ext uri="{FF2B5EF4-FFF2-40B4-BE49-F238E27FC236}">
                          <a16:creationId xmlns:a16="http://schemas.microsoft.com/office/drawing/2014/main" id="{8EE9D795-C766-4906-BD89-F11A2B9C3E4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screen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65533" y="5052111"/>
                      <a:ext cx="536184" cy="95538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2" name="Image 101">
                      <a:extLst>
                        <a:ext uri="{FF2B5EF4-FFF2-40B4-BE49-F238E27FC236}">
                          <a16:creationId xmlns:a16="http://schemas.microsoft.com/office/drawing/2014/main" id="{EC4F3DF9-475E-4325-97CD-B4F549AC240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screen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0800000">
                      <a:off x="3912244" y="5198239"/>
                      <a:ext cx="536184" cy="94840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3" name="ZoneTexte 102">
                      <a:extLst>
                        <a:ext uri="{FF2B5EF4-FFF2-40B4-BE49-F238E27FC236}">
                          <a16:creationId xmlns:a16="http://schemas.microsoft.com/office/drawing/2014/main" id="{46304FFD-7393-4908-9C7D-6F4CB924BE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1065" y="4837396"/>
                      <a:ext cx="657552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JST </a:t>
                      </a:r>
                      <a:r>
                        <a:rPr lang="fr-FR" sz="1050" b="1" dirty="0"/>
                        <a:t>5</a:t>
                      </a:r>
                      <a:r>
                        <a:rPr lang="fr-FR" sz="1050" dirty="0"/>
                        <a:t> pin</a:t>
                      </a:r>
                    </a:p>
                    <a:p>
                      <a:r>
                        <a:rPr lang="fr-FR" sz="1050" dirty="0"/>
                        <a:t>à sertir</a:t>
                      </a:r>
                    </a:p>
                  </p:txBody>
                </p:sp>
                <p:sp>
                  <p:nvSpPr>
                    <p:cNvPr id="104" name="ZoneTexte 103">
                      <a:extLst>
                        <a:ext uri="{FF2B5EF4-FFF2-40B4-BE49-F238E27FC236}">
                          <a16:creationId xmlns:a16="http://schemas.microsoft.com/office/drawing/2014/main" id="{E87C2821-A309-4546-B94F-C1323A14B8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04849" y="4734455"/>
                      <a:ext cx="657552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JST </a:t>
                      </a:r>
                      <a:r>
                        <a:rPr lang="fr-FR" sz="1050" b="1" dirty="0"/>
                        <a:t>5</a:t>
                      </a:r>
                      <a:r>
                        <a:rPr lang="fr-FR" sz="1050" dirty="0"/>
                        <a:t> pin</a:t>
                      </a:r>
                    </a:p>
                    <a:p>
                      <a:r>
                        <a:rPr lang="fr-FR" sz="1050" dirty="0"/>
                        <a:t>à sertir</a:t>
                      </a:r>
                    </a:p>
                  </p:txBody>
                </p:sp>
                <p:sp>
                  <p:nvSpPr>
                    <p:cNvPr id="137" name="ZoneTexte 136">
                      <a:extLst>
                        <a:ext uri="{FF2B5EF4-FFF2-40B4-BE49-F238E27FC236}">
                          <a16:creationId xmlns:a16="http://schemas.microsoft.com/office/drawing/2014/main" id="{A75057A0-8475-484C-AA93-550507E14F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91280" y="5252451"/>
                      <a:ext cx="463588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GND</a:t>
                      </a:r>
                    </a:p>
                    <a:p>
                      <a:r>
                        <a:rPr lang="fr-FR" sz="1050" dirty="0"/>
                        <a:t>3.3 V</a:t>
                      </a:r>
                    </a:p>
                    <a:p>
                      <a:r>
                        <a:rPr lang="fr-FR" sz="1050" dirty="0"/>
                        <a:t>SDA</a:t>
                      </a:r>
                    </a:p>
                    <a:p>
                      <a:r>
                        <a:rPr lang="fr-FR" sz="1050" dirty="0"/>
                        <a:t>SCL</a:t>
                      </a:r>
                    </a:p>
                  </p:txBody>
                </p:sp>
                <p:sp>
                  <p:nvSpPr>
                    <p:cNvPr id="138" name="ZoneTexte 137">
                      <a:extLst>
                        <a:ext uri="{FF2B5EF4-FFF2-40B4-BE49-F238E27FC236}">
                          <a16:creationId xmlns:a16="http://schemas.microsoft.com/office/drawing/2014/main" id="{5951C2D9-C835-4084-A92E-B16A613B84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4859" y="5237180"/>
                      <a:ext cx="439544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050" dirty="0"/>
                        <a:t>SCL</a:t>
                      </a:r>
                    </a:p>
                    <a:p>
                      <a:r>
                        <a:rPr lang="fr-FR" sz="1050" dirty="0"/>
                        <a:t>SDA</a:t>
                      </a:r>
                    </a:p>
                    <a:p>
                      <a:r>
                        <a:rPr lang="fr-FR" sz="1050" dirty="0"/>
                        <a:t>3.3V</a:t>
                      </a:r>
                    </a:p>
                    <a:p>
                      <a:r>
                        <a:rPr lang="fr-FR" sz="1050" dirty="0"/>
                        <a:t>GND</a:t>
                      </a:r>
                    </a:p>
                  </p:txBody>
                </p:sp>
                <p:sp>
                  <p:nvSpPr>
                    <p:cNvPr id="147" name="ZoneTexte 146">
                      <a:extLst>
                        <a:ext uri="{FF2B5EF4-FFF2-40B4-BE49-F238E27FC236}">
                          <a16:creationId xmlns:a16="http://schemas.microsoft.com/office/drawing/2014/main" id="{8C31F805-1617-4306-93F1-4D8E221994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8612" y="5442749"/>
                      <a:ext cx="82374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200" b="1" dirty="0"/>
                        <a:t>Luxmètre</a:t>
                      </a:r>
                    </a:p>
                  </p:txBody>
                </p:sp>
              </p:grpSp>
              <p:sp>
                <p:nvSpPr>
                  <p:cNvPr id="150" name="ZoneTexte 149">
                    <a:extLst>
                      <a:ext uri="{FF2B5EF4-FFF2-40B4-BE49-F238E27FC236}">
                        <a16:creationId xmlns:a16="http://schemas.microsoft.com/office/drawing/2014/main" id="{6C22CD58-2FB4-41E5-A4DF-535C01D53F33}"/>
                      </a:ext>
                    </a:extLst>
                  </p:cNvPr>
                  <p:cNvSpPr txBox="1"/>
                  <p:nvPr/>
                </p:nvSpPr>
                <p:spPr>
                  <a:xfrm>
                    <a:off x="1884152" y="4547529"/>
                    <a:ext cx="125226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1100" dirty="0"/>
                      <a:t>Rallonge Luxmètre</a:t>
                    </a:r>
                  </a:p>
                </p:txBody>
              </p:sp>
            </p:grpSp>
            <p:sp>
              <p:nvSpPr>
                <p:cNvPr id="159" name="ZoneTexte 158">
                  <a:extLst>
                    <a:ext uri="{FF2B5EF4-FFF2-40B4-BE49-F238E27FC236}">
                      <a16:creationId xmlns:a16="http://schemas.microsoft.com/office/drawing/2014/main" id="{D571589D-EE58-4833-AD77-3CE5A5A90910}"/>
                    </a:ext>
                  </a:extLst>
                </p:cNvPr>
                <p:cNvSpPr txBox="1"/>
                <p:nvPr/>
              </p:nvSpPr>
              <p:spPr>
                <a:xfrm>
                  <a:off x="2596964" y="4609672"/>
                  <a:ext cx="55015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/>
                    <a:t>?? cm</a:t>
                  </a:r>
                </a:p>
              </p:txBody>
            </p:sp>
          </p:grpSp>
          <p:cxnSp>
            <p:nvCxnSpPr>
              <p:cNvPr id="156" name="Connecteur droit 155">
                <a:extLst>
                  <a:ext uri="{FF2B5EF4-FFF2-40B4-BE49-F238E27FC236}">
                    <a16:creationId xmlns:a16="http://schemas.microsoft.com/office/drawing/2014/main" id="{4447C034-C8D5-4738-B293-C05A5456F3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8134" y="2933332"/>
                <a:ext cx="47991" cy="937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necteur droit 157">
                <a:extLst>
                  <a:ext uri="{FF2B5EF4-FFF2-40B4-BE49-F238E27FC236}">
                    <a16:creationId xmlns:a16="http://schemas.microsoft.com/office/drawing/2014/main" id="{3AA87ECB-968B-4DEB-8B6C-F081E5869D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5785" y="2914021"/>
                <a:ext cx="80628" cy="11301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Connecteur droit 173">
                <a:extLst>
                  <a:ext uri="{FF2B5EF4-FFF2-40B4-BE49-F238E27FC236}">
                    <a16:creationId xmlns:a16="http://schemas.microsoft.com/office/drawing/2014/main" id="{933DFE06-C755-41CC-9C74-971B76DC7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4475" y="3563605"/>
                <a:ext cx="47991" cy="937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Connecteur droit 174">
                <a:extLst>
                  <a:ext uri="{FF2B5EF4-FFF2-40B4-BE49-F238E27FC236}">
                    <a16:creationId xmlns:a16="http://schemas.microsoft.com/office/drawing/2014/main" id="{DA69F688-63A2-4C74-91D8-93DEF63548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2126" y="3544294"/>
                <a:ext cx="80628" cy="11301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7C4B4410-CBAB-4666-82D9-0F1D2D708541}"/>
                </a:ext>
              </a:extLst>
            </p:cNvPr>
            <p:cNvSpPr txBox="1"/>
            <p:nvPr/>
          </p:nvSpPr>
          <p:spPr>
            <a:xfrm>
              <a:off x="4796860" y="2967335"/>
              <a:ext cx="10903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Carte électronique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460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394</Words>
  <Application>Microsoft Office PowerPoint</Application>
  <PresentationFormat>Grand écran</PresentationFormat>
  <Paragraphs>221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</cp:lastModifiedBy>
  <cp:revision>126</cp:revision>
  <dcterms:created xsi:type="dcterms:W3CDTF">2025-12-18T17:46:54Z</dcterms:created>
  <dcterms:modified xsi:type="dcterms:W3CDTF">2026-07-15T07:52:32Z</dcterms:modified>
</cp:coreProperties>
</file>